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围绕当前主题给出完整说明...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45-4E77-8142-FE6EEA4C4F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通过对成本、效率和满意度...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78-43E5-AD0C-70F7AB6C57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投入更低，适合快速试点</c:v>
                </c:pt>
                <c:pt idx="1">
                  <c:v>上线周期短，风险可控</c:v>
                </c:pt>
                <c:pt idx="2">
                  <c:v>适合先验证关键指标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FA-4581-A7FE-FF8E461B2D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完成现状诊断并锁定优先场...</c:v>
                </c:pt>
                <c:pt idx="1">
                  <c:v>按里程碑推进实施并跟踪数...</c:v>
                </c:pt>
                <c:pt idx="2">
                  <c:v>复盘问题后持续优化与扩展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B6-4E23-824A-76FF3150D2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明确里程碑与负责人</c:v>
                </c:pt>
                <c:pt idx="1">
                  <c:v>完成试点并跟踪指标</c:v>
                </c:pt>
                <c:pt idx="2">
                  <c:v>复盘优化后规模化推广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F1-425A-8406-D97954CC4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183880" y="2834640"/>
          <a:ext cx="2697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183880" y="2834640"/>
          <a:ext cx="2697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目标：按目标阶段选择最优解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本页重点：按目标阶段选择最优解；课堂抓手：投入更低，适合快速试点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投入更低，适合快速试点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上线周期短，风险可控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适合先验证关键指标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407822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42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418795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能力更完整，覆盖面更广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36192" y="480974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743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49194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实施复杂度更高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8183880" y="2834640"/>
          <a:ext cx="2697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目标：形成可复制的执行闭环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本页重点：形成可复制的执行闭环；课堂抓手：完成现状诊断并锁定优先场景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完成现状诊断并锁定优先场景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按里程碑推进实施并跟踪数据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复盘问题后持续优化与扩展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8183880" y="2834640"/>
          <a:ext cx="2697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目标：某团队在高峰期出现响应延迟和人力压力。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本页重点：某团队在高峰期出现响应延迟和人力压力。；课堂抓手：某团队在高峰期出现响应延迟和人力压力。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某团队在高峰期出现响应延迟和人力压力。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演讲备注：案例卡片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8183880" y="2834640"/>
          <a:ext cx="2697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宽屏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AI客服降本增效方案 - 企业</dc:title>
  <dc:subject>企业</dc:subject>
  <dc:creator>Daymori</dc:creator>
  <cp:lastModifiedBy>yeli jiang</cp:lastModifiedBy>
  <cp:revision>1</cp:revision>
  <dcterms:created xsi:type="dcterms:W3CDTF">2026-07-06T01:03:58Z</dcterms:created>
  <dcterms:modified xsi:type="dcterms:W3CDTF">2026-07-06T01:05:01Z</dcterms:modified>
</cp:coreProperties>
</file>