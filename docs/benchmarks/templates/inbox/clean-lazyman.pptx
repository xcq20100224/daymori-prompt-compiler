
<file path=[Content_Types].xml><?xml version="1.0" encoding="UTF-8" standalone="yes"?>
<Types xmlns="http://schemas.openxmlformats.org/package/2006/content-types">< Extension="fntdata" ContentType="application/x-fontdata"/>< Extension="jpeg" ContentType="image/jpeg"/>< Extension="rels" ContentType="application/vnd.openxmlformats-package.relationships+xml"/>< Extension="svg" ContentType="image/svg+xml"/>< Extension="xml" ContentType="application/xml"/><Override PartName="/ppt/presentation.xml" ContentType="application/vnd.openxmlformats-officedocument.presentationml.presentation.main+xml"/><Override PartName="/ppt/slideMasters/slideMaster1.xml" ContentType="application/vnd.openxmlformats-officedocument.presentationml.slideMaster+xml"/><Override PartName="/ppt/slides/slide1.xml" ContentType="application/vnd.openxmlformats-officedocument.presentationml.slide+xml"/><Override PartName="/ppt/slides/slide2.xml" ContentType="application/vnd.openxmlformats-officedocument.presentationml.slide+xml"/><Override PartName="/ppt/slides/slide3.xml" ContentType="application/vnd.openxmlformats-officedocument.presentationml.slide+xml"/><Override PartName="/ppt/slides/slide4.xml" ContentType="application/vnd.openxmlformats-officedocument.presentationml.slide+xml"/><Override PartName="/ppt/slides/slide5.xml" ContentType="application/vnd.openxmlformats-officedocument.presentationml.slide+xml"/><Override PartName="/ppt/slides/slide6.xml" ContentType="application/vnd.openxmlformats-officedocument.presentationml.slide+xml"/><Override PartName="/ppt/slides/slide7.xml" ContentType="application/vnd.openxmlformats-officedocument.presentationml.slide+xml"/><Override PartName="/ppt/slides/slide8.xml" ContentType="application/vnd.openxmlformats-officedocument.presentationml.slide+xml"/><Override PartName="/ppt/slides/slide9.xml" ContentType="application/vnd.openxmlformats-officedocument.presentationml.slide+xml"/><Override PartName="/ppt/slides/slide10.xml" ContentType="application/vnd.openxmlformats-officedocument.presentationml.slide+xml"/><Override PartName="/ppt/slides/slide11.xml" ContentType="application/vnd.openxmlformats-officedocument.presentationml.slide+xml"/><Override PartName="/ppt/slides/slide12.xml" ContentType="application/vnd.openxmlformats-officedocument.presentationml.slide+xml"/><Override PartName="/ppt/slides/slide13.xml" ContentType="application/vnd.openxmlformats-officedocument.presentationml.slide+xml"/><Override PartName="/ppt/slides/slide14.xml" ContentType="application/vnd.openxmlformats-officedocument.presentationml.slide+xml"/><Override PartName="/ppt/slides/slide15.xml" ContentType="application/vnd.openxmlformats-officedocument.presentationml.slide+xml"/><Override PartName="/ppt/slides/slide16.xml" ContentType="application/vnd.openxmlformats-officedocument.presentationml.slide+xml"/><Override PartName="/ppt/slides/slide17.xml" ContentType="application/vnd.openxmlformats-officedocument.presentationml.slide+xml"/><Override PartName="/ppt/slides/slide18.xml" ContentType="application/vnd.openxmlformats-officedocument.presentationml.slide+xml"/><Override PartName="/ppt/slides/slide19.xml" ContentType="application/vnd.openxmlformats-officedocument.presentationml.slide+xml"/><Override PartName="/ppt/slides/slide20.xml" ContentType="application/vnd.openxmlformats-officedocument.presentationml.slide+xml"/><Override PartName="/ppt/presProps.xml" ContentType="application/vnd.openxmlformats-officedocument.presentationml.presProps+xml"/><Override PartName="/ppt/viewProps.xml" ContentType="application/vnd.openxmlformats-officedocument.presentationml.viewProps+xml"/><Override PartName="/ppt/theme/theme1.xml" ContentType="application/vnd.openxmlformats-officedocument.theme+xml"/><Override PartName="/ppt/tableStyles.xml" ContentType="application/vnd.openxmlformats-officedocument.presentationml.tableStyles+xml"/><Override PartName="/ppt/slideLayouts/slideLayout1.xml" ContentType="application/vnd.openxmlformats-officedocument.presentationml.slideLayout+xml"/><Override PartName="/ppt/slideLayouts/slideLayout2.xml" ContentType="application/vnd.openxmlformats-officedocument.presentationml.slideLayout+xml"/><Override PartName="/ppt/slideLayouts/slideLayout3.xml" ContentType="application/vnd.openxmlformats-officedocument.presentationml.slideLayout+xml"/><Override PartName="/ppt/slideLayouts/slideLayout4.xml" ContentType="application/vnd.openxmlformats-officedocument.presentationml.slideLayout+xml"/><Override PartName="/ppt/slideLayouts/slideLayout5.xml" ContentType="application/vnd.openxmlformats-officedocument.presentationml.slideLayout+xml"/><Override PartName="/ppt/slideLayouts/slideLayout6.xml" ContentType="application/vnd.openxmlformats-officedocument.presentationml.slideLayout+xml"/><Override PartName="/ppt/slideLayouts/slideLayout7.xml" ContentType="application/vnd.openxmlformats-officedocument.presentationml.slideLayout+xml"/><Override PartName="/ppt/slideLayouts/slideLayout8.xml" ContentType="application/vnd.openxmlformats-officedocument.presentationml.slideLayout+xml"/><Override PartName="/ppt/slideLayouts/slideLayout9.xml" ContentType="application/vnd.openxmlformats-officedocument.presentationml.slideLayout+xml"/><Override PartName="/ppt/slideLayouts/slideLayout10.xml" ContentType="application/vnd.openxmlformats-officedocument.presentationml.slideLayout+xml"/><Override PartName="/ppt/slideLayouts/slideLayout11.xml" ContentType="application/vnd.openxmlformats-officedocument.presentationml.slideLayout+xml"/><Override PartName="/ppt/tags/tag1.xml" ContentType="application/vnd.openxmlformats-officedocument.presentationml.tags+xml"/><Override PartName="/ppt/tags/tag2.xml" ContentType="application/vnd.openxmlformats-officedocument.presentationml.tags+xml"/><Override PartName="/ppt/tags/tag3.xml" ContentType="application/vnd.openxmlformats-officedocument.presentationml.tags+xml"/><Override PartName="/ppt/tags/tag4.xml" ContentType="application/vnd.openxmlformats-officedocument.presentationml.tags+xml"/><Override PartName="/ppt/tags/tag5.xml" ContentType="application/vnd.openxmlformats-officedocument.presentationml.tags+xml"/><Override PartName="/ppt/tags/tag6.xml" ContentType="application/vnd.openxmlformats-officedocument.presentationml.tags+xml"/><Override PartName="/ppt/tags/tag7.xml" ContentType="application/vnd.openxmlformats-officedocument.presentationml.tags+xml"/><Override PartName="/ppt/tags/tag8.xml" ContentType="application/vnd.openxmlformats-officedocument.presentationml.tags+xml"/><Override PartName="/ppt/tags/tag9.xml" ContentType="application/vnd.openxmlformats-officedocument.presentationml.tags+xml"/><Override PartName="/ppt/tags/tag10.xml" ContentType="application/vnd.openxmlformats-officedocument.presentationml.tags+xml"/><Override PartName="/ppt/tags/tag11.xml" ContentType="application/vnd.openxmlformats-officedocument.presentationml.tags+xml"/><Override PartName="/ppt/tags/tag12.xml" ContentType="application/vnd.openxmlformats-officedocument.presentationml.tags+xml"/><Override PartName="/ppt/tags/tag13.xml" ContentType="application/vnd.openxmlformats-officedocument.presentationml.tags+xml"/><Override PartName="/ppt/tags/tag14.xml" ContentType="application/vnd.openxmlformats-officedocument.presentationml.tags+xml"/><Override PartName="/ppt/tags/tag15.xml" ContentType="application/vnd.openxmlformats-officedocument.presentationml.tags+xml"/><Override PartName="/ppt/tags/tag16.xml" ContentType="application/vnd.openxmlformats-officedocument.presentationml.tags+xml"/><Override PartName="/ppt/tags/tag17.xml" ContentType="application/vnd.openxmlformats-officedocument.presentationml.tags+xml"/><Override PartName="/ppt/tags/tag18.xml" ContentType="application/vnd.openxmlformats-officedocument.presentationml.tags+xml"/><Override PartName="/ppt/tags/tag19.xml" ContentType="application/vnd.openxmlformats-officedocument.presentationml.tags+xml"/><Override PartName="/ppt/tags/tag20.xml" ContentType="application/vnd.openxmlformats-officedocument.presentationml.tags+xml"/><Override PartName="/ppt/tags/tag21.xml" ContentType="application/vnd.openxmlformats-officedocument.presentationml.tags+xml"/><Override PartName="/ppt/tags/tag22.xml" ContentType="application/vnd.openxmlformats-officedocument.presentationml.tags+xml"/><Override PartName="/ppt/tags/tag23.xml" ContentType="application/vnd.openxmlformats-officedocument.presentationml.tags+xml"/><Override PartName="/ppt/tags/tag24.xml" ContentType="application/vnd.openxmlformats-officedocument.presentationml.tags+xml"/><Override PartName="/ppt/tags/tag25.xml" ContentType="application/vnd.openxmlformats-officedocument.presentationml.tags+xml"/><Override PartName="/ppt/tags/tag26.xml" ContentType="application/vnd.openxmlformats-officedocument.presentationml.tags+xml"/><Override PartName="/ppt/tags/tag27.xml" ContentType="application/vnd.openxmlformats-officedocument.presentationml.tags+xml"/><Override PartName="/ppt/tags/tag28.xml" ContentType="application/vnd.openxmlformats-officedocument.presentationml.tags+xml"/><Override PartName="/ppt/tags/tag29.xml" ContentType="application/vnd.openxmlformats-officedocument.presentationml.tags+xml"/><Override PartName="/ppt/tags/tag30.xml" ContentType="application/vnd.openxmlformats-officedocument.presentationml.tags+xml"/><Override PartName="/ppt/tags/tag31.xml" ContentType="application/vnd.openxmlformats-officedocument.presentationml.tags+xml"/><Override PartName="/ppt/tags/tag32.xml" ContentType="application/vnd.openxmlformats-officedocument.presentationml.tags+xml"/><Override PartName="/ppt/tags/tag33.xml" ContentType="application/vnd.openxmlformats-officedocument.presentationml.tags+xml"/><Override PartName="/ppt/tags/tag34.xml" ContentType="application/vnd.openxmlformats-officedocument.presentationml.tags+xml"/><Override PartName="/ppt/tags/tag35.xml" ContentType="application/vnd.openxmlformats-officedocument.presentationml.tags+xml"/><Override PartName="/ppt/tags/tag36.xml" ContentType="application/vnd.openxmlformats-officedocument.presentationml.tags+xml"/><Override PartName="/ppt/tags/tag37.xml" ContentType="application/vnd.openxmlformats-officedocument.presentationml.tags+xml"/><Override PartName="/ppt/tags/tag38.xml" ContentType="application/vnd.openxmlformats-officedocument.presentationml.tags+xml"/><Override PartName="/ppt/tags/tag39.xml" ContentType="application/vnd.openxmlformats-officedocument.presentationml.tags+xml"/><Override PartName="/docProps/core.xml" ContentType="application/vnd.openxmlformats-package.core-properties+xml"/><Override PartName="/docProps/app.xml" ContentType="application/vnd.openxmlformats-officedocument.extended-properties+xml"/>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/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/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/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/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/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/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/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/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1497</Words>
  <Application>Microsoft Office PowerPoint</Application>
  <PresentationFormat>宽屏</PresentationFormat>
  <Paragraphs>164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2026-07-02T03:41:33Z</dcterms:modified>
</cp:coreProperties>
</file>