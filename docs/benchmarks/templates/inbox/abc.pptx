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点击此处添加文本信息，输入副标题内容。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1497</Words>
  <Application>Microsoft Office PowerPoint</Application>
  <PresentationFormat>宽屏</PresentationFormat>
  <Paragraphs>164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11</cp:revision>
  <dcterms:created xsi:type="dcterms:W3CDTF">2022-06-02T07:27:36Z</dcterms:created>
  <dcterms:modified xsi:type="dcterms:W3CDTF">2026-07-02T01:46:09Z</dcterms:modified>
</cp:coreProperties>
</file>