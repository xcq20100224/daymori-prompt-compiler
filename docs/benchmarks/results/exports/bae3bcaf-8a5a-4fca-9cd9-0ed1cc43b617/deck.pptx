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55B7A-BC03-4298-A863-7B316A596F7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95054-3473-4C6C-8FAA-20F535CCF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894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95054-3473-4C6C-8FAA-20F535CCF7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821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95054-3473-4C6C-8FAA-20F535CCF7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01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95054-3473-4C6C-8FAA-20F535CCF7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50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95054-3473-4C6C-8FAA-20F535CCF7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485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95054-3473-4C6C-8FAA-20F535CCF7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636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95054-3473-4C6C-8FAA-20F535CCF7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58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60B47E-3B65-E349-DFC5-FDFAD7D1182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F1057E7-AD1B-BD35-09CF-D11704AAEB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62B495-29D0-F8D4-2FF9-5307845FA74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F5A3A5-0D2E-EFAD-477E-BF54745961D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CDFA2B-8CC1-1384-F781-268D5B1A656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D22D7D-49E7-B174-3E02-455B0A68B7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C2A934-C6BD-66D5-95C1-5D98E3C5A0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ED1D08-4D6E-5820-5A8A-BC68212EAD3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1FF55B-6238-E647-1948-1DFA223224A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2026-07-09T02:21:20Z</dcterms:modified>
</cp:coreProperties>
</file>