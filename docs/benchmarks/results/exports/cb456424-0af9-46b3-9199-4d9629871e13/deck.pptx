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7E548-553C-4EE1-B1D8-6E820F23D6A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680D1-BBC2-49CF-BA0E-5256AA551F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24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192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38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452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29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0D1-BBC2-49CF-BA0E-5256AA551FD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08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2A8C7E-34DE-6F0A-A985-042F90F182F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BF6B4A-50F9-3C52-0E75-D1717714B0A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81BB60-AAA5-9591-0846-90B82A0E0A3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BF7909-64EF-2460-09E3-E0833C4BC62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0862E6-DECA-D558-284B-E325A79D83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CC63E5-56C3-6CE6-A5E4-73E8F104660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E54724-AEEB-7777-C267-16D9684F08D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CEACF-DB19-E026-B0B6-B9B611756C3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B6EACA-2BB7-EA04-3D32-FC0BCDD4D48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等线</vt:lpstr>
      <vt:lpstr>MiSans</vt:lpstr>
      <vt:lpstr>MiSans Demibold</vt:lpstr>
      <vt:lpstr>等线 Light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2026-07-07T07:53:28Z</dcterms:modified>
</cp:coreProperties>
</file>