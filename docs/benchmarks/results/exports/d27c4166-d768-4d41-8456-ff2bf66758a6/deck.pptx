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55325-195C-4317-8BC4-E1C015CE826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2930A-7424-4CBE-8627-5B003E47F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290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图示：客户留存提升方案现状结构图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17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703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退机制， 确保效率提升不以服务 质量为代价。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45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61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473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2930A-7424-4CBE-8627-5B003E47FA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87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客户留存提升方案提案汇报：技术能力演进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032A31-32EA-CFAD-7A73-E86159C85ED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客户留存提升方案提案汇报：技术能力演进 客户留存提升方案提案汇报：技术能力演进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71AA24-5A46-B931-52FC-1FAD7DCBB4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A39566-F05F-71CC-8774-A22632C03AA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4F7378-D917-BDDD-1CBC-59DC514C54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客户留存提升方案建议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采用“分级策略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人工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兜底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实时告警”架构，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在每个关键节点设置回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阶段：完成客户留存提升方案核心系统接口与数据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上线客户留存提升方案策略编排并接入质量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阶段：持续迭代模型与知识更新机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9B51E6-79B3-A420-D2D8-A1206CB2B5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C97EB4-EA33-664A-008C-2E72929FAAA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37347B-DD6C-F835-A5DB-E791C23EF69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2F2DB4-F77D-ED31-2A01-7F029E5D17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B37C0B-51AC-B0FB-269E-0ACB4CF9B5A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378</Words>
  <Application>Microsoft Office PowerPoint</Application>
  <PresentationFormat>宽屏</PresentationFormat>
  <Paragraphs>68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2026-07-09T04:47:10Z</dcterms:modified>
</cp:coreProperties>
</file>