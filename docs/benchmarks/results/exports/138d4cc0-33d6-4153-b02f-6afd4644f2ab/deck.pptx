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3CE840-7FFF-486C-B12F-33ABBEAD13E9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1D0E1B-82E2-4987-A1D0-B389C70DE5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6612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核心</a:t>
            </a:r>
            <a:r>
              <a:rPr lang="en-US" altLang="zh-CN"/>
              <a:t>…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1D0E1B-82E2-4987-A1D0-B389C70DE5F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33511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ABTest2_1783519150484</a:t>
            </a:r>
            <a:r>
              <a:rPr lang="zh-CN" altLang="en-US"/>
              <a:t>现状结构图 效率与可持续性将同步承压，需要先完成问题分层与优先级重排。 图示： </a:t>
            </a:r>
            <a:r>
              <a:rPr lang="en-US" altLang="zh-CN"/>
              <a:t>ABTest2_1783519150484</a:t>
            </a:r>
            <a:r>
              <a:rPr lang="zh-CN" altLang="en-US"/>
              <a:t>现状结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1D0E1B-82E2-4987-A1D0-B389C70DE5F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67084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ABTest2_1783519150484</a:t>
            </a:r>
            <a:r>
              <a:rPr lang="zh-CN" altLang="en-US"/>
              <a:t>问题分层卡片 义、流程协同、 执行能力与反馈闭环四个层面。 先聚焦高频高影响环节， 再逐步覆盖复杂场景， 可显著降低试点风险。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1D0E1B-82E2-4987-A1D0-B389C70DE5F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93941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ABTest2_1783519150484</a:t>
            </a:r>
            <a:r>
              <a:rPr lang="zh-CN" altLang="en-US"/>
              <a:t>方案架构图 验证”三层架构， 先完成基线与关键能力 建设， 再通过迭代机制优化质 量， 形成可复制的执行闭环。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1D0E1B-82E2-4987-A1D0-B389C70DE5F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15690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1D0E1B-82E2-4987-A1D0-B389C70DE5F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97848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1D0E1B-82E2-4987-A1D0-B389C70DE5F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94364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1D0E1B-82E2-4987-A1D0-B389C70DE5F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279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ABTest2_1783519150484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ABTest2_1783519150484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提案汇报 内容由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ABTest2_178</a:t>
            </a:r>
          </a:p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3519150484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的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4D94FF3-EA2E-E009-D5AC-B5C81FFA99B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ABTest2_1783519150484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当前在目标达成、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资源配置与执行路径上存在明显瓶颈。若继续沿用现有方式，成本、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ABTest2_17835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19150484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问题分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ABTest2_178351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9150484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可将问题拆为目标定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ABTest2_17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8351915048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/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…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8351915048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/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8351915048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/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ABTest2_178351915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ABTest2_178351915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ABTest2_1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783519150484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建立统一指标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1A3057C-EA21-0C2C-6663-2595665EE89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826914B-7500-89C5-0332-2F19319A7CC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FB59931-4745-3A3A-EAF4-8E1823D9831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4FA6EB3-6BB8-05E8-E3A2-456DEA3D205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7DA4333-7E49-D86A-FB2F-6FF56DA3761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439</Words>
  <Application>Microsoft Office PowerPoint</Application>
  <PresentationFormat>宽屏</PresentationFormat>
  <Paragraphs>84</Paragraphs>
  <Slides>10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思源黑体 CN Normal</vt:lpstr>
      <vt:lpstr>Arial</vt:lpstr>
      <vt:lpstr>MiSans Medium</vt:lpstr>
      <vt:lpstr>MiSans Normal</vt:lpstr>
      <vt:lpstr>等线</vt:lpstr>
      <vt:lpstr>等线 Light</vt:lpstr>
      <vt:lpstr>MiSans</vt:lpstr>
      <vt:lpstr>MiSans Demibold</vt:lpstr>
      <vt:lpstr>MiSans ExtraLight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2026-07-08T14:01:05Z</dcterms:modified>
</cp:coreProperties>
</file>