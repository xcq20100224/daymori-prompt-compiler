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5F833-2632-4170-9829-FE428714EC4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50BC4-A7BA-45F8-9747-CC93F6C551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79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0BC4-A7BA-45F8-9747-CC93F6C5515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04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0BC4-A7BA-45F8-9747-CC93F6C551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718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0BC4-A7BA-45F8-9747-CC93F6C5515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474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0BC4-A7BA-45F8-9747-CC93F6C551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18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0BC4-A7BA-45F8-9747-CC93F6C5515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23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0BC4-A7BA-45F8-9747-CC93F6C5515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131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F02492-7BF1-AE2F-5705-88AF3BA78D9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BD26CEF-BC4D-7155-7767-2E0CF791EE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30F507-3C03-5FDD-E2B9-645514F8D3E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5601DA-13A5-F8B6-B366-8262FBE8B25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155E4D-8E1D-3CF6-39C6-B86A6A63FBB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A6B6A31-8BA0-3BC5-F8D7-F7870EBB488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05F86A-9ABD-58CC-901A-D3D2A5034E6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053F63-12F8-450E-0C2D-302F89BB55A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E98B07-3B93-E961-6BF3-6D1F70941F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2026-07-08T12:49:30Z</dcterms:modified>
</cp:coreProperties>
</file>