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73B2FE-45D2-4C74-928A-04A0A25BA390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09F428-0D06-4ECB-A1AD-47F92E08F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556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9F428-0D06-4ECB-A1AD-47F92E08FD0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0529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9F428-0D06-4ECB-A1AD-47F92E08FD0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09784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9F428-0D06-4ECB-A1AD-47F92E08FD0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663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9F428-0D06-4ECB-A1AD-47F92E08FD0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51408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9F428-0D06-4ECB-A1AD-47F92E08FD0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44703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9F428-0D06-4ECB-A1AD-47F92E08FD0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7792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072F9AD-5C26-E257-8E52-9A49A9F87A7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ED7158F-45A4-DF2B-39F4-902DCD93BDE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39A4092-24C0-3539-4DB0-EDEA7C81A4A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1DDCDD7-C043-33B8-04B9-7CA71A18B8A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768FAEB-0E8C-4AC5-5540-0058DB836DF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331769A-FF19-1C79-C63D-9E6A56492D1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9F29768-B8E0-1D01-25A8-B56277AA6B6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DCAFAE7-3141-8FE2-22D8-CB85D9293E9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40DFE38-94BC-E401-4750-C349A71E120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2026-07-08T12:12:51Z</dcterms:modified>
</cp:coreProperties>
</file>