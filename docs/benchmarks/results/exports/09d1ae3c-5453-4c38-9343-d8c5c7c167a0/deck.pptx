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F4CD8-5A9A-432B-B133-90F803D951B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CB274-220F-4821-A324-F24939B1D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96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CB274-220F-4821-A324-F24939B1DCB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235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CB274-220F-4821-A324-F24939B1DC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335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CB274-220F-4821-A324-F24939B1DC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572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CB274-220F-4821-A324-F24939B1DC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119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CB274-220F-4821-A324-F24939B1DC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881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CB274-220F-4821-A324-F24939B1DC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014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800F33-7CC4-FA19-84C4-A86DEED0FA5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D1066C-4447-2324-107E-3E2702982C9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8E906D-EEE6-F688-6A9E-816DC45D96B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E97B62-F143-FC7B-425D-1FDC27E6882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7B6C7A0-67A2-3376-9FFC-2010CE40ED3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4DDD9C-DC26-FEA3-65EB-69A6DC6DE59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8F8A59-72F8-BCF8-8E23-69E61B7AC83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A9E1E4-09DE-8207-D6E6-69FAECF9150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5BB062-5496-1DAC-27FB-6B15DCA73AF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2026-07-08T12:52:37Z</dcterms:modified>
</cp:coreProperties>
</file>