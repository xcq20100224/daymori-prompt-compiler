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7AF58-00E3-410D-9449-5BE7609703E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01DDE-E6B1-4BD1-8883-124DBBFA32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66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1DDE-E6B1-4BD1-8883-124DBBFA32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172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1DDE-E6B1-4BD1-8883-124DBBFA32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962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1DDE-E6B1-4BD1-8883-124DBBFA32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757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1DDE-E6B1-4BD1-8883-124DBBFA32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702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1DDE-E6B1-4BD1-8883-124DBBFA32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51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01DDE-E6B1-4BD1-8883-124DBBFA32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986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A14F05-D5C1-3E4F-CA42-D2F1B3DF604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EB4F89-83BD-2ACE-7D54-B3F1B99838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537863E-32E9-1B3E-AE5E-270429F29F0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806FE6-093F-9855-0C94-5763DCBE34C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10B82A-C391-6203-5B37-C3DEF2705E1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76CF48-AD06-5E62-34D0-E0CDCAFC864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DB0507-57A2-86DC-2C53-CE4140B8759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20D34B-D503-2D08-2D4A-A3A6B5E6F3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FAFA87-4005-043A-F14F-C4F9CDA3EAA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2026-07-07T08:14:47Z</dcterms:modified>
</cp:coreProperties>
</file>