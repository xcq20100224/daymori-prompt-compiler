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35EC9-B7F4-4593-BC17-1F1FBFF5458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D371F-AA9F-40DD-BC05-FDC1C896B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5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52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647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021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63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699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D371F-AA9F-40DD-BC05-FDC1C896B3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30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2AD09B-65AA-22DE-74F1-2E8BAB58FF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AB8C5D8-9886-4798-E4C9-68A8D54C15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79AD582-5909-8E1E-9671-9D175CB9733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E73DE0-19ED-1B4E-C48A-5D15430CE63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CEF09A-F0D8-88CA-8A14-96BA8F6FBAE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0E336-3F34-2E0E-045A-BB8E6D4312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A1D2CD-8FEB-88A3-1416-4F7916824B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E25070-6EE3-2F76-3BAE-62BCDF1696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4537EA-75C2-8A07-0DA6-E553B7E520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2026-07-09T02:28:32Z</dcterms:modified>
</cp:coreProperties>
</file>