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1E28-40B4-4CB0-9308-B110D4DEF725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569FE-F1FB-4B9B-8303-1C057B220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01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68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99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770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61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728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57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49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666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69FE-F1FB-4B9B-8303-1C057B220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03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D2A26D-5D48-C3F3-6FBC-2EE05797CE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2026-07-03T01:15:21Z</dcterms:modified>
</cp:coreProperties>
</file>