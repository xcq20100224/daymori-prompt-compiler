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A606C-F728-4B13-98F2-BFE4B4C980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5C0D5-082F-4B05-B051-9DAE91FB9D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2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307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22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492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341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119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C0D5-082F-4B05-B051-9DAE91FB9D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926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68406E-763E-A08C-B3A4-37649D3FE7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F17E60-E578-F0B2-28BA-00EF68ADB3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C85DED-4CBD-E237-EBE1-E918F0CA01A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3BA65-4B7C-D2BF-9E8B-769989D5F53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269F0E7-BA87-9B5D-5DDE-9E705005778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DD2ED3-1058-1BDF-0A9E-F9D0F37CC8E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F24045-A843-3D16-45F6-776251D7F14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26F56D4-8680-B23A-E47E-FC274CA39C2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A96043-57BC-DBB0-FE1C-6AD0F67C045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2026-07-08T05:19:59Z</dcterms:modified>
</cp:coreProperties>
</file>