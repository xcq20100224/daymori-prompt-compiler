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8C841E-7925-4A50-A144-2D4A2D3309E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5F2E1-3C64-4A62-97E3-32FFD4AA2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063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5F2E1-3C64-4A62-97E3-32FFD4AA2B9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935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5F2E1-3C64-4A62-97E3-32FFD4AA2B9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125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5F2E1-3C64-4A62-97E3-32FFD4AA2B9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734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5F2E1-3C64-4A62-97E3-32FFD4AA2B9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930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5F2E1-3C64-4A62-97E3-32FFD4AA2B9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43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5F2E1-3C64-4A62-97E3-32FFD4AA2B9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302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8069B7-3F96-00DC-8F9F-29A8EE19D42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534D0D3-D551-4255-4656-41F3A72B6FF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80AD0E-F926-6A6B-3DB9-88988ECD3CB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B2C9A4-E9C5-DB8D-6E9C-4C7BA89C23F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BF8923-48B3-7A97-7BDA-6CBD318CE90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45995D-3A33-7EA8-0167-2B2C9851677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B383B47-ACD6-D819-6FA7-810EED35A35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4BEFB11-000D-C00F-2AF1-720BFEF78E5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559A07-8FF2-4435-A51D-C69487540D4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2026-07-08T10:24:17Z</dcterms:modified>
</cp:coreProperties>
</file>