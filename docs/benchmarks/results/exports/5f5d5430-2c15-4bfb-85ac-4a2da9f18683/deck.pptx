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7A4CA-B0F8-4544-B0E4-15BB794E71B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32501-B106-4656-A4BC-F513A1F562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1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71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906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17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6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790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32501-B106-4656-A4BC-F513A1F562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69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A607C9-2530-A564-696F-FE347A1CB47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A95995D-1F42-2E24-E7F0-6918903042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1D6052-6888-59C5-0B5A-87C594F1FA6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2F1066-2C98-8E3F-9469-3F29CA32CFD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E9DAF2-7FF7-81BF-78D2-993D987A92A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F581EB-6BC1-2465-90E3-03004CA772D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8EBBDD-92F2-A5BA-D9F6-E5E6742B91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FBE5A6-12D4-78F0-994B-5EC8181BAF5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79439E-E15F-AA70-A26F-EA72C29C143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2026-07-07T07:56:58Z</dcterms:modified>
</cp:coreProperties>
</file>