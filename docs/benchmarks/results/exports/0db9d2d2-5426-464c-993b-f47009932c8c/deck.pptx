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3BA46-03FC-4AB3-9B00-2F079E938CD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6CEE8-B56A-483B-82B3-10B997048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3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6CEE8-B56A-483B-82B3-10B997048E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361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6CEE8-B56A-483B-82B3-10B997048E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072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6CEE8-B56A-483B-82B3-10B997048E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971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6CEE8-B56A-483B-82B3-10B997048E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14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6CEE8-B56A-483B-82B3-10B997048E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98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6CEE8-B56A-483B-82B3-10B997048E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847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4D0F05-1636-CAA8-5576-E430D10A3AF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25F7D0-CAEB-2909-5558-9CED879FC9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20BBF0-CE61-239D-66A7-3568FA75236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6FFFBC-44C0-B3B0-B05D-F53ECB75D71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792F69-50C1-B8C1-BE1D-9646F0EB162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5D231D-C7A5-5F60-887A-88A996B9CE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84E2E0-CE2A-DB68-79A5-41CDC6BE44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0BB658-A158-C3ED-921E-B73F2D4AF20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2D912D-2F11-35B1-DA1D-8E6908F055D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2026-07-07T07:50:01Z</dcterms:modified>
</cp:coreProperties>
</file>