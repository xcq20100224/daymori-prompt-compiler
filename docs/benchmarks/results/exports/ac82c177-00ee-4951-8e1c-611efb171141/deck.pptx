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851EB-C086-4E34-9EBC-4506110CD41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0739E-76C2-4029-9621-4285E34A2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950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0739E-76C2-4029-9621-4285E34A214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385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0739E-76C2-4029-9621-4285E34A214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024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0739E-76C2-4029-9621-4285E34A214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979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0739E-76C2-4029-9621-4285E34A214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6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0739E-76C2-4029-9621-4285E34A214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064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0739E-76C2-4029-9621-4285E34A214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D37D27-8917-B797-B789-CCCD38E79C8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B13DB45-C2F5-6863-FA0E-5287AA60B04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B83EB4-65B4-97BA-FB98-48B381E39E8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2171C9-62DC-1219-4062-0D3544CDA2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165682-5CCC-E98C-AE73-CE1C0D7B2FD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6AA22A-35D5-EF37-9512-70466FF7B41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97CBA3-706F-E808-A166-949C564CE8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B4718A-D917-B372-8793-F1E68DFEDF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D1FE49-64F1-C951-AB9A-0974A9BAC3E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4B0493-9BD7-F881-04DA-8E620659CA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C8615E-2F78-8E76-5B1C-4C7AE8E0C27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2FC4C1-5FE2-1A80-DFC0-A7C654E442C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5B5875-6CB8-BBC2-C0B9-7AF9F2022B1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97D3DB-00EB-A5C2-6E24-ED93D4A2BC6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6F990B-D219-2978-0EB0-479E2CB6BE3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4EC02C-ABB2-7D59-50D1-37685B3AAF6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2026-07-08T14:07:30Z</dcterms:modified>
</cp:coreProperties>
</file>