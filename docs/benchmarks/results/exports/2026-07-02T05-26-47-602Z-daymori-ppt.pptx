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F89A-4840-4413-9FB4-DBBA5316FCA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AFD70-13FC-4B52-89C7-D4D046B03F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41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20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385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026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532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88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159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782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AFD70-13FC-4B52-89C7-D4D046B03F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320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2026-07-02T05:26:47Z</dcterms:modified>
</cp:coreProperties>
</file>