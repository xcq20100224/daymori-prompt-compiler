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62E17-69E4-4B99-9EBC-FA39D45CBB3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4A30F-0BEF-4B6C-B497-61963CC3EA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74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753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02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124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28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84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182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56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4A30F-0BEF-4B6C-B497-61963CC3EA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76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建立多租户权限模型重构学习动机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251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2026-07-02T05:28:40Z</dcterms:modified>
</cp:coreProperties>
</file>