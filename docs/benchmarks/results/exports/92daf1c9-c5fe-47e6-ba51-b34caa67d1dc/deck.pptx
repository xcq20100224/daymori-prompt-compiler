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EAB111-0436-4236-8C22-51F905B03328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EBB622-27A9-44B4-BDA5-6E7558B779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809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EBB622-27A9-44B4-BDA5-6E7558B779A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0058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EBB622-27A9-44B4-BDA5-6E7558B779A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90715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EBB622-27A9-44B4-BDA5-6E7558B779A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987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EBB622-27A9-44B4-BDA5-6E7558B779A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18144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EBB622-27A9-44B4-BDA5-6E7558B779A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21912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EBB622-27A9-44B4-BDA5-6E7558B779A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5211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28CA3CE-3388-8DF0-61A9-355DC22DBD7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6D40648-C108-5012-6EE6-33B5E73ADFD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E302135-72AE-ABD2-2E6F-730EDBC5D08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7B8178D-0628-95FD-540A-C78867EA10C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E7618C1-2D7D-2070-1877-87311E8DE82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D990FFC-6436-24C3-5E79-F306801D372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0E76A86-35B4-460B-7548-867BCB658EF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68AB569-28E7-0F31-42B2-B8A03EF8C81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4442EBA-06FE-F2F3-A9E9-4DA9E546971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2026-07-09T02:19:43Z</dcterms:modified>
</cp:coreProperties>
</file>