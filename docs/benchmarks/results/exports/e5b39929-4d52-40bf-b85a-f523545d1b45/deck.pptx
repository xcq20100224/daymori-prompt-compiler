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ABE60-FF00-47C3-BBBB-6E810FC04C8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30F64-4A2B-4B13-BE55-A847321C82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36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0F64-4A2B-4B13-BE55-A847321C82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047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0F64-4A2B-4B13-BE55-A847321C82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298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0F64-4A2B-4B13-BE55-A847321C82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406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0F64-4A2B-4B13-BE55-A847321C82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040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0F64-4A2B-4B13-BE55-A847321C82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864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0F64-4A2B-4B13-BE55-A847321C82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32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8E858B-4393-3CE5-2021-C062BAAB91B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4AAE5EC-11B4-1CDE-1789-9318360A886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3EA1D92-53A0-853C-26A4-120E06E1B16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102A1D-6B7D-FA14-F013-B5C72FF7AFF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A4450A5-531F-C1FF-0BDF-8BD34955077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BF4613-0E07-A038-CF7C-BBAF72EF667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F1FBBA-B87D-367D-BB66-3C0D57333A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875333-2E51-1259-9B91-F2367A414C1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D6E009-E518-5F1A-2010-874A93F83EF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2026-07-08T04:26:28Z</dcterms:modified>
</cp:coreProperties>
</file>