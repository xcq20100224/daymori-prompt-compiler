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F74DEB-5FD0-4C9A-9A8B-F72D3B52078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412933-6852-4BD2-BBFE-02AC0680BF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123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供应链优化实施计划现状结构图 需要先完成问题分层与优先级重排。 图示：供应链优化实施计划现状结构图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2933-6852-4BD2-BBFE-02AC0680BFD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444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2933-6852-4BD2-BBFE-02AC0680BFD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976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2933-6852-4BD2-BBFE-02AC0680BFD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079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2933-6852-4BD2-BBFE-02AC0680BFD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733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2933-6852-4BD2-BBFE-02AC0680BFD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4044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12933-6852-4BD2-BBFE-02AC0680BFD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885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供应链优化实施计划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供应链优化实施计划提案汇报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0F305C9-7A43-12B4-27F4-021C0F5B5B1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供应链优化实施计划提案汇报 供应链优化实施计划提案汇报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供应链优化实施计划的核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3E4E1D7-A7A9-B25B-76D8-F79F8DB5202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7F0E3A2-5C6A-EF9C-5984-64BEE0C583A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供应链优化实施计划当前在目标达成、资源配置与执行路径上存在明显瓶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图示：供应链优化实施计划问题分层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围绕供应链优化实施计划可将问题拆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供应链优化实施计划的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5220A3-5D5A-FAB9-0CD4-8186AE694AB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案建议采用“目标对齐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阶段：明确供应链优化实施计划目标与边界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完成供应链优化实施计划试点并跟踪关键指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建议围绕供应链优化实施计划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A31053F-484D-D910-B65A-7FAF03A75BA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C4FE17E-3593-31C7-52AC-B8D9A398551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F93B7F8-E53A-6BD4-252F-C2F231DE570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A74737-44F8-162F-17B5-25E2F92F619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622075B-C947-F409-EF4E-EDE04CB5CEB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528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2026-07-08T13:12:02Z</dcterms:modified>
</cp:coreProperties>
</file>