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88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89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90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8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8.xlsx"/></Relationships>
</file>

<file path=ppt/charts/_rels/chart89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9.xlsx"/></Relationships>
</file>

<file path=ppt/charts/_rels/chart9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90.xlsx"/></Relationships>
</file>

<file path=ppt/charts/chart8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9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9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9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商业汇报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导入：新品上市90天战役为什么重要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建立新品上市90天战役学习动机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本页结论：建立新品上市90天战役学习动机；关键抓手：结论：先明确问题场景再进入知识点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新品上市90天战役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新品上市90天战役 - 商业汇报</dc:title>
  <dc:subject>商业汇报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