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0FA1C4-56CF-462A-80E6-25810954DEB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C27BEC-059C-4B77-B291-F1116C85F1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479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27BEC-059C-4B77-B291-F1116C85F1F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530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27BEC-059C-4B77-B291-F1116C85F1F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3269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27BEC-059C-4B77-B291-F1116C85F1F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506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27BEC-059C-4B77-B291-F1116C85F1F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818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27BEC-059C-4B77-B291-F1116C85F1F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0968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27BEC-059C-4B77-B291-F1116C85F1F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794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7FFC753-3393-4D5E-1615-A3925B9298F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385788F-1D1D-3868-D00B-11314BC4549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57AA083-B3D2-788A-94C7-0541BA4229C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590A32-F9B2-9E12-AF84-9838B442F6A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FDF5200-E810-DE95-2824-D345BB5626B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57CF63-4B20-0C60-5901-9811B27EDA0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5171DC-08BA-C050-8CF2-8744D173E56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23753A9-A46A-5FEF-9623-6022C9E6661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6FA16C-524D-A840-925F-8DC9DE1523E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MiSans Medium</vt:lpstr>
      <vt:lpstr>等线</vt:lpstr>
      <vt:lpstr>MiSans Normal</vt:lpstr>
      <vt:lpstr>等线 Light</vt:lpstr>
      <vt:lpstr>Arial</vt:lpstr>
      <vt:lpstr>MiSans Demibold</vt:lpstr>
      <vt:lpstr>MiSans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2026-07-08T12:39:15Z</dcterms:modified>
</cp:coreProperties>
</file>