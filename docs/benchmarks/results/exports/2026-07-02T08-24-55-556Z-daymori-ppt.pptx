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74B948-DB18-4B9F-8BED-2D0727F29E8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19034C-7AE2-418A-AA54-BBF13B4CF3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624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9034C-7AE2-418A-AA54-BBF13B4CF30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773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9034C-7AE2-418A-AA54-BBF13B4CF30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66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9034C-7AE2-418A-AA54-BBF13B4CF30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059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9034C-7AE2-418A-AA54-BBF13B4CF30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486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9034C-7AE2-418A-AA54-BBF13B4CF30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345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9034C-7AE2-418A-AA54-BBF13B4CF30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830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9034C-7AE2-418A-AA54-BBF13B4CF30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120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9034C-7AE2-418A-AA54-BBF13B4CF30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792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导入：光合作用为什么重要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建立光合作用学习动机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F3D3F81-80D8-E067-7CF9-5D057BF5DE6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Demibold</vt:lpstr>
      <vt:lpstr>等线</vt:lpstr>
      <vt:lpstr>MiSans</vt:lpstr>
      <vt:lpstr>等线 Light</vt:lpstr>
      <vt:lpstr>MiSans ExtraLight</vt:lpstr>
      <vt:lpstr>MiSans Light</vt:lpstr>
      <vt:lpstr>MiSans Semibold</vt:lpstr>
      <vt:lpstr>思源黑体 CN Normal</vt:lpstr>
      <vt:lpstr>MiSans Medium</vt:lpstr>
      <vt:lpstr>MiSans Normal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2026-07-02T08:24:31Z</dcterms:modified>
</cp:coreProperties>
</file>