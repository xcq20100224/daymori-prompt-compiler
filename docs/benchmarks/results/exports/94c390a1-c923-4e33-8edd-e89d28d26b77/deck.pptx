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928D8-BCA9-4C15-8AA2-1F8F9ACF5EF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8F1AA-763F-47AC-BF3F-56D9F16A0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832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8F1AA-763F-47AC-BF3F-56D9F16A0E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313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8F1AA-763F-47AC-BF3F-56D9F16A0E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897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8F1AA-763F-47AC-BF3F-56D9F16A0E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07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8F1AA-763F-47AC-BF3F-56D9F16A0E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385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8F1AA-763F-47AC-BF3F-56D9F16A0E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751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8F1AA-763F-47AC-BF3F-56D9F16A0E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39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0475E7-5E76-95A8-6896-41F632498A2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1DC89B4-F262-D45E-6C60-65465A15DD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FC7FBA-D23A-DFDE-BFEF-73D504AB67F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C3326E-743C-9F6C-A8B5-E31B7E9D299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7FC31E-F64F-D8D1-FD4B-17DBFA85894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6F7B83-DEE6-0647-FB75-48AFDB910A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C6A640-AEBA-2716-98D3-F9CF4F9A416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FE5852-9BBA-1D54-6350-E384F1292F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9EEEB7-CFC5-7FAF-D4C9-5717F162FB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2026-07-09T02:18:05Z</dcterms:modified>
</cp:coreProperties>
</file>