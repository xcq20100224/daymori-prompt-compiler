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8CD697-5F0F-45D5-98C5-DDAD0317BFE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57C62-BC2D-479A-B20E-93578503CB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17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57C62-BC2D-479A-B20E-93578503CB0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198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57C62-BC2D-479A-B20E-93578503CB0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425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57C62-BC2D-479A-B20E-93578503CB0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227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57C62-BC2D-479A-B20E-93578503CB0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857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57C62-BC2D-479A-B20E-93578503CB0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614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57C62-BC2D-479A-B20E-93578503CB0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383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E93DFAC-77C3-6ABE-D04D-23E0ADE27B5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BC1A8C8-F7E0-3D5E-0402-EB816CCCA32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7A15DA7-AD0F-ED05-297C-8E06630023A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E7CCC7-1BBB-8DEA-9A1C-5CBC97C3534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978FD4C-FD23-4764-10DA-FA39F10A610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0BFB21E-70A5-0E26-6523-68B32E0FBB4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4203B25-5B3C-B5A5-556D-19A6E3F8C45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A0D9334-F657-3A0D-F146-D6E4C3BF0EB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3B543F-FE01-5C3E-E4D3-9B34C40D0FC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MiSans ExtraLight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2026-07-07T04:05:14Z</dcterms:modified>
</cp:coreProperties>
</file>