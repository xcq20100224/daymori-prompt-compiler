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42F37-EB2A-41C2-A3C3-B6154EF44B4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F1872-C832-4DA0-8BD8-D61F9ABDE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79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1872-C832-4DA0-8BD8-D61F9ABDE0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71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1872-C832-4DA0-8BD8-D61F9ABDE0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001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1872-C832-4DA0-8BD8-D61F9ABDE0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07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1872-C832-4DA0-8BD8-D61F9ABDE0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853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1872-C832-4DA0-8BD8-D61F9ABDE0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68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F1872-C832-4DA0-8BD8-D61F9ABDE0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3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FCF93F-42DD-EB66-42C5-AEBB9FECCEF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23ADF5-D0D0-A06B-2CE6-C4F1B95528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A601781-874F-7572-D7B5-8B65F5739F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DE03A3-1316-BE9A-E0AF-83085ED6EC0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099B06-B1DA-43C6-7A5A-10DC1F151EC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7796AF-C01C-47BB-6C88-BC8C335BFB0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5ACBF6-C9E9-4465-10C7-D621DD35673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9DD5C9-4A5F-E296-8C9B-B86E29E6CF0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3BA3E5-7EAE-2431-0425-EDD485AEE86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思源黑体 CN Normal</vt:lpstr>
      <vt:lpstr>MiSans ExtraLight</vt:lpstr>
      <vt:lpstr>MiSans Semibold</vt:lpstr>
      <vt:lpstr>等线</vt:lpstr>
      <vt:lpstr>MiSans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2026-07-08T05:15:21Z</dcterms:modified>
</cp:coreProperties>
</file>