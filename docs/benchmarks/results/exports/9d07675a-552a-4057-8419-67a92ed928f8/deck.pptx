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58A04-C119-4E9D-8D52-0C5AC1D8D96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A39F-D7AC-410D-9889-88E0C40D3F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594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9A39F-D7AC-410D-9889-88E0C40D3F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4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9A39F-D7AC-410D-9889-88E0C40D3F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109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9A39F-D7AC-410D-9889-88E0C40D3F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662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9A39F-D7AC-410D-9889-88E0C40D3F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709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9A39F-D7AC-410D-9889-88E0C40D3F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917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9A39F-D7AC-410D-9889-88E0C40D3F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638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C9307D-D353-AE36-2D51-D6B0394E443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0C7E72C-7D8E-4112-9DA6-E90FFD3965A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725BFEF-C263-182F-382D-1E45D0DAEFB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EDA34F-B099-491C-D37A-E2570C82355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62A0F1-01D0-8277-B7C9-8F0A2BA9AB2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3C5FDE-985A-B194-F3BC-1D29C8C05ED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B6CBDE-16FF-841C-ACD5-F29C03AD108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F18454-4002-5231-A65F-07281BB8E2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DB3C85-5B77-438F-B247-8B0B944034F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2026-07-08T12:27:56Z</dcterms:modified>
</cp:coreProperties>
</file>