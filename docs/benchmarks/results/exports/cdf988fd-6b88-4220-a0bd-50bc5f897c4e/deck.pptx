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B98A1-3635-4C32-8B5E-11FE9767E6F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F536F-083F-467E-AF2A-EC399B28F0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409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F536F-083F-467E-AF2A-EC399B28F0A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081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F536F-083F-467E-AF2A-EC399B28F0A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040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F536F-083F-467E-AF2A-EC399B28F0A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963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F536F-083F-467E-AF2A-EC399B28F0A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885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F536F-083F-467E-AF2A-EC399B28F0A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307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F536F-083F-467E-AF2A-EC399B28F0A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255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0E6A0D1-8614-AC37-38BA-92C69BE8665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4351CC6-26FC-CEAC-FE15-77F14A05171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725806D-9422-E483-DDC4-620BBB718A4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0E2D1D-4427-E843-C32F-208695078FE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ED01640-2306-B996-18B7-E0649DEBA89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89B462C-ED45-DE80-554D-B8B4AE7014C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A6EDAC5-2D96-C8BD-0721-02374B417C6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4E0FDEE-3E30-3296-0ED1-7C3AE4FF2BA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06B21E-62AC-AC02-BE42-D653BF6C28D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2026-07-07T08:39:47Z</dcterms:modified>
</cp:coreProperties>
</file>