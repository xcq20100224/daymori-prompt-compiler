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AE171-E147-4D5D-A58F-4E166B91F34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6EAB4-042F-4B96-B1C8-422AD5E48E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111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6EAB4-042F-4B96-B1C8-422AD5E48E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100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6EAB4-042F-4B96-B1C8-422AD5E48E8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554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6EAB4-042F-4B96-B1C8-422AD5E48E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279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6EAB4-042F-4B96-B1C8-422AD5E48E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270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6EAB4-042F-4B96-B1C8-422AD5E48E8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717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6EAB4-042F-4B96-B1C8-422AD5E48E8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076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6EAB4-042F-4B96-B1C8-422AD5E48E8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60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6EAB4-042F-4B96-B1C8-422AD5E48E8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195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导入：客户留存提升方案为什么重要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建立客户留存提升方案学习动机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087F965-FBBB-E33E-4186-293AC28EF2E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2026-07-02T08:10:37Z</dcterms:modified>
</cp:coreProperties>
</file>