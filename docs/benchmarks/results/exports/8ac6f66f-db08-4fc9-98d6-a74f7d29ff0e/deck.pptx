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71E84-2E87-4284-A8A4-96AFC67155B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3D30EF-84EE-4107-A1AB-871A0D3D16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677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3D30EF-84EE-4107-A1AB-871A0D3D169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414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3D30EF-84EE-4107-A1AB-871A0D3D169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245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3D30EF-84EE-4107-A1AB-871A0D3D169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51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3D30EF-84EE-4107-A1AB-871A0D3D169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034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3D30EF-84EE-4107-A1AB-871A0D3D169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919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3D30EF-84EE-4107-A1AB-871A0D3D169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083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8B242B9-6372-1FF3-B846-B7AEBEB5560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9F95322-DF82-6AB2-727B-71EBD282754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52B4744-9AB9-CC63-C6A2-339B6EE978C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D8998C-F975-ECAF-C129-25ADC1C8586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164E2C-8206-2809-955C-D78B9DBD215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23E53B-5783-0577-7F4A-45F17B2CC00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0017083-EC87-3C5D-8798-16C8CBED355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D95E4BA-2470-29E1-259A-ADC1AAA292D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96D933-3A4B-3DB9-90A2-3F4FCAEAB26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2026-07-08T13:03:26Z</dcterms:modified>
</cp:coreProperties>
</file>