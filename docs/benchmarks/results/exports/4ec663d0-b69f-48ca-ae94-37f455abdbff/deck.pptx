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0ACA7-7B27-479D-B836-4EC78D76FD9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AB55D-8884-4970-B299-EDF6763AD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5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255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4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65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58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53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AB55D-8884-4970-B299-EDF6763ADA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068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2CEB22-0ED9-4E8A-AD52-2FD7E6A755A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1A4063-CCC3-7738-8B3F-B82735C73F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97D95ED-E5FC-724E-10D1-9DF1F7FB29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1A9895-22A5-78BD-8C42-09ACC5831E2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39982D-C2C3-80DC-74E2-A2526B9CFB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7FA50D-B2E1-87F7-D4A3-F2D0186CB37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9E6413-D812-2EFE-AAD4-F57F32CDF22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2F4BF1-BF65-F0FB-E110-0ED86C68CA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B5E99E-45E8-EF87-0E1D-D22AA485A2C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2026-07-08T05:03:29Z</dcterms:modified>
</cp:coreProperties>
</file>