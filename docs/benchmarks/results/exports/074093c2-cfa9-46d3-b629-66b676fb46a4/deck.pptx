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BFDA7-867F-460D-96BC-A26525797E7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3E481-99BD-44C5-82EC-BBCDD7F782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573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3E481-99BD-44C5-82EC-BBCDD7F7829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075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3E481-99BD-44C5-82EC-BBCDD7F7829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044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3E481-99BD-44C5-82EC-BBCDD7F7829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167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3E481-99BD-44C5-82EC-BBCDD7F7829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212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3E481-99BD-44C5-82EC-BBCDD7F7829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772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3E481-99BD-44C5-82EC-BBCDD7F7829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77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CFE7C7-FC23-00E8-20D4-59DF8CC91FB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225A657-1BF7-ECC1-C824-989499036C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7072AF-3190-C9E5-5AF2-C4D7B2D517E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AF262A-16C2-F301-5565-F3CE5D90E27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7A3581-C32F-6E3E-3950-A1FD82D12E9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A1EEA2-BED6-24A8-59F2-7AEBEEFB225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E15DAD-DE40-ABE4-B368-499659BE0F2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94F53A2-D940-D7FB-A032-A0AD0208730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C27AEA-4884-E727-D278-2B25B1C26B1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2026-07-08T05:35:51Z</dcterms:modified>
</cp:coreProperties>
</file>