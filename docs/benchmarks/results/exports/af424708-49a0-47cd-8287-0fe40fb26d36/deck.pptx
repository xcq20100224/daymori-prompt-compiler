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DE66-0501-4707-B18D-4291C259952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27F4B-9857-4270-B2B8-A9CFD7E77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0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27F4B-9857-4270-B2B8-A9CFD7E77A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751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27F4B-9857-4270-B2B8-A9CFD7E77A8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467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27F4B-9857-4270-B2B8-A9CFD7E77A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69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27F4B-9857-4270-B2B8-A9CFD7E77A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87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27F4B-9857-4270-B2B8-A9CFD7E77A8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263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A27F4B-9857-4270-B2B8-A9CFD7E77A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96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CBD767-6E3B-D7E4-3841-856A03DC0A1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179A94-25E4-2FE5-5A28-65F98F43059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E43D7C0-CEFF-4ABC-457B-C1BFBA587DB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677E3D-F786-E302-B242-AF0722E7BF8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A393C5-D7BA-FDFF-8038-F124D171E18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FB877D-0798-F7CD-F70C-EFC3B604FBD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DC15EB-42E7-7E5E-199F-D21EBC9B2A0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9057C99-69F2-5356-2D63-C6312CBC045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28561D-69BA-1C40-7008-4A99C10C957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2026-07-08T12:36:50Z</dcterms:modified>
</cp:coreProperties>
</file>