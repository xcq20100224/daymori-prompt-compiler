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3258E-F441-4D7B-9B6C-689F90FAEDE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CFEF-DD60-4E5A-864A-7EE5E7AC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65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4CFEF-DD60-4E5A-864A-7EE5E7AC4B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670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4CFEF-DD60-4E5A-864A-7EE5E7AC4B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271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4CFEF-DD60-4E5A-864A-7EE5E7AC4B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258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4CFEF-DD60-4E5A-864A-7EE5E7AC4B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519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4CFEF-DD60-4E5A-864A-7EE5E7AC4B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421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4CFEF-DD60-4E5A-864A-7EE5E7AC4B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588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9357D3-7239-8E24-FF95-1801F1CFB01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A6CC3C8-8854-1029-33C9-CDC7FF2FB78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370D42-3641-1D44-0179-29085A99001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1FD59B-9836-F3FF-4985-1437B2AE9B1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1FE549-1A92-80F1-2921-9351EBD993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48FBD7-DBF6-4407-13CD-3B0C9E524C1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10F650-05D3-7D0F-DD4E-AFE8A4A4565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E8AFB1-47DE-7CD9-F890-5202ECE572E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84033C-8BFF-6E7B-A20C-29D425A656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2026-07-08T10:24:06Z</dcterms:modified>
</cp:coreProperties>
</file>