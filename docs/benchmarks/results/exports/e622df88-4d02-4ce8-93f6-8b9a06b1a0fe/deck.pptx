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5F7CE9-187D-4F18-ABB3-880AA7AEB350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3F0B27-AC9A-4E21-BC88-70EA0E66AD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71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3F0B27-AC9A-4E21-BC88-70EA0E66AD4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83295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3F0B27-AC9A-4E21-BC88-70EA0E66AD4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51795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3F0B27-AC9A-4E21-BC88-70EA0E66AD4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07347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3F0B27-AC9A-4E21-BC88-70EA0E66AD4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51940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3F0B27-AC9A-4E21-BC88-70EA0E66AD4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47177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3F0B27-AC9A-4E21-BC88-70EA0E66AD4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5657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B7CF2D5-BF0F-0298-F8A4-3328F259872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119108D-6CDF-D265-E334-9FFBB08653B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DDC6B90-2E94-1EED-D79D-401AED4C9C2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5883606-5068-4816-901E-900F1075183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A691B36-60F4-5374-9440-CBFC86A35FD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183DA04-51EA-1F5C-4E44-B4F012392C4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BB6AC9A-9C21-8B9E-ADAA-110F87A690A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D7B186C-11FD-869A-2CDC-D15DED6C6D9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43E24B5-48AC-6C0C-4799-434308E09FE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等线</vt:lpstr>
      <vt:lpstr>等线 Light</vt:lpstr>
      <vt:lpstr>MiSans Semibold</vt:lpstr>
      <vt:lpstr>思源黑体 CN Normal</vt:lpstr>
      <vt:lpstr>Arial</vt:lpstr>
      <vt:lpstr>MiSans</vt:lpstr>
      <vt:lpstr>MiSans Demibold</vt:lpstr>
      <vt:lpstr>MiSans Normal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2026-07-08T12:35:57Z</dcterms:modified>
</cp:coreProperties>
</file>