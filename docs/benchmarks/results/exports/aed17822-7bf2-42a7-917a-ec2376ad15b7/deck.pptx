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28180-DEA1-4E72-97D3-E700CB1540F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CD39E-F551-4EF4-88ED-72B983C10D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211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CD39E-F551-4EF4-88ED-72B983C10D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27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CD39E-F551-4EF4-88ED-72B983C10D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044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CD39E-F551-4EF4-88ED-72B983C10D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37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CD39E-F551-4EF4-88ED-72B983C10D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56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CD39E-F551-4EF4-88ED-72B983C10D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9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CD39E-F551-4EF4-88ED-72B983C10D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46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A27552-EBE8-553A-7103-0CE8AF4622F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29D3DE-DDE7-BC91-E83C-34F6E2A8B72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6E543C5-A77F-2CDA-3DBE-ABDF7607C5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594D83-FF8B-5A6A-83CF-D9AED080266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225FB1-4157-3451-4505-136DB04F26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2FBDCA-C8E2-753D-9C2C-B054CFF7D08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6BEB3A-AAC6-19C9-88B9-22B61E78191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300D99-2CA9-5384-A0F8-2B89F9AF516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E06531-D824-A366-D026-5ABD04028A8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03E70D-1D49-B54B-E482-D5CC1DA825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93FCC6-4F12-F153-3202-3DF1E8D154A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10D132-BF17-1C22-9E50-D7C22E27223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954FE6-39B3-8B21-59A1-1E59AA251AC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7BFFE9-EEBD-D7CE-EC9D-37A7827D76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F0EBDE-B887-5AB0-46A7-4CC031F53A7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A786C7-592E-2CDF-75B2-DB44083107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Demibold</vt:lpstr>
      <vt:lpstr>MiSans Semibold</vt:lpstr>
      <vt:lpstr>等线 Light</vt:lpstr>
      <vt:lpstr>Arial</vt:lpstr>
      <vt:lpstr>思源黑体 CN Normal</vt:lpstr>
      <vt:lpstr>MiSans Normal</vt:lpstr>
      <vt:lpstr>MiSans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2026-07-08T14:21:47Z</dcterms:modified>
</cp:coreProperties>
</file>