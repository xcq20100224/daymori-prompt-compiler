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52F2A5-73AA-4C14-8F5C-15F366FB5015}" type="datetimeFigureOut">
              <a:rPr lang="zh-CN" altLang="en-US" smtClean="0"/>
              <a:t>2026/7/7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A3E6C6-F3B7-4156-8EF3-8EB6AAD6FC5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33361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A3E6C6-F3B7-4156-8EF3-8EB6AAD6FC57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02193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A3E6C6-F3B7-4156-8EF3-8EB6AAD6FC57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25413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A3E6C6-F3B7-4156-8EF3-8EB6AAD6FC57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167558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A3E6C6-F3B7-4156-8EF3-8EB6AAD6FC57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319107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A3E6C6-F3B7-4156-8EF3-8EB6AAD6FC57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102205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A3E6C6-F3B7-4156-8EF3-8EB6AAD6FC57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979415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0E192702-4B7C-2E7C-6E3F-08A30F780EED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3C0588F8-6F40-80E8-97C1-48426C34BA06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441A7D7C-A8B6-E829-19BB-7AB43B7B183A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4615F22-2864-6698-CAC2-7DF61C3DB992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BD9410D-866D-EF5A-FF8C-596B232711FB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A5C92F54-9ED6-9C17-16F7-DC0312BAE747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49D8E0EA-5776-5094-A5F5-CA5573489A71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3BBE01F4-41C7-CB5D-2DD6-CA28C4E5D770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E8E7A1EA-9A5E-2FD6-DED9-4EBC12DC4F8B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564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Semibold</vt:lpstr>
      <vt:lpstr>等线</vt:lpstr>
      <vt:lpstr>MiSans Medium</vt:lpstr>
      <vt:lpstr>思源黑体 CN Normal</vt:lpstr>
      <vt:lpstr>MiSans ExtraLight</vt:lpstr>
      <vt:lpstr>等线 Light</vt:lpstr>
      <vt:lpstr>MiSans</vt:lpstr>
      <vt:lpstr>Arial</vt:lpstr>
      <vt:lpstr>MiSans Demibold</vt:lpstr>
      <vt:lpstr>MiSans Light</vt:lpstr>
      <vt:lpstr>MiSans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2026-07-07T08:19:36Z</dcterms:modified>
</cp:coreProperties>
</file>