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333A1-5F5E-481E-A440-67B13E37608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B2600-6F33-48B4-9452-D85A403821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59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20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914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84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19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B2600-6F33-48B4-9452-D85A403821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0EBF8D-0300-7FC1-ED2F-E843D2D02F7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CBCD9CE-CE96-FD0F-6485-697616EC71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7650F9-77FC-9E2F-74D4-4031E96360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9D8167-161E-E907-31DD-0E32C75E4A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491E0E-9A58-7501-C913-9579FB47279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1E2319-15A1-E6B7-9DA3-AC411CC5FD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F45FDF-F5F9-06D9-D83B-41B09A5AF37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B5860C-257E-931E-2E25-BDED1E5548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29D280-1D0D-BEF2-6251-7A63353723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2026-07-08T12:29:46Z</dcterms:modified>
</cp:coreProperties>
</file>