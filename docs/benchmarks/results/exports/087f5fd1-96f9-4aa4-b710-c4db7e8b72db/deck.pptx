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DEABB-7DE5-4AD1-964F-0E3FDC92BBC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C0F7E-720F-4C8D-981D-4B0C2E361F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78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C0F7E-720F-4C8D-981D-4B0C2E361F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985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C0F7E-720F-4C8D-981D-4B0C2E361F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078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C0F7E-720F-4C8D-981D-4B0C2E361F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28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C0F7E-720F-4C8D-981D-4B0C2E361F2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127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C0F7E-720F-4C8D-981D-4B0C2E361F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104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C0F7E-720F-4C8D-981D-4B0C2E361F2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615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A14EB9-6367-00D8-5448-0B387A67A00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3682198-31CA-30CE-2710-6100ED54DBB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B9426A2-5AB9-B754-6D27-AC6D4618B6B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2085C3-6330-6B7E-018A-ED067F084BF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58154D-6200-9247-C717-78D99FE9CE4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8811D4-3442-C8B0-E41D-75E2302028C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D64EE5-9887-5E46-0679-6F4C5E63097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257E999-59AC-4E4F-261D-A8605165E7F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7B4D88-DEF0-DDC8-EFC4-E461EFD09C5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</vt:lpstr>
      <vt:lpstr>MiSans Demibold</vt:lpstr>
      <vt:lpstr>等线</vt:lpstr>
      <vt:lpstr>MiSans ExtraLight</vt:lpstr>
      <vt:lpstr>等线 Light</vt:lpstr>
      <vt:lpstr>MiSans Light</vt:lpstr>
      <vt:lpstr>MiSans Semibold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2026-07-08T12:54:00Z</dcterms:modified>
</cp:coreProperties>
</file>