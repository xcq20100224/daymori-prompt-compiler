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327E2-8153-473E-9D93-FD9ECE931E4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58029-0647-4B63-80C6-A01C0A5F55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9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987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924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161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374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405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397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03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58029-0647-4B63-80C6-A01C0A5F55D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299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2026-07-02T05:27:22Z</dcterms:modified>
</cp:coreProperties>
</file>