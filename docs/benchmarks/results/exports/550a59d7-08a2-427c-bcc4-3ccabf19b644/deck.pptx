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89FEB9-CFA5-4354-A8F6-4FBEDF8FA6F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85CF3-5880-4B29-9A1C-802A133F1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69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85CF3-5880-4B29-9A1C-802A133F149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3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85CF3-5880-4B29-9A1C-802A133F149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662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85CF3-5880-4B29-9A1C-802A133F149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435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85CF3-5880-4B29-9A1C-802A133F149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241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85CF3-5880-4B29-9A1C-802A133F149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634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85CF3-5880-4B29-9A1C-802A133F149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942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F34CAA-D35A-BA03-ACD0-543F41F40CA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9F333B6-276D-9FEB-F316-4457A4BF9F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BC1DF5-0859-4CA4-5225-53BA3F65921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5AB020-B4DD-29E3-C14F-EC1DE372875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FF0315-6AE6-65FB-117F-4F5518FB20E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7F9B0A-B9DA-3721-D0DA-922282B496A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D9906F2-884C-0341-81D4-BE8BA17AEB3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519B37-734D-1BF5-6F52-859CD3882B6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3B6827-D86E-BD66-84EA-376D2C6CAAF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2026-07-08T12:36:12Z</dcterms:modified>
</cp:coreProperties>
</file>