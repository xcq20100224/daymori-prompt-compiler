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1382" r:id="rId5"/>
  </p:sldIdLst>
  <p:sldSz cx="12192000" cy="6858000"/>
  <p:notesSz cx="6858000" cy="9144000"/>
  <p:embeddedFontLst>
    <p:embeddedFont>
      <p:font typeface="MiSans" panose="02010600030101010101" charset="-122"/>
      <p:regular r:id="rId7"/>
      <p:bold r:id="rId8"/>
    </p:embeddedFont>
    <p:embeddedFont>
      <p:font typeface="MiSans Demibold" panose="02010600030101010101" charset="-122"/>
      <p:bold r:id="rId9"/>
    </p:embeddedFont>
    <p:embeddedFont>
      <p:font typeface="MiSans ExtraLight" panose="02010600030101010101" charset="-122"/>
      <p:regular r:id="rId10"/>
    </p:embeddedFont>
    <p:embeddedFont>
      <p:font typeface="MiSans Normal" panose="02010600030101010101" charset="-122"/>
      <p:regular r:id="rId11"/>
    </p:embeddedFont>
    <p:embeddedFont>
      <p:font typeface="MiSans Semibold" panose="02010600030101010101" charset="-122"/>
      <p:bold r:id="rId12"/>
    </p:embeddedFont>
    <p:embeddedFont>
      <p:font typeface="等线" panose="02010600030101010101" pitchFamily="2" charset="-122"/>
      <p:regular r:id="rId13"/>
      <p:bold r:id="rId14"/>
    </p:embeddedFont>
    <p:embeddedFont>
      <p:font typeface="等线 Light" panose="02010600030101010101" pitchFamily="2" charset="-122"/>
      <p:regular r:id="rId15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BA78D7-7571-4F6B-B5F9-14005037F8BB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E9EA5-D5E0-4388-812F-7B1F76D5FA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1959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强调模板结构保持优先 </a:t>
            </a:r>
            <a:r>
              <a:rPr lang="en-US" altLang="zh-CN"/>
              <a:t>• </a:t>
            </a:r>
            <a:r>
              <a:rPr lang="zh-CN" altLang="en-US"/>
              <a:t>行动：本节展示改造后导出效果并给出下一步计划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E9EA5-D5E0-4388-812F-7B1F76D5FA8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2922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说明模式差异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E9EA5-D5E0-4388-812F-7B1F76D5FA8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13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强调工程化闭环 </a:t>
            </a:r>
            <a:r>
              <a:rPr lang="en-US" altLang="zh-CN"/>
              <a:t>• </a:t>
            </a:r>
            <a:r>
              <a:rPr lang="zh-CN" altLang="en-US"/>
              <a:t>行动：课后按模板族扩展基准集并接入</a:t>
            </a:r>
            <a:r>
              <a:rPr lang="en-US" altLang="zh-CN"/>
              <a:t>CI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E9EA5-D5E0-4388-812F-7B1F76D5FA8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51779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给出迭代里程碑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E9EA5-D5E0-4388-812F-7B1F76D5FA8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1719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实现仅替换文字不破坏模板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结论：先锁定模板语义槽再填充内容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证据：已引入标题带与正文带双区约束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让低质量输出可被自动拦截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结论：严格模式可直接阻断低分输出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证据：新增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layout-regression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基准脚本与报告产物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147</Words>
  <Application>Microsoft Office PowerPoint</Application>
  <PresentationFormat>宽屏</PresentationFormat>
  <Paragraphs>31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MiSans ExtraLight</vt:lpstr>
      <vt:lpstr>MiSans Semibold</vt:lpstr>
      <vt:lpstr>等线</vt:lpstr>
      <vt:lpstr>Arial</vt:lpstr>
      <vt:lpstr>MiSans</vt:lpstr>
      <vt:lpstr>MiSans Demibold</vt:lpstr>
      <vt:lpstr>思源黑体 CN Normal</vt:lpstr>
      <vt:lpstr>MiSans Normal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2026-07-02T05:05:41Z</dcterms:modified>
</cp:coreProperties>
</file>