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FA8D4-BD95-408C-971A-CA68A841021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F41FC-D86D-4A51-AC1F-17FDA170A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324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产品市场策略现状结构图 优先级重排。 图示：产品市场策略现状结构图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F41FC-D86D-4A51-AC1F-17FDA170AC3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393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产品市场策略问题分层卡片 执行能力与反馈闭环四个层面。 先聚焦高频高影响环节， 再逐步覆盖复杂场景， 可显著降低试点风险。 图示： 产品市场策略问题分层卡片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F41FC-D86D-4A51-AC1F-17FDA170AC3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526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产品市场策略方案架构图 建设， 再通过迭代机制优化质 量， 形成可复制的执行闭环。 图示： 产品市场策略方案架构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F41FC-D86D-4A51-AC1F-17FDA170AC3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109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F41FC-D86D-4A51-AC1F-17FDA170AC3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770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F41FC-D86D-4A51-AC1F-17FDA170AC3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987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F41FC-D86D-4A51-AC1F-17FDA170AC3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855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产品市场策略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产品市场策略提案汇报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F8CB40-8C72-AB51-6858-2D301BE07ED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产品市场策略提案汇报 产品市场策略提案汇报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产品市场策略的核心约束与机会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5C2ED64-D92D-C2AF-5796-2FCAD7CE20E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5DC833F-78F5-56B2-3E4F-940906F0874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产品市场策略当前在目标达成、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围绕产品市场策略可将问题拆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A034D5-CA57-37A6-807C-C29B0A7EFB8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B63556-2304-110C-DF05-246A3DD581A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围绕产品市场策略可将问题拆为目标定义、流程协同、执行能力与反馈闭环四个层面。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产品市场策略的分阶段落地方案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5083A0-448F-0D47-E719-8CF9782BA1D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产品市场策略方案建议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92C9BC-ED51-396C-798E-824D2D50136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阶段：明确产品市场策略目标与边界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阶段：完成产品市场策略试点并跟踪关键指标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建议围绕产品市场策略建立统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A75A73-7F0F-7326-A9B1-D0452D7D51E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165A1C-66C0-FCBF-29E5-5BB616E2877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建议围绕产品市场策略建立统一指标集，至少覆盖效率、质量、成本与稳定性四类指标。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420702-2849-7709-E9BA-ED904B6447F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4B4340-9218-E83B-A6BC-4B8A45AEFD4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C22303-9CB8-B477-4D6C-E033A186D5E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6A19EC-C5F9-B339-02C2-C7C2C549231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F8659E5-766F-E528-A73E-54DC84930B4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2EDBFE-8DE8-2888-3B54-F6C4230C81D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4C114C4-5750-8915-A2FD-301ABD1365E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思源黑体 CN Normal</vt:lpstr>
      <vt:lpstr>MiSans Normal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2026-07-08T14:09:36Z</dcterms:modified>
</cp:coreProperties>
</file>