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classroom-teaching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?????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??????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关键要点：??:??????? ｜ ??:theme1.xml??? ｜ ??:???????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本页结论：??????；关键抓手：??:???????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???? - classroom-teaching</dc:title>
  <dc:subject>classroom-teaching</dc:subject>
  <dc:creator>Daymori</dc:creator>
  <cp:lastModifiedBy>Daymori</cp:lastModifiedBy>
  <cp:revision>1</cp:revision>
  <dcterms:created xsi:type="dcterms:W3CDTF">2026-06-29T05:31:34Z</dcterms:created>
  <dcterms:modified xsi:type="dcterms:W3CDTF">2026-06-29T05:31:34Z</dcterms:modified>
</cp:coreProperties>
</file>