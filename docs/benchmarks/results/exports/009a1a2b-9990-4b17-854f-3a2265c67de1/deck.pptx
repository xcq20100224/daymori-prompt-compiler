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00490-E275-47BE-B2F0-A7057A22AA6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DED7A0-D536-4406-949E-7A2CF7557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30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ED7A0-D536-4406-949E-7A2CF75570A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636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ED7A0-D536-4406-949E-7A2CF75570A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426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ED7A0-D536-4406-949E-7A2CF75570A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ED7A0-D536-4406-949E-7A2CF75570A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418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ED7A0-D536-4406-949E-7A2CF75570A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202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ED7A0-D536-4406-949E-7A2CF75570A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692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区块链技术架构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69DE2B8-5B2D-2A58-8080-3410B96A244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B2BC4D9-DF06-BAC1-EA0C-62D5966AF4D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16DF338-0368-3C88-96D8-2CFECEDB7C9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63BC56-C62E-2944-2EE8-5BB88F76DC8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CCEEBB-D359-6627-0EAE-6D867BED65F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91D8D4F-DD40-18B5-EB13-4C47C38418F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FCBDE32-A0E1-FB61-0236-B923036F56E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6DD0ED-7AF4-1551-43E4-EB013BC3DD8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83C42D-959A-8219-4D32-19820B9DD4F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560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Light</vt:lpstr>
      <vt:lpstr>等线</vt:lpstr>
      <vt:lpstr>MiSans Medium</vt:lpstr>
      <vt:lpstr>等线 Light</vt:lpstr>
      <vt:lpstr>MiSans Normal</vt:lpstr>
      <vt:lpstr>Arial</vt:lpstr>
      <vt:lpstr>MiSans Semibold</vt:lpstr>
      <vt:lpstr>思源黑体 CN Normal</vt:lpstr>
      <vt:lpstr>MiSans</vt:lpstr>
      <vt:lpstr>MiSans Demibold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2026-07-08T10:07:03Z</dcterms:modified>
</cp:coreProperties>
</file>