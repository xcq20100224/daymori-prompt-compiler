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29998-8D45-47CA-AE8F-08FABCC26C7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A00D1-E9CC-4419-88FF-8491CEE8E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77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产品经理职业规划现状结构图 先级重排。 图示：产品经理职业规划现状结构图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A00D1-E9CC-4419-88FF-8491CEE8E0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087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产品经理职业规划问题分层卡片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A00D1-E9CC-4419-88FF-8491CEE8E0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836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产品经理职业规划方案架构图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A00D1-E9CC-4419-88FF-8491CEE8E0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115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A00D1-E9CC-4419-88FF-8491CEE8E0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617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A00D1-E9CC-4419-88FF-8491CEE8E0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013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A00D1-E9CC-4419-88FF-8491CEE8E0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562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产品经理职业规划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产品经理职业规划提案汇报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C64415-860A-13ED-BA6D-E979B88E52F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产品经理职业规划提案汇报 产品经理职业规划提案汇报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产品经理职业规划的核心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53B827D-B83E-4293-8768-DA1C68F75E7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3133AD4-45E6-2DC6-714A-F60798EFCC2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产品经理职业规划的核心约束与机会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产品经理职业规划当前在目标达成、资源配置与执行路径上存在明显瓶颈。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图示：产品经理职业规划问题分层卡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围绕产品经理职业规划可将问题拆为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产品经理职业规划的分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27B81C-072B-566A-40BE-8340E1EED90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产品经理职业规划的分阶段落地方案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产品经理职业规划方案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产品经理职业规划方案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阶段：明确产品经理职业规划目标与边界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完成产品经理职业规划试点并跟踪关键指标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建议围绕产品经理职业规划建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06D30C-B35A-B044-2944-72E238CF4C1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3A0F27-015D-0821-478E-D456FDD9355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C11A98-E027-776B-FD65-0AEADC3B299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9C749F-24CA-18E6-2CB1-AEAB15C2558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4FB26C-59C4-B51E-03FC-EC07DB7CCF7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 Light</vt:lpstr>
      <vt:lpstr>等线 Light</vt:lpstr>
      <vt:lpstr>思源黑体 CN Normal</vt:lpstr>
      <vt:lpstr>MiSans Normal</vt:lpstr>
      <vt:lpstr>MiSans Medium</vt:lpstr>
      <vt:lpstr>MiSans</vt:lpstr>
      <vt:lpstr>MiSans ExtraLight</vt:lpstr>
      <vt:lpstr>等线</vt:lpstr>
      <vt:lpstr>Arial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2026-07-08T11:19:46Z</dcterms:modified>
</cp:coreProperties>
</file>