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6A12D-AF42-492C-9C29-2A651D6E38A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9A6A1-140D-472C-97C8-6BE0565223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57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供应链优化现状结构图 优先级重排。 图示：供应链优化现状结构图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9A6A1-140D-472C-97C8-6BE0565223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00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供应链优化问题分层卡片 执行能力与反馈闭环四个层面。 先聚焦高频高影响环节， 再逐步覆盖复杂场景， 可显著降低试点风险。 图示： 供应链优化问题分层卡片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9A6A1-140D-472C-97C8-6BE0565223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118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供应链优化方案架构图 建设， 再通过迭代机制优化质 量， 形成可复制的执行闭环。 图示： 供应链优化方案架构图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9A6A1-140D-472C-97C8-6BE0565223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087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9A6A1-140D-472C-97C8-6BE0565223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352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9A6A1-140D-472C-97C8-6BE0565223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23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9A6A1-140D-472C-97C8-6BE0565223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192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供应链优化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124D946-E440-EB9B-9EB3-C426A3F2557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供应链优化提案汇报 供应链优化提案汇报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供应链优化的核心约束与机会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9AD5A9A-86AE-E00C-AC1D-3A2F1D091DF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1C86FD7-DF82-1164-1171-D5C2B995C20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供应链优化当前在目标达成、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围绕供应链优化可将问题拆为</a:t>
            </a:r>
          </a:p>
          <a:p>
            <a:pPr algn="ctr"/>
            <a:r>
              <a:rPr lang="zh-CN" altLang="en-US" sz="1000"/>
              <a:t>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B37683-F568-19B1-7714-8514CD9061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1C9035-D185-6A2A-B1B3-71907C4259B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围绕供应链优化可将问题拆为目标定义、流程协同、执行能力与反馈闭环四个层面。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供应链优化的分阶段落地方案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897ADA-7F65-9F4C-CB58-E2063689927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供应链优化方案建议采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能力建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效果验证”三层架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702864-FD8A-395E-4570-501989445A5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阶段：明确供应链优化目标与边界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阶段：完成供应链优化试点并跟踪关键指标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建议围绕供应链优化建立统一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97A2E8-710B-8C09-3908-F6A8E94A7F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3B7B01-AEA6-E0C5-971E-DD8013C8ED6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建议围绕供应链优化建立统一指标集，至少覆盖效率、质量、成本与稳定性四类指标。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D05C18-7FC9-B5AB-8655-7BD389B1C8E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423A71-BF7B-1E1C-F131-6A2215DCBB6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C5FE40-6A4F-869D-C6C2-085FA4D6A6D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5DEC5F5-DE00-3C6F-E4C1-0023139C687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BCE14B5-E2E3-44DA-E8B0-87F64ECBF5E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A78696-0BC6-584C-2549-68B956AA223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67657D-8041-7D29-CEE7-E0C0113D53D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547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2026-07-08T14:23:50Z</dcterms:modified>
</cp:coreProperties>
</file>