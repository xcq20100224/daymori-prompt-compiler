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676E3-998F-44E7-BACE-0E1774C41EF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B9B2D-03AD-40AA-B7C9-6EB58BB56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60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B9B2D-03AD-40AA-B7C9-6EB58BB5670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620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B9B2D-03AD-40AA-B7C9-6EB58BB5670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181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B9B2D-03AD-40AA-B7C9-6EB58BB5670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174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B9B2D-03AD-40AA-B7C9-6EB58BB5670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842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B9B2D-03AD-40AA-B7C9-6EB58BB5670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439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B9B2D-03AD-40AA-B7C9-6EB58BB5670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588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A540E6-D02C-2358-11FF-5F23F1706CC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D1E458-6B9D-066E-0368-1B16F33A083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64C787E-8AC8-571E-F382-23087D2037B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1ED9AF-D22D-077B-ADE6-DE20C184385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2B24B3-3381-238A-7213-D2FE57E1616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822E81-7B7F-94CA-13B6-1E102CAAA4E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F0C8E3-4203-7E5B-6B71-94594876B47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D0CAE2-4A19-95CB-005A-314F3D29966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960B4C-7E8D-C955-BAB5-389544326F7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2026-07-08T12:33:14Z</dcterms:modified>
</cp:coreProperties>
</file>