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classroom-teaching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F4E5D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D8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关键要点：??:a ｜ ??:b ｜ ??:c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本页结论：g；关键抓手：??:a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gate-check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1/1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gate-check - classroom-teaching</dc:title>
  <dc:subject>classroom-teaching</dc:subject>
  <dc:creator>Daymori</dc:creator>
  <cp:lastModifiedBy>Daymori</cp:lastModifiedBy>
  <cp:revision>1</cp:revision>
  <dcterms:created xsi:type="dcterms:W3CDTF">2026-06-29T05:48:21Z</dcterms:created>
  <dcterms:modified xsi:type="dcterms:W3CDTF">2026-06-29T05:48:21Z</dcterms:modified>
</cp:coreProperties>
</file>