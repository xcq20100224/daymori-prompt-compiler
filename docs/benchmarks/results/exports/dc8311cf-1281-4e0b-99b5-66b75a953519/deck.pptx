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55F055-7A93-403F-B059-77AFF8093278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654F3-851E-46AC-8560-CD6E63FFCE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8774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976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87370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4201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46325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11917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654F3-851E-46AC-8560-CD6E63FFCE8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33692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D887E24-6E66-18C6-B339-0C490F64F07F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D5B7D59-44D0-AE59-D741-44237F0F512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B593A3C-6191-2C8F-DE52-475038E7D6B4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066B239-48B4-9D72-CFA0-1709AFA6E3D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D30B5C1-8B4C-518E-EBFD-93D9C2B7346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BBA2510-8DD8-9FBC-4D14-9B3355C7FE59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7F13E6F-EFC4-FF1B-A48D-BB9F4368215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795B3FB-5E2E-74FC-1BB7-0E2492FB15F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21ABA11-213C-4799-C5D9-F3DC28F17BD1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</vt:lpstr>
      <vt:lpstr>MiSans Demibold</vt:lpstr>
      <vt:lpstr>等线</vt:lpstr>
      <vt:lpstr>MiSans ExtraLight</vt:lpstr>
      <vt:lpstr>等线 Light</vt:lpstr>
      <vt:lpstr>MiSans Light</vt:lpstr>
      <vt:lpstr>Arial</vt:lpstr>
      <vt:lpstr>MiSans Semibold</vt:lpstr>
      <vt:lpstr>思源黑体 CN Normal</vt:lpstr>
      <vt:lpstr>MiSans Medium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2026-07-08T12:20:03Z</dcterms:modified>
</cp:coreProperties>
</file>