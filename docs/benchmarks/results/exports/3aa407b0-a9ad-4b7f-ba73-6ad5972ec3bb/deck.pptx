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19648-BEA0-42DD-9515-F416DF647CE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71677-A537-4B29-8B1C-2A2E487AC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81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1677-A537-4B29-8B1C-2A2E487AC0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94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1677-A537-4B29-8B1C-2A2E487AC0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36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1677-A537-4B29-8B1C-2A2E487AC0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22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1677-A537-4B29-8B1C-2A2E487AC0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43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1677-A537-4B29-8B1C-2A2E487AC0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969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1677-A537-4B29-8B1C-2A2E487AC0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1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06F6E7-98FB-9777-3B6F-0FFA897BDEA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7C9ED26-62F5-402B-0ADA-609CC4E1CE9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D8A7EB-4CB1-EBA4-8B36-82D51F68593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4C7BA0-D1B8-5932-66B2-88B3A68F3E8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EB7DF3-2CEC-5D66-78DA-F3DECA4AFF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81ECFB-724A-9A77-5AAB-EE763806E18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9FDB09-2183-AD43-C4DC-E11BF5801BB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A164F3-6213-6B05-4F9C-B653C6DCC68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9A2701-674E-C05D-5804-642C38FC53D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2026-07-08T05:47:00Z</dcterms:modified>
</cp:coreProperties>
</file>