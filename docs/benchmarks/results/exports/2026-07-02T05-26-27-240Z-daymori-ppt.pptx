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CEFE8-30C0-436D-BE21-89DC1366B84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284E1-A6B9-40BA-821D-6AE4CE928E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12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284E1-A6B9-40BA-821D-6AE4CE928E9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973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284E1-A6B9-40BA-821D-6AE4CE928E9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41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284E1-A6B9-40BA-821D-6AE4CE928E9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868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284E1-A6B9-40BA-821D-6AE4CE928E9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423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284E1-A6B9-40BA-821D-6AE4CE928E9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284E1-A6B9-40BA-821D-6AE4CE928E9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49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284E1-A6B9-40BA-821D-6AE4CE928E9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336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284E1-A6B9-40BA-821D-6AE4CE928E9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76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建立光合作用学习动机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2026-07-02T05:26:26Z</dcterms:modified>
</cp:coreProperties>
</file>