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DDD5A-F6E6-45FC-9C31-EDA6456EF4D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3F918-74C6-4F04-827A-68FADB4D94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444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3F918-74C6-4F04-827A-68FADB4D94C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535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3F918-74C6-4F04-827A-68FADB4D94C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282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3F918-74C6-4F04-827A-68FADB4D94C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341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3F918-74C6-4F04-827A-68FADB4D94C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04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3F918-74C6-4F04-827A-68FADB4D94C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712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E3F918-74C6-4F04-827A-68FADB4D94C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296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90D884-12BE-F0E3-A149-A953DC26A88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610902-F0A1-50C7-29F1-09F8812B806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53F8B4-CDC9-AC33-FAFF-80F9422666B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EE085E-470E-426B-4685-CC39A951B62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11B1FE-C6C5-A49D-6540-F654601DAEF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BBF3C1-6E20-78EC-DD30-8DD0F230DF5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08E6C11-DF0E-2DF7-C1F2-F1BBDA6A267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989314-EA1C-CEF6-BBE5-07AF890442B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75AB38-1F7B-97E5-9DA3-5FC5286B0C6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2026-07-08T04:48:06Z</dcterms:modified>
</cp:coreProperties>
</file>