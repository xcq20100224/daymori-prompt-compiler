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177BD-468A-470A-AD07-4AA0329C850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74AEC-7EE2-496F-B705-849B0B6922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70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118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791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207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657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360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74AEC-7EE2-496F-B705-849B0B6922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381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9FB48D-648F-8439-21D2-76B4BB73512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921DFDE-380D-54B7-33F0-585B863341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DDFE75-94DC-45C8-5BAD-932B64A76E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9F146E-209E-136E-5230-48AC415E574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5064FF-B067-0641-2AE7-7CD89A34BD2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2A27C3-3678-FA9F-6A65-EC0CA663CAA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E8E967-B70A-C744-F218-B07B751CCF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26A268-2EAC-EF8F-817D-C953078EE7E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80D619-22F6-F6CC-C815-B25B4845149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MiSans Semibold</vt:lpstr>
      <vt:lpstr>等线 Light</vt:lpstr>
      <vt:lpstr>MiSans</vt:lpstr>
      <vt:lpstr>MiSans Demibold</vt:lpstr>
      <vt:lpstr>MiSans Light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2026-07-08T12:57:30Z</dcterms:modified>
</cp:coreProperties>
</file>