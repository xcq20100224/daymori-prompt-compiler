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BD5AA-F7AF-4B64-A434-252A87A91A7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DFF5-36EC-40F8-8A92-E7CD7D1D4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2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64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63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98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451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9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DFF5-36EC-40F8-8A92-E7CD7D1D4F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0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C7E7FF-37FB-4CD1-D6DA-49DBA221288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58C765-6492-6937-C233-6E942BFF71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0DF890-76EB-6895-5F9D-58A354D2C09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554297-1374-B971-ED67-9FD71EB2039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712377-748B-553D-B360-78E5273D5F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73DEB0-6BE4-F78E-5809-DC1A32268D7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33C9D0-8698-95D6-AACC-900A89DCCDE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9E96EF-647F-22CA-87AB-25B0100303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A70B7B-2024-E113-92BC-F71E703E267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2026-07-07T08:15:19Z</dcterms:modified>
</cp:coreProperties>
</file>