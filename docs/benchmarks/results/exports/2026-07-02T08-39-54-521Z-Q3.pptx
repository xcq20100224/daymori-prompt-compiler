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7F5D1-F38B-4ABB-8F22-93221685961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0681B-670D-4E23-BAA6-1BFB5534E0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890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0681B-670D-4E23-BAA6-1BFB5534E01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89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0681B-670D-4E23-BAA6-1BFB5534E0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775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0681B-670D-4E23-BAA6-1BFB5534E01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405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0681B-670D-4E23-BAA6-1BFB5534E01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162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0681B-670D-4E23-BAA6-1BFB5534E01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5075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0681B-670D-4E23-BAA6-1BFB5534E01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788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0681B-670D-4E23-BAA6-1BFB5534E01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526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50681B-670D-4E23-BAA6-1BFB5534E0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496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</a:t>
            </a:r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Q3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增长复盘为什么重要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Q3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增长复盘学习动机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028E282-B2F7-1D1C-8BB1-0CE8253EB4E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267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2026-07-02T08:39:52Z</dcterms:modified>
</cp:coreProperties>
</file>