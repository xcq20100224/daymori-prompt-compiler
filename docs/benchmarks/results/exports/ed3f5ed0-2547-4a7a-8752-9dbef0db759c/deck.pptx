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4DFAE-488E-4D3E-901F-45868984690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B028D-EC00-48FB-8566-779BCA7D2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67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咖啡店选址策略现状结构图 先级重排。 图示：咖啡店选址策略现状结构图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B028D-EC00-48FB-8566-779BCA7D2EE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574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B028D-EC00-48FB-8566-779BCA7D2EE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7944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B028D-EC00-48FB-8566-779BCA7D2EE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17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B028D-EC00-48FB-8566-779BCA7D2EE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2472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B028D-EC00-48FB-8566-779BCA7D2EE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811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DB028D-EC00-48FB-8566-779BCA7D2EE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826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咖啡店选址策略提案汇报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A3E6361-0621-09AF-CB44-6DD9D93829F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咖啡店选址策略提案汇报 咖啡店选址策略提案汇报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咖啡店选址策略的核心约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D20EA81-7EF5-3AA0-8E60-78790649CC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B264EEC-D232-A716-BB85-C2293B0CE12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咖啡店选址策略当前在目标达成、资源配置与执行路径上存在明显瓶颈。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咖啡店选址策略现状评估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咖啡店选址策略关键问题拆解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图示：咖啡店选址策略问题分层卡片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围绕咖啡店选址策略可将问题拆为目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咖啡店选址策略的分阶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D8DF5-D470-4D64-9031-DDB36A5AFE7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咖啡店选址策略方案架构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咖啡店选址策略方案建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咖啡店选址策略方案架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阶段：明确咖啡店选址策略目标与边界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完成咖啡店选址策略试点并跟踪关键指标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建议围绕咖啡店选址策略建立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7610B6-2B2F-390C-B602-3512CBC3215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407F322-D05F-C167-2D0E-B1D1AA74EF8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E055B27-DFBF-F86D-E22D-4183D7EE921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F742F2-5E6E-793E-B340-43F169054E9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98FEBE-7238-1C1D-C3C1-C22C4431AC3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588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等线 Light</vt:lpstr>
      <vt:lpstr>MiSans Semibold</vt:lpstr>
      <vt:lpstr>MiSans Medium</vt:lpstr>
      <vt:lpstr>思源黑体 CN Normal</vt:lpstr>
      <vt:lpstr>MiSans Normal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2026-07-08T10:10:04Z</dcterms:modified>
</cp:coreProperties>
</file>