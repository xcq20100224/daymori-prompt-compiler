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60C8AC-ED93-4499-B44A-C095959337C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23BFA-1699-4A12-A686-115297CA0B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332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23BFA-1699-4A12-A686-115297CA0BE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544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23BFA-1699-4A12-A686-115297CA0BE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46244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23BFA-1699-4A12-A686-115297CA0BE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801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23BFA-1699-4A12-A686-115297CA0BE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496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23BFA-1699-4A12-A686-115297CA0BE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7878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23BFA-1699-4A12-A686-115297CA0BE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648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614BA8E-FD7D-C126-D97D-078BB5EF292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581035D-DD0E-BB3C-D9CF-4AFB1800682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7CE3323-49D2-29DA-DD69-1A7CE78CD37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ADD0D4D-0814-B1EF-B281-79157E70733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2722B2F-F35D-9607-7A63-3AEB6456BC7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3D0B43-D6EF-924E-5488-F01D6BC832E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8E9F33F-2CFA-5BE2-F26A-FED7ADC3692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F8282AD-79D1-18A3-B1EA-B21C34AA262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6ABA43B-8F35-A997-FA89-B021E33B903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MiSans Semibold</vt:lpstr>
      <vt:lpstr>MiSans</vt:lpstr>
      <vt:lpstr>MiSans Demibold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2026-07-08T13:09:58Z</dcterms:modified>
</cp:coreProperties>
</file>