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76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77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78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7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6.xlsx"/></Relationships>
</file>

<file path=ppt/charts/_rels/chart7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7.xlsx"/></Relationships>
</file>

<file path=ppt/charts/_rels/chart7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8.xlsx"/></Relationships>
</file>

<file path=ppt/charts/chart7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结论：先统一定义再做推理</c:v>
                  </c:pt>
                  <c:pt idx="1">
                    <c:v>证据：定义清晰时解题正确...</c:v>
                  </c:pt>
                  <c:pt idx="2">
                    <c:v>行动：第15分钟组织同桌...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</c:v>
                </c:pt>
                <c:pt idx="1">
                  <c:v>20</c:v>
                </c:pt>
                <c:pt idx="2">
                  <c:v>15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问题影响度</c:v>
                </c:pt>
              </c:strCache>
            </c:strRef>
          </c:tx>
          <c:spPr>
            <a:solidFill>
              <a:srgbClr val="A97A5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结论：规律要通过数据和反...</c:v>
                  </c:pt>
                  <c:pt idx="1">
                    <c:v>证据：示例数据两组以上且...</c:v>
                  </c:pt>
                  <c:pt idx="2">
                    <c:v>行动：第22分钟做一轮口...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</c:v>
                </c:pt>
                <c:pt idx="1">
                  <c:v>42</c:v>
                </c:pt>
                <c:pt idx="2">
                  <c:v>31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结论：知识点必须落到可观...</c:v>
                  </c:pt>
                  <c:pt idx="1">
                    <c:v>证据：至少给出3条观察数...</c:v>
                  </c:pt>
                  <c:pt idx="2">
                    <c:v>行动：末段小组复盘并记录...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5</c:v>
                </c:pt>
                <c:pt idx="2">
                  <c:v>58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商业汇报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导入：供应链降本计划为什么重要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建立供应链降本计划学习动机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本页结论：建立供应链降本计划学习动机；关键抓手：结论：先明确问题场景再进入知识点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供应链降本计划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供应链降本计划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供应链降本计划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供应链降本计划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供应链降本计划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供应链降本计划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供应链降本计划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供应链降本计划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供应链降本计划 - 商业汇报</dc:title>
  <dc:subject>商业汇报</dc:subject>
  <dc:creator>Daymori</dc:creator>
  <cp:lastModifiedBy>Daymori</cp:lastModifiedBy>
  <cp:revision>1</cp:revision>
  <dcterms:created xsi:type="dcterms:W3CDTF">2026-07-03T00:39:09Z</dcterms:created>
  <dcterms:modified xsi:type="dcterms:W3CDTF">2026-07-03T00:39:09Z</dcterms:modified>
</cp:coreProperties>
</file>