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FCCB50-13B1-4A13-B178-B0D77472257A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E0F92E-E884-4C8C-962B-0926A7E21D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59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E0F92E-E884-4C8C-962B-0926A7E21D6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2585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E0F92E-E884-4C8C-962B-0926A7E21D6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958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E0F92E-E884-4C8C-962B-0926A7E21D6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712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E0F92E-E884-4C8C-962B-0926A7E21D6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332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E0F92E-E884-4C8C-962B-0926A7E21D6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870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E0F92E-E884-4C8C-962B-0926A7E21D6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539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B49C857-79DF-C58F-65CF-860CE0D6AF2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243C472-8939-80F5-CECA-B0554F08413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6C294AE-F79D-5C36-ACC9-40B91B0AF10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CC45E9B-CB0B-B082-64C0-32ECA675006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C905009-E148-81C1-7C87-1BB14E74950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AF539F2-F31F-0580-A2A3-7AE6D4AB6A0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0609839-B6C2-F03D-72D6-2DF3D5AD8F9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601F140-7674-F9B9-F5D2-310861284A4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4692A9B-57C8-E218-A02E-A570181216D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2026-07-07T08:25:36Z</dcterms:modified>
</cp:coreProperties>
</file>