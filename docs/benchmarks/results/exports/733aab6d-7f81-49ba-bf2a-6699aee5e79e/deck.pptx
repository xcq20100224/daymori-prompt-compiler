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760A0-3857-4D53-AF85-E38339AEC35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B9691-4E7B-4BAA-8D32-7E6D6EC797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070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B9691-4E7B-4BAA-8D32-7E6D6EC7973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133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B9691-4E7B-4BAA-8D32-7E6D6EC7973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841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B9691-4E7B-4BAA-8D32-7E6D6EC7973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62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B9691-4E7B-4BAA-8D32-7E6D6EC7973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180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B9691-4E7B-4BAA-8D32-7E6D6EC7973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164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B9691-4E7B-4BAA-8D32-7E6D6EC7973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414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E576BE-01B1-AC13-D263-8A9BED5EF5F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1C6EE46-CC68-5F24-EB81-D1F848BC12C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B97F355-C5B5-CFB3-95D0-B3FE2A01CA7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6AA970-8BD1-6574-22A8-93EC9EBB392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019270D-25D7-CB4C-4866-4DC3604EC00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A1A3F6-B326-5AFA-EDBE-75912EA2004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CBC61AA-B6B1-2934-B43D-8415824CABA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665CE15-89F1-AC33-D18D-81F338B0F11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F8252AF-8F70-03DE-49BB-ED482557990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2026-07-08T04:58:58Z</dcterms:modified>
</cp:coreProperties>
</file>