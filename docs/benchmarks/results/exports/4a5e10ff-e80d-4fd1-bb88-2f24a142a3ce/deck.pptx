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BF0EE-9D21-4E0F-A2A2-6A64E352BE0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CB60C-6FC5-489F-B8EA-6F276892C0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28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CB60C-6FC5-489F-B8EA-6F276892C0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963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CB60C-6FC5-489F-B8EA-6F276892C0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548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CB60C-6FC5-489F-B8EA-6F276892C0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30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CB60C-6FC5-489F-B8EA-6F276892C0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86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CB60C-6FC5-489F-B8EA-6F276892C0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1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CB60C-6FC5-489F-B8EA-6F276892C0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00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633A86-B690-D269-FDBF-9E073AA116C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E741828-D8C4-9615-9F61-4674A8C0BE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46999D-B699-632B-D5DC-029CBC5D0F2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8E0FCB-E02B-FF49-9B5B-F97E0CED6A4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2B4EEE-529D-5325-F8C3-F066A406EEF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9AF03E-05EE-7384-F31B-42B08E9B71D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5D347-94D6-550E-2904-E64013CBB2B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F52C3A-CBDC-68EE-C357-E1D7703BCC7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4580E3-75F8-3AE3-5CB7-3EB3A9AD6E8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2026-07-08T13:10:23Z</dcterms:modified>
</cp:coreProperties>
</file>