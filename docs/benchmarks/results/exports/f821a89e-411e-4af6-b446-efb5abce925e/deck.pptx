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B97BC-D6D9-4A89-A648-24234DCE692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F736-B4D3-441C-B5E8-C81456910F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22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F736-B4D3-441C-B5E8-C81456910F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362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F736-B4D3-441C-B5E8-C81456910F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99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F736-B4D3-441C-B5E8-C81456910F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603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F736-B4D3-441C-B5E8-C81456910F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190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F736-B4D3-441C-B5E8-C81456910F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45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F736-B4D3-441C-B5E8-C81456910F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11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2BBEBF-4C32-E172-CFD6-B9D5EB63DF4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385D8D6-C714-E9EB-499E-EA407823C5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7F1E18-A04E-6965-777D-81A77F120A3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69C7A4-5D04-537A-530C-1E19BEAC7B7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FA467B-0F37-B703-CB95-88AE9C83CB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0DD76F-3943-2D25-FBCF-1DF8B489480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8E3EB1-E6FC-6BCB-BB51-F9B825E72CF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75BCDC-A000-CB5F-C4FB-E3F5149EE7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1BD18D-BFA0-4972-7026-6E2012CBAFD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2026-07-08T13:15:10Z</dcterms:modified>
</cp:coreProperties>
</file>