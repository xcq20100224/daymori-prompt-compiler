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9D8AC-D0E5-45F5-8207-800501A1D75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03F8C-CE0C-4C76-ACD2-CD82759D3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807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03F8C-CE0C-4C76-ACD2-CD82759D36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219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03F8C-CE0C-4C76-ACD2-CD82759D365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689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03F8C-CE0C-4C76-ACD2-CD82759D36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72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03F8C-CE0C-4C76-ACD2-CD82759D36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522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03F8C-CE0C-4C76-ACD2-CD82759D36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449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03F8C-CE0C-4C76-ACD2-CD82759D36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88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4A4826B-F21A-E1D1-D55A-65952BC9805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317F392-6B5B-294B-87B2-6AA5470436E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9F21D1F-2581-E273-7C0A-FE153B26C76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00A88F-10EC-D781-414E-8CC73CF7960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F9E7C3-94C0-5198-6500-5D0843E50A2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C545DB-6337-F013-D4DA-1ECD9A1BDFE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231B6A-FDB7-022F-1A5F-820618180AD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619A1B-A849-BD07-03C1-6FED5923110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23A940-7667-62C1-7E95-241992CD1B5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Arial</vt:lpstr>
      <vt:lpstr>MiSans Light</vt:lpstr>
      <vt:lpstr>等线</vt:lpstr>
      <vt:lpstr>等线 Light</vt:lpstr>
      <vt:lpstr>MiSans Medium</vt:lpstr>
      <vt:lpstr>MiSans Semibold</vt:lpstr>
      <vt:lpstr>思源黑体 CN Normal</vt:lpstr>
      <vt:lpstr>MiSans</vt:lpstr>
      <vt:lpstr>MiSans Demibold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2026-07-08T05:02:12Z</dcterms:modified>
</cp:coreProperties>
</file>