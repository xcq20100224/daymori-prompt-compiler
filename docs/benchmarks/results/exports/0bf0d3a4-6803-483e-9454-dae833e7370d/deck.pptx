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20DFD-15B6-4A1E-A6E8-D4137FFB857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C5A2-0085-4EBC-9A42-F4849BF0C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32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3C5A2-0085-4EBC-9A42-F4849BF0C2A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174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3C5A2-0085-4EBC-9A42-F4849BF0C2A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556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3C5A2-0085-4EBC-9A42-F4849BF0C2A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109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3C5A2-0085-4EBC-9A42-F4849BF0C2A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604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3C5A2-0085-4EBC-9A42-F4849BF0C2A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880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3C5A2-0085-4EBC-9A42-F4849BF0C2A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280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48E5B4D-269E-A1C7-6836-836465E19B2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AAA5900-87B8-2924-2B31-ABBD0F7C64B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9F31F92-C72B-8EB3-5209-D36D9146398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635DC8-7799-1274-28D4-173983BF4A3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159BFF-7DA3-695E-3A3C-D997A094333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4F96B4-782C-3796-872D-7B679FB974C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04CD4D1-B1DE-4E67-D87F-9E86EDA7199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DB557B-77DE-2E3E-88CC-666BFFC4067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D7EE81-CC41-AECD-7020-CAAE2BEB773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Medium</vt:lpstr>
      <vt:lpstr>MiSans Normal</vt:lpstr>
      <vt:lpstr>等线</vt:lpstr>
      <vt:lpstr>等线 Light</vt:lpstr>
      <vt:lpstr>Arial</vt:lpstr>
      <vt:lpstr>MiSans</vt:lpstr>
      <vt:lpstr>MiSans Demibold</vt:lpstr>
      <vt:lpstr>MiSans ExtraLight</vt:lpstr>
      <vt:lpstr>MiSans Light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2026-07-08T12:34:33Z</dcterms:modified>
</cp:coreProperties>
</file>