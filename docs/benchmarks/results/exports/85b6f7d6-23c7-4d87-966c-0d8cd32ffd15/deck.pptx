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50B30-8E34-43A8-96C2-FCF390292F1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40874-5637-4979-A619-5AF766F8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154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0874-5637-4979-A619-5AF766F8C3A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136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0874-5637-4979-A619-5AF766F8C3A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868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0874-5637-4979-A619-5AF766F8C3A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53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0874-5637-4979-A619-5AF766F8C3A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80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0874-5637-4979-A619-5AF766F8C3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530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240874-5637-4979-A619-5AF766F8C3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50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2B0241-BBBB-9F24-9028-3B76DCAE5D8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BBF0748-A754-A8BD-8723-A6A45201491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5EC4CCB-8D7D-3CA7-8390-F2CB061E6DE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19BF9D-7ED5-B5B3-186E-3F1B3D3B2A6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432B4B-4E18-657E-4B9A-0B02D2494AD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91D42D-4DA5-8E3F-095E-F1D72AD86A5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2B66D1-D4D3-FDD1-23F2-D47CC1F2085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164A16-2DD2-C35A-1DA4-BF1CF7E6B6D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3E18BA-71D2-6E25-EE0F-66F0039A4B5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等线 Light</vt:lpstr>
      <vt:lpstr>MiSans Semibold</vt:lpstr>
      <vt:lpstr>思源黑体 CN Normal</vt:lpstr>
      <vt:lpstr>MiSans Normal</vt:lpstr>
      <vt:lpstr>MiSans ExtraLight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2026-07-08T12:34:05Z</dcterms:modified>
</cp:coreProperties>
</file>