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067F6-5D05-4E95-BD2F-DA8B1A1CDDF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4CFEA-14B5-4046-BDDA-26208EB9C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9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93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638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69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522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445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4CFEA-14B5-4046-BDDA-26208EB9C5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9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D4AF96-BEA0-CBDA-90A5-B275B896CF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633539-FE7D-EBF5-FCE2-33A634206A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B694D7-8D9D-E26F-E026-0C505148DB9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D2926-9062-9F17-2B2B-CBA13E5A4EA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065DA0-D693-9224-A9B6-34C9F195D4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90A6F7-E1CD-1536-3116-50273ABC896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6DBE1E-8FEE-9B03-9E61-91C9C2876E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6D2AB1-2FA4-7430-E004-FC2D9E4CA3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99C90F-57AB-DD72-9856-4403BBE669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2026-07-08T12:19:34Z</dcterms:modified>
</cp:coreProperties>
</file>