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embeddedFontLst>
    <p:embeddedFont>
      <p:font typeface="MiSans Demibold" panose="02010600030101010101" charset="-122"/>
      <p:bold r:id="rId6"/>
    </p:embeddedFont>
    <p:embeddedFont>
      <p:font typeface="MiSans ExtraLight" panose="02010600030101010101" charset="-122"/>
      <p:regular r:id="rId7"/>
    </p:embeddedFont>
    <p:embeddedFont>
      <p:font typeface="MiSans Normal" panose="02010600030101010101" charset="-122"/>
      <p:regular r:id="rId8"/>
    </p:embeddedFont>
    <p:embeddedFont>
      <p:font typeface="MiSans Semibold" panose="02010600030101010101" charset="-122"/>
      <p:bold r:id="rId9"/>
    </p:embeddedFont>
    <p:embeddedFont>
      <p:font typeface="等线" panose="02010600030101010101" pitchFamily="2" charset="-122"/>
      <p:regular r:id="rId10"/>
      <p:bold r:id="rId11"/>
    </p:embeddedFont>
    <p:embeddedFont>
      <p:font typeface="等线 Light" panose="02010600030101010101" pitchFamily="2" charset="-122"/>
      <p:regular r:id="rId1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1DAD93-E3BC-4528-B61B-E0025DE4AC0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1617E8-8F9F-4DD7-A72D-3C5A84F8D7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804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开场用生活实例引入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1617E8-8F9F-4DD7-A72D-3C5A84F8D76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629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强调控制变量方法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1617E8-8F9F-4DD7-A72D-3C5A84F8D76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175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布置迁移练习题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1617E8-8F9F-4DD7-A72D-3C5A84F8D76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4119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牛顿第二定律：核心概念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建立力、质量与加速度的定量关系认知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• F=ma </a:t>
            </a:r>
            <a:r>
              <a:rPr lang="zh-CN" altLang="en-US">
                <a:cs typeface="思源黑体 CN Normal" panose="020B0400000000000000" charset="-122"/>
              </a:rPr>
              <a:t>描述合外力与加速度成正比</a:t>
            </a:r>
          </a:p>
          <a:p>
            <a:pPr algn="ctr"/>
            <a:r>
              <a:rPr lang="en-US" altLang="zh-CN">
                <a:cs typeface="思源黑体 CN Normal" panose="020B0400000000000000" charset="-122"/>
              </a:rPr>
              <a:t>• </a:t>
            </a:r>
            <a:r>
              <a:rPr lang="zh-CN" altLang="en-US">
                <a:cs typeface="思源黑体 CN Normal" panose="020B0400000000000000" charset="-122"/>
              </a:rPr>
              <a:t>质量是惯性大小的度量</a:t>
            </a:r>
          </a:p>
          <a:p>
            <a:pPr algn="ctr"/>
            <a:r>
              <a:rPr lang="en-US" altLang="zh-CN">
                <a:cs typeface="思源黑体 CN Normal" panose="020B0400000000000000" charset="-122"/>
              </a:rPr>
              <a:t>• </a:t>
            </a:r>
            <a:r>
              <a:rPr lang="zh-CN" altLang="en-US">
                <a:cs typeface="思源黑体 CN Normal" panose="020B0400000000000000" charset="-122"/>
              </a:rPr>
              <a:t>单位：</a:t>
            </a:r>
            <a:r>
              <a:rPr lang="en-US" altLang="zh-CN">
                <a:cs typeface="思源黑体 CN Normal" panose="020B0400000000000000" charset="-122"/>
              </a:rPr>
              <a:t>N = kg·m/s²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339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2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实验探究：控制变量法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通过实验验证 </a:t>
            </a:r>
            <a:r>
              <a:rPr lang="en-US" altLang="zh-CN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 </a:t>
            </a:r>
            <a:r>
              <a:rPr lang="zh-CN" altLang="en-US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与 </a:t>
            </a:r>
            <a:r>
              <a:rPr lang="en-US" altLang="zh-CN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F</a:t>
            </a:r>
            <a:r>
              <a:rPr lang="zh-CN" altLang="en-US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、</a:t>
            </a:r>
            <a:r>
              <a:rPr lang="en-US" altLang="zh-CN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m </a:t>
            </a:r>
            <a:r>
              <a:rPr lang="zh-CN" altLang="en-US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的关系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• </a:t>
            </a:r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保持质量不变，改变拉力测加速度</a:t>
            </a:r>
          </a:p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• </a:t>
            </a:r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用图像法处理数据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结论与应用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归纳定律并迁移到实际问题</a:t>
            </a: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380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• a 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与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F 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成正比、与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m 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成反比</a:t>
            </a:r>
          </a:p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• 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可解释电梯、车辆制动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166</Words>
  <Application>Microsoft Office PowerPoint</Application>
  <PresentationFormat>宽屏</PresentationFormat>
  <Paragraphs>38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MiSans ExtraLight</vt:lpstr>
      <vt:lpstr>MiSans Semibold</vt:lpstr>
      <vt:lpstr>等线</vt:lpstr>
      <vt:lpstr>Arial</vt:lpstr>
      <vt:lpstr>MiSans Demibold</vt:lpstr>
      <vt:lpstr>思源黑体 CN Normal</vt:lpstr>
      <vt:lpstr>MiSans Normal</vt:lpstr>
      <vt:lpstr>等线 Light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12</cp:revision>
  <dcterms:created xsi:type="dcterms:W3CDTF">2022-06-02T07:27:36Z</dcterms:created>
  <dcterms:modified xsi:type="dcterms:W3CDTF">2026-07-02T02:31:12Z</dcterms:modified>
</cp:coreProperties>
</file>