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7304E-6492-4937-9F7F-DBFF129A398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59827-A810-440B-B184-56A6ECB40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23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59827-A810-440B-B184-56A6ECB40AD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351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59827-A810-440B-B184-56A6ECB40AD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916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59827-A810-440B-B184-56A6ECB40AD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77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59827-A810-440B-B184-56A6ECB40AD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992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59827-A810-440B-B184-56A6ECB40AD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543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59827-A810-440B-B184-56A6ECB40AD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03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844374-0B92-0BEB-75D1-2F14A92F620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21CB165-4DCE-7C36-70B0-2CE653AA89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5F8843-EE35-E953-5A69-2C307690303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A92FAB-4DCD-01C4-309D-4AAD3DA9C34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2C3903-78C3-0966-948A-292EC18DF7A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625D93-AF42-FC65-E3A0-9909AD24742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9D052E-80BB-BCAC-BB58-119E50B2137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4F9568-2236-4C66-B9F9-37E787485C6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954317-E656-B5A3-9167-00F2D9888B8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2026-07-09T03:16:06Z</dcterms:modified>
</cp:coreProperties>
</file>