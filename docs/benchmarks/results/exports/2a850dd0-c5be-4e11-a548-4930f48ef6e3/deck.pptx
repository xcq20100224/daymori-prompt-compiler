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74204-0FF1-4DBE-9B32-947BE053E7D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3C03C-C06E-4BA5-8258-76C947C6F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50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Day3</a:t>
            </a:r>
            <a:r>
              <a:rPr lang="zh-CN" altLang="en-US"/>
              <a:t>连通性冒烟现状结构图 需要先完成问题分层与优先级重排。 图示：</a:t>
            </a:r>
            <a:r>
              <a:rPr lang="en-US" altLang="zh-CN"/>
              <a:t>Day3</a:t>
            </a:r>
            <a:r>
              <a:rPr lang="zh-CN" altLang="en-US"/>
              <a:t>连通性冒烟现状结构图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3C03C-C06E-4BA5-8258-76C947C6FB1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107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Day3</a:t>
            </a:r>
            <a:r>
              <a:rPr lang="zh-CN" altLang="en-US"/>
              <a:t>连通性冒烟问题分层卡片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3C03C-C06E-4BA5-8258-76C947C6FB1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754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Day3</a:t>
            </a:r>
            <a:r>
              <a:rPr lang="zh-CN" altLang="en-US"/>
              <a:t>连通性冒烟方案架构图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3C03C-C06E-4BA5-8258-76C947C6FB1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525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3C03C-C06E-4BA5-8258-76C947C6FB1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351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3C03C-C06E-4BA5-8258-76C947C6FB1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698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3C03C-C06E-4BA5-8258-76C947C6FB1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49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Day3</a:t>
            </a:r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连通性冒烟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Day3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连通性冒烟提案汇报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1BB6C3-3780-A374-FB05-95758CEF1FF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Day3</a:t>
            </a:r>
            <a:r>
              <a:rPr lang="zh-CN" altLang="en-US" sz="1400"/>
              <a:t>连通性冒烟提案汇报</a:t>
            </a:r>
            <a:r>
              <a:rPr lang="en-US" altLang="zh-CN" sz="1400"/>
              <a:t>Day3</a:t>
            </a:r>
            <a:r>
              <a:rPr lang="zh-CN" altLang="en-US" sz="1400"/>
              <a:t>连通性冒烟提案汇报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Day3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连通性冒烟的核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76C91CD-7CE0-A4EE-EF60-CE962A9BF3F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63E93D-7D27-FBF4-9DCD-343837CEA45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Day3</a:t>
            </a:r>
            <a:r>
              <a:rPr lang="zh-CN" altLang="en-US" sz="1400"/>
              <a:t>连通性冒烟的核心约束与机会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Day3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连通性冒烟当前在目标达成、资源配置与执行路径上存在明显瓶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Day3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连通性冒烟问题分层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Day3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连通性冒烟可将问题拆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Day3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连通性冒烟的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6236AC-A973-6050-2E16-16007DCF267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Day3</a:t>
            </a:r>
            <a:r>
              <a:rPr lang="zh-CN" altLang="en-US" sz="1400"/>
              <a:t>连通性冒烟的分阶段落地方案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Day3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连通性冒烟方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Day3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连通性冒烟方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Day3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连通性冒烟目标与边界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Day3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连通性冒烟试点并跟踪关键指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Day3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连通性冒烟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F5DAEA4-C404-7CC7-3CFD-C7D2F7396C5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6C99F1-4820-32AD-C9AA-021BFD8A472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AFA904-FD75-8F3D-0733-EA6E9042B10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75103D-C7A4-7799-0909-EB129BD422A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F54AE7-AC63-F2DD-A235-D9BC7A3B8C7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508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Arial</vt:lpstr>
      <vt:lpstr>MiSans Demibold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2026-07-08T12:34:18Z</dcterms:modified>
</cp:coreProperties>
</file>