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D3862E-72E2-4669-8F19-85028DA2069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37894-DD98-48B7-B9B6-17ED33DE2F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287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7894-DD98-48B7-B9B6-17ED33DE2F6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840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7894-DD98-48B7-B9B6-17ED33DE2F6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830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7894-DD98-48B7-B9B6-17ED33DE2F6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534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7894-DD98-48B7-B9B6-17ED33DE2F6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286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7894-DD98-48B7-B9B6-17ED33DE2F6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360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7894-DD98-48B7-B9B6-17ED33DE2F6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640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6A3126-7547-532D-A123-4DFD6E2A5D3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5E69BEE-69FE-D443-0125-AB93AA33636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39852BB-813B-D583-063E-A7ACCB8ABD3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26767C-1A84-DB71-21FA-664A10C0765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6A286ED-243D-6D5A-D665-11D3DDF31B5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650B7C2-AD75-6D2A-5DE7-92012B9799B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78A058E-0FBF-36CB-F104-D44E40E76A7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D815F19-E76D-791C-0CD9-DE8BFD7A129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DF43530-5751-47D0-06BE-C7D2F633A5D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2026-07-09T02:11:31Z</dcterms:modified>
</cp:coreProperties>
</file>