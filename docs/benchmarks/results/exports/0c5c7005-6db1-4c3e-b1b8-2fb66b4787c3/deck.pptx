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2450E-B4AA-4E4B-B7DE-166FD24F091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014ED-B7D4-4E14-A510-B92F44245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40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ABTest0_1783519138351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9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19138351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903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8351913835 1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541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4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24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014ED-B7D4-4E14-A510-B92F442453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90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ABTest0_1783519138351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ABTest0_1783519138351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ABTest0_17835191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38351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399BC2-67FA-EA90-A440-79C07AFDA1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37D9B0-0E1A-2D6E-274A-B8CD9D823FB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ABTest0_1783519138351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3519138351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78A672-E353-46CB-8C52-81E2986D8D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0E9437-33EE-8169-DB7B-C916AC81A46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ABTest0_1783519138351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ABTest0_1783519138351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05532B-3B52-DCD7-A9C3-F49E25F2CC2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8351913835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510F2A-399A-8A24-644D-CD2E842EF4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783519138351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868A65-1C3C-FA90-D035-0A995529A5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A00494-C05C-B9EC-4B87-F840EE08F0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883989-5FDE-9B67-4E5A-FD730C16D52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0E07E1-D59E-5046-8A9C-7F2FD4ED25D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392606-DA47-8A93-7A49-EF1EAE7D81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82210A-6968-D8CA-53BA-E7DEE3F2A4F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DDEAE0-DEC2-E18A-8226-C899ADBD43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279D2C4-B0B4-8906-0AC3-C6EE63128F0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2026-07-08T14:00:34Z</dcterms:modified>
</cp:coreProperties>
</file>