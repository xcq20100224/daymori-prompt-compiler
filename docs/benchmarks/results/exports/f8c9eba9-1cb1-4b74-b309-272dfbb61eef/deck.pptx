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F09A4-F2F6-424F-BF0C-0AFE319A818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483E6-B88A-462C-8C4C-6BCD8D4B9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869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483E6-B88A-462C-8C4C-6BCD8D4B9C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153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483E6-B88A-462C-8C4C-6BCD8D4B9C4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524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483E6-B88A-462C-8C4C-6BCD8D4B9C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773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483E6-B88A-462C-8C4C-6BCD8D4B9C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018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483E6-B88A-462C-8C4C-6BCD8D4B9C4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215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483E6-B88A-462C-8C4C-6BCD8D4B9C4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577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21095CA-6F06-F5AA-D4D2-6A40A5B39CF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8238496-98EF-9BB3-C5AF-C6A64FE75B6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7B74D1A-6716-EA65-27CC-795B6BC5604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EF5CEB-401E-6210-CD04-B810C2A55BF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9158FA0-D1A8-EF59-2C3D-5A9653FC52F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A89E0C-BC35-7DDA-743C-0688F402282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3840E4-89A5-550E-8463-69C09216C15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AAA1279-1C56-D2C7-7860-41FB474E632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CAAF794-3E60-A1FD-F8C8-F3083940C8A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等线</vt:lpstr>
      <vt:lpstr>MiSans Medium</vt:lpstr>
      <vt:lpstr>MiSans Normal</vt:lpstr>
      <vt:lpstr>等线 Light</vt:lpstr>
      <vt:lpstr>Arial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2026-07-08T12:08:08Z</dcterms:modified>
</cp:coreProperties>
</file>