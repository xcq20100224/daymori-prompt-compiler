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3314BD-26A7-4FC1-9888-5B763C3A6A9E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4AECB6-C128-4139-879A-B33D94605A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14817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供应链数字化转型方案现状结构图 需要先完成问题分层与优先级重排。 图示：供应链数字化转型方案现状结构图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4AECB6-C128-4139-879A-B33D94605A88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22939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供应链数字化转型方案问题分层卡片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4AECB6-C128-4139-879A-B33D94605A88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42824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供应链数字化转型方案方案架构图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4AECB6-C128-4139-879A-B33D94605A88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95025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4AECB6-C128-4139-879A-B33D94605A88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3039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4AECB6-C128-4139-879A-B33D94605A88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60583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4AECB6-C128-4139-879A-B33D94605A88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50706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供应链数字化转型方案</a:t>
            </a:r>
            <a:endParaRPr lang="zh-CN" altLang="en-US" sz="27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供应链数字化转型方案提案汇报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950F85-0682-10A8-0EF5-B8D7B6643C83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供应链数字化转型方案提案汇报 供应链数字化转型方案提案汇报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供应链数字化转型方案的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33AB87F8-F926-9437-6B7F-720F4DAAACCA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7C4E2FC-AB39-B8E4-2D94-CD9D12CD0A9F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供应链数字化转型方案的核心约束与机会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供应链数字化转型方案当前在目标达成、资源配置与执行路径上存在明显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瓶颈。若继续沿用现有方式，成本、效率与可持续性将同步承压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图示：供应链数字化转型方案问题分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围绕供应链数字化转型方案可将问题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拆为目标定义、流程协同、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供应链数字化转型方案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BF2CBB4-528B-C3B4-4B14-6ED1BEDE6298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供应链数字化转型方案的分阶段落地方案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供应链数字化转型方案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方案建议采用“目标对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齐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能力建设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效果验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证”三层架构，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先完成基线与关键能力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供应链数字化转型方案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阶段：明确供应链数字化转型方案目标与边界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完成供应链数字化转型方案试点并跟踪关键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建议围绕供应链数字化转型方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03151B5-49C5-5FCA-05B9-DC5FB0B7B429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E95162E-FA9D-ED4F-99E0-00AE650CC352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5DC1D66-90D5-E805-E438-1358DEFB5CE7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4975EFE-428B-1260-CB58-E3D496241967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1891651-2888-88E6-6341-DAE624A5F25B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614</Words>
  <Application>Microsoft Office PowerPoint</Application>
  <PresentationFormat>宽屏</PresentationFormat>
  <Paragraphs>90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思源黑体 CN Normal</vt:lpstr>
      <vt:lpstr>MiSans Normal</vt:lpstr>
      <vt:lpstr>MiSans ExtraLight</vt:lpstr>
      <vt:lpstr>MiSans Medium</vt:lpstr>
      <vt:lpstr>MiSans</vt:lpstr>
      <vt:lpstr>等线 Light</vt:lpstr>
      <vt:lpstr>MiSans Demibold</vt:lpstr>
      <vt:lpstr>MiSans Semibold</vt:lpstr>
      <vt:lpstr>MiSans Light</vt:lpstr>
      <vt:lpstr>等线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2026-07-08T10:18:02Z</dcterms:modified>
</cp:coreProperties>
</file>