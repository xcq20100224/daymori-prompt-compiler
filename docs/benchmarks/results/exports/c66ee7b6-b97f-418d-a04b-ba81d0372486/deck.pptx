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0942C-AEC5-4E3B-9AAA-43FDDDFC1CC1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C4F00A-AC92-4C56-9465-5BA4088D97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784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供应链数字化转型方案现状结构图 本下降与响应效率提升。 图示：供应链数字化转型方案现状结构图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4F00A-AC92-4C56-9465-5BA4088D978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381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供应链数字化转型方案问题分层卡片 知识库缺口、监控盲区”四类问题， 先补齐兜底机制， 再逐步扩大自动化覆盖范围。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4F00A-AC92-4C56-9465-5BA4088D978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126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4F00A-AC92-4C56-9465-5BA4088D978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598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4F00A-AC92-4C56-9465-5BA4088D978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0990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方案价值与下一步推进优先级。 图示：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4F00A-AC92-4C56-9465-5BA4088D978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85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4F00A-AC92-4C56-9465-5BA4088D978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402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供应链数字化转型方案提案汇报：体验与增长并重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D896C16-8893-CD6E-E492-4DFE9F48BC4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供应链数字化转型方案提案汇报：体验与增长并重 供应链数字化转型方案提案汇报：体验与增长并重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供应链数字化转型方案的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9A2F326-2224-4995-89B6-68EFF80E137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0D0731-2441-F534-4977-F4DDDEAF7DC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供应链数字化转型方案目前在高频场景中存在明显资源浪费，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标准问题处理成本偏高。若按试点方式先覆盖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TOP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场景，可在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/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个月内验证单位成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图示：供应链数字化转型方案问题分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围绕供应链数字化转型方案需重点拆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解“误判风险、转人工滞后、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供应链数字化转型方案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35D87B-4920-0716-41F3-CB8B2AFA2E1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供应链数字化转型方案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阶段：定义供应链数字化转型方案关键体验指标与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在核心触点试点供应链数字化转型方案体验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阶段：根据用户反馈迭代并扩展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9219EDA-1C25-280B-BDF2-CFBF13FEAF3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265A2D8-E7E1-DDB8-2618-F26D8757651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CB47F3A-0E2C-3C09-5716-9872478A03B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E3EF924-D2C6-168A-ABD3-87704CFAC1B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4526F9-49DD-AAFE-C4E3-7F5976BF928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467</Words>
  <Application>Microsoft Office PowerPoint</Application>
  <PresentationFormat>宽屏</PresentationFormat>
  <Paragraphs>72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2026-07-09T04:43:34Z</dcterms:modified>
</cp:coreProperties>
</file>