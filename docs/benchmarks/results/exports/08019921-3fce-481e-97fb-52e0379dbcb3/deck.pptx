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F87CC-F27A-42FC-AB98-CB633AB1D43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D38A89-A6A5-415D-B333-35EC422FB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23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38A89-A6A5-415D-B333-35EC422FBDC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696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38A89-A6A5-415D-B333-35EC422FBDC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61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38A89-A6A5-415D-B333-35EC422FBDC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46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38A89-A6A5-415D-B333-35EC422FBDC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5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38A89-A6A5-415D-B333-35EC422FBDC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76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D38A89-A6A5-415D-B333-35EC422FBDC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361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01ABC97-E02A-9581-55AC-13B77BDE99E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915D0FA-B8D9-0B9E-E1E7-A088C10B527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57DC9A-DC30-0C38-89FF-FEB93CF60C5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6122C2-494E-39C8-BA93-11B33BEFAB0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06AAAD-3847-A998-C763-D7495DE35E1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4DACC9-5057-8EA4-10A7-3E65CDF947F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CFEBF4F-F47E-38C5-7184-41DC3CE8BBA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3426C6-4E8A-5324-A532-FE4230D23C4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28DB40-6583-EB1C-9B65-C21AE7BEFE2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2026-07-09T02:31:10Z</dcterms:modified>
</cp:coreProperties>
</file>