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D9E97-80BA-4FA7-8F22-D0342A9AFAF6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00B256-0825-4CD1-BB85-03F0EC2B82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1974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0B256-0825-4CD1-BB85-03F0EC2B822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3107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0B256-0825-4CD1-BB85-03F0EC2B822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9348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0B256-0825-4CD1-BB85-03F0EC2B822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9388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0B256-0825-4CD1-BB85-03F0EC2B822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51471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0B256-0825-4CD1-BB85-03F0EC2B822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4655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0B256-0825-4CD1-BB85-03F0EC2B822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610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EB8EA89-B7C5-708A-D82C-AAD331BDFF3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320B9B9-ECF9-6912-6057-45C89B65737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D5C3752-2D78-4694-C5EF-7EAB12201D6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4EBA344-F8D1-1D42-1D7D-4443065A345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2CD8B3-0A80-E7A5-FE83-9A1F6525186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4C27044-F3FB-6B31-2C1C-3F1EA98A634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70627E1-3946-71C2-56B4-468EBD5F5E0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4FFBC04-CA10-A214-89B8-C6103508C19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C164924-2653-70AB-913F-7ED24805B73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Semibold</vt:lpstr>
      <vt:lpstr>等线 Light</vt:lpstr>
      <vt:lpstr>MiSans Light</vt:lpstr>
      <vt:lpstr>Arial</vt:lpstr>
      <vt:lpstr>思源黑体 CN Normal</vt:lpstr>
      <vt:lpstr>MiSans Normal</vt:lpstr>
      <vt:lpstr>MiSans ExtraLight</vt:lpstr>
      <vt:lpstr>MiSans Medium</vt:lpstr>
      <vt:lpstr>MiSans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2026-07-09T04:21:36Z</dcterms:modified>
</cp:coreProperties>
</file>