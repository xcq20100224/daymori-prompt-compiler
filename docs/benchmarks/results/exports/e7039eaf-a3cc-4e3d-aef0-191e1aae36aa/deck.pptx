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03462-330C-4BF7-A4B8-ED55E69573D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5048B-6E41-49AE-AC79-BA38115A1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944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048B-6E41-49AE-AC79-BA38115A18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061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048B-6E41-49AE-AC79-BA38115A18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611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048B-6E41-49AE-AC79-BA38115A18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951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048B-6E41-49AE-AC79-BA38115A18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728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048B-6E41-49AE-AC79-BA38115A18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32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048B-6E41-49AE-AC79-BA38115A18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7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E864B2-7DF9-B966-E91A-E3C6DCB6EE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5D34CF3-AE5E-9AE7-54A4-6CEB9010AF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50EC9B-33B1-5AD8-57A0-B161A17DA8D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921B54-0F59-FE1D-B003-2C69E7690F44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4CC838-90C6-8C32-5DA1-1C4BDD299A9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CB4F71-270F-61FE-A7B5-5BC1E83C505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阶段接入客服系统并灰度上线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7CE079-B08B-4836-7C13-1FCAA22CCCD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F43FC6-F524-4192-948B-47D90382E8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469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等线</vt:lpstr>
      <vt:lpstr>MiSans Demibold</vt:lpstr>
      <vt:lpstr>等线 Light</vt:lpstr>
      <vt:lpstr>MiSans ExtraLight</vt:lpstr>
      <vt:lpstr>MiSans Light</vt:lpstr>
      <vt:lpstr>MiSans Medium</vt:lpstr>
      <vt:lpstr>MiSans Normal</vt:lpstr>
      <vt:lpstr>MiSans Semibold</vt:lpstr>
      <vt:lpstr>Arial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2026-07-06T01:32:40Z</dcterms:modified>
</cp:coreProperties>
</file>