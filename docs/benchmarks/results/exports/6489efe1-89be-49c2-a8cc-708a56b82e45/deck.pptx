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A3D0D-DF32-4C5E-AE7A-547C837AABB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3115C-49C4-4207-B455-2A2CDA01C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513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17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07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65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35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04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115C-49C4-4207-B455-2A2CDA01C4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72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E2FEC5-ACB5-BE5A-CF62-689BF6EE79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A7D234F-D125-584D-C7DA-30D7C328C7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47B76C-3397-D9D6-689F-6ADADFB91B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0E1861-0DD7-F876-09BC-CC1DB124A9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9E6416-973C-E1C7-A7E8-D8FFAA102C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176066-B9B0-48A1-12EE-686AB9E6ED8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93F377-981C-9A5A-9A7B-B2191F2BF3B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BE170B-D293-A77B-71A8-2FDC65383A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CFA304-7BB9-0EFF-0082-96E8E4F1A5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2026-07-08T12:55:40Z</dcterms:modified>
</cp:coreProperties>
</file>