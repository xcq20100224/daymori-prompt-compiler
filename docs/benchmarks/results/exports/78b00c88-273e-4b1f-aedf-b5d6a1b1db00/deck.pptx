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4B1D3-FDCC-421C-8E4D-F8B896CA58E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9947-20B6-4FD7-8813-6EA6CB4F9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46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432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834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82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466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825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9947-20B6-4FD7-8813-6EA6CB4F91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53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C0FA4D-B1F3-32F9-E272-FCC9341A32C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DDEE50E-AA6D-6AD8-1EB1-8E172D1F5A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84A174-082A-66B4-C46C-2E2E848C7E9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5E3549-CD19-B46D-2B8F-578A85278D2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1CB99A-8D80-DC3D-F11D-AD4A048845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16832B-F5E1-5FA6-4E88-9CFDC15A018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5BBF66-3420-EDCC-7DC1-24476BF38DF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1EB111-BE01-9CEC-49DC-E99FFF7E26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DF4C10-CA17-6067-C6D8-D93835F19DF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</vt:lpstr>
      <vt:lpstr>MiSans Demibold</vt:lpstr>
      <vt:lpstr>MiSans</vt:lpstr>
      <vt:lpstr>等线 Light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2026-07-08T12:47:49Z</dcterms:modified>
</cp:coreProperties>
</file>