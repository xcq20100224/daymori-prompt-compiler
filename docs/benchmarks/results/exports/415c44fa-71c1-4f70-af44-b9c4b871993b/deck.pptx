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E0D41-6142-4E94-8B09-5EDBDF02462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0A4C1-DE6A-4B48-923F-2B51A6FBE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145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0A4C1-DE6A-4B48-923F-2B51A6FBEEA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50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0A4C1-DE6A-4B48-923F-2B51A6FBEEA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712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0A4C1-DE6A-4B48-923F-2B51A6FBEEA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079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0A4C1-DE6A-4B48-923F-2B51A6FBEEA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458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0A4C1-DE6A-4B48-923F-2B51A6FBEEA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794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0A4C1-DE6A-4B48-923F-2B51A6FBEEA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507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5A1F0D-5EB2-181E-C75E-0FDB89D2D0C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9BEB77A-BEAD-3736-41A3-545139AC7E1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F99B9B-1EBA-523B-524F-A050F66F0E1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008432-4592-BA21-F1CE-D2CA6321280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97B739-0072-8D06-43C0-B10776003AB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8A969A-57A0-F759-A28A-3C747770455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F7DDE29-22B2-677F-0B1C-C2C24A55626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1E5547D-3F5C-EF05-D5D3-F75EE790798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2B1802-1448-670D-B993-DE393782810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2026-07-09T02:41:30Z</dcterms:modified>
</cp:coreProperties>
</file>