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2A5277-9210-4C27-BCD2-0206D2282CE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5FE79-1EEF-47DC-ACDD-CBF0B37B35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533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5FE79-1EEF-47DC-ACDD-CBF0B37B35B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76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5FE79-1EEF-47DC-ACDD-CBF0B37B35B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5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5FE79-1EEF-47DC-ACDD-CBF0B37B35B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772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5FE79-1EEF-47DC-ACDD-CBF0B37B35B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117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5FE79-1EEF-47DC-ACDD-CBF0B37B35B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93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5FE79-1EEF-47DC-ACDD-CBF0B37B35B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96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58C391-3780-3A3A-8F08-2CFC5E520DF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421BB38-42BC-A83A-DCC2-D61768A3B8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C63743-2819-EDF9-DD5D-20C68C926F4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6D1156-4918-0F88-EDB4-62B35BB359D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726A0E-26D3-5652-6E44-001A1E318B3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B3196F-EC73-F0DC-C64A-E843864EEEF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1151CE-3A7D-94B6-25CA-2D916473E09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DF6DFF-D5B1-4776-26D3-C3F79FFBD69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1EE661-39AD-2140-7DAF-DDE2100F1DB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</vt:lpstr>
      <vt:lpstr>MiSans Demibold</vt:lpstr>
      <vt:lpstr>MiSans Light</vt:lpstr>
      <vt:lpstr>等线 Light</vt:lpstr>
      <vt:lpstr>MiSans Semibold</vt:lpstr>
      <vt:lpstr>Arial</vt:lpstr>
      <vt:lpstr>思源黑体 CN Normal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2026-07-07T07:54:55Z</dcterms:modified>
</cp:coreProperties>
</file>