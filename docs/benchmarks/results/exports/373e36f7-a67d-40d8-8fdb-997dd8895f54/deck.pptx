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8CBCF9-487B-4066-9BC8-599D840A952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ECD9B-0AAB-44D2-9852-68E31B5D39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302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ECD9B-0AAB-44D2-9852-68E31B5D391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863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ECD9B-0AAB-44D2-9852-68E31B5D391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905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ECD9B-0AAB-44D2-9852-68E31B5D391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808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ECD9B-0AAB-44D2-9852-68E31B5D391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984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ECD9B-0AAB-44D2-9852-68E31B5D391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7439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ECD9B-0AAB-44D2-9852-68E31B5D391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312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3652E1A-9C68-BCCB-9CCF-5489EAFDED3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E0B50EF-A4DD-6088-331B-EC628960F60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60560AF-2374-A6B2-ACBA-A56D3DDE4F7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B16ECA-9668-7451-2356-0CD6B454E5A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BD3907B-B145-17E9-04A0-C1E39A0E3EC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B4FE9D3-42B9-1B14-4C74-F5607C0EFC7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61DB37E-35EE-A00B-D074-33C071D786C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210232A-1FEE-7EAB-63B0-C3C2ED0CD8A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205B214-BAAD-3918-85B4-63C7A8D3A21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2026-07-08T12:09:08Z</dcterms:modified>
</cp:coreProperties>
</file>