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04659E-79F7-4125-9ECB-0F71F5BEEC5E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379FC0-709B-4390-B4E9-EC905EC4BE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33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79FC0-709B-4390-B4E9-EC905EC4BE4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18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79FC0-709B-4390-B4E9-EC905EC4BE4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40562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79FC0-709B-4390-B4E9-EC905EC4BE4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25906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79FC0-709B-4390-B4E9-EC905EC4BE4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91779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79FC0-709B-4390-B4E9-EC905EC4BE4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08737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79FC0-709B-4390-B4E9-EC905EC4BE4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0641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95AB873-1F5A-1D82-006C-A6C7B7FB545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6821366-67FC-A3AB-E3AB-DE883557EF3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22255FB-17E2-BBC0-6A2F-0A0D4B8C52D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BFC6549-1501-E228-93C6-38172F0F4E80}"/>
              </a:ext>
            </a:extLst>
          </p:cNvPr>
          <p:cNvSpPr txBox="1"/>
          <p:nvPr/>
        </p:nvSpPr>
        <p:spPr>
          <a:xfrm>
            <a:off x="1219200" y="445632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售前咨询、订单状态、退换货政策与基础售后进度通常具备标准答案，适合由</a:t>
            </a:r>
            <a:r>
              <a:rPr lang="en-US" altLang="zh-CN" sz="1000"/>
              <a:t>AI</a:t>
            </a:r>
            <a:r>
              <a:rPr lang="zh-CN" altLang="en-US" sz="1000"/>
              <a:t>客服优先承接。</a:t>
            </a:r>
          </a:p>
          <a:p>
            <a:r>
              <a:rPr lang="zh-CN" altLang="en-US" sz="1000"/>
              <a:t>人工团队应聚焦投诉处理、复杂异常与高价值客户沟通，以提升整体服务质量。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9BD3D75-4E70-53E9-01A7-4DC89F9D613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能力与实施并行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BC076BC-867B-1822-E58F-B984F1E86104}"/>
              </a:ext>
            </a:extLst>
          </p:cNvPr>
          <p:cNvSpPr txBox="1"/>
          <p:nvPr/>
        </p:nvSpPr>
        <p:spPr>
          <a:xfrm>
            <a:off x="1219200" y="187360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方案设计 方案设计 方案以知识库、意图识别、多轮对话、工单联动与人工转接为核心能力，先覆盖标准化问答场景，</a:t>
            </a:r>
          </a:p>
          <a:p>
            <a:r>
              <a:rPr lang="zh-CN" altLang="en-US" sz="1000"/>
              <a:t>再逐步接入质检分析与运营报表，形成可持续优化的服务闭环。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阶段接入客服系统并灰度上线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E711971-2885-1DCC-73A4-19B339DB7A70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管理决策 管理决策 确认试点范围与预算边界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2E55934-9A00-9C65-0093-C81CA0D42CB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469</Words>
  <Application>Microsoft Office PowerPoint</Application>
  <PresentationFormat>宽屏</PresentationFormat>
  <Paragraphs>63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MiSans ExtraLight</vt:lpstr>
      <vt:lpstr>等线 Light</vt:lpstr>
      <vt:lpstr>Arial</vt:lpstr>
      <vt:lpstr>MiSans Semibold</vt:lpstr>
      <vt:lpstr>MiSans</vt:lpstr>
      <vt:lpstr>MiSans Demibold</vt:lpstr>
      <vt:lpstr>MiSans Light</vt:lpstr>
      <vt:lpstr>思源黑体 CN Normal</vt:lpstr>
      <vt:lpstr>等线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2026-07-06T01:33:50Z</dcterms:modified>
</cp:coreProperties>
</file>