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4659E-79F7-4125-9ECB-0F71F5BEEC5E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379FC0-709B-4390-B4E9-EC905EC4BE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3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18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056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2590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177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873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379FC0-709B-4390-B4E9-EC905EC4BE4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641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95AB873-1F5A-1D82-006C-A6C7B7FB545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6821366-67FC-A3AB-E3AB-DE883557EF3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2255FB-17E2-BBC0-6A2F-0A0D4B8C52D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BFC6549-1501-E228-93C6-38172F0F4E80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BD3D75-4E70-53E9-01A7-4DC89F9D613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能力与实施并行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BC076BC-867B-1822-E58F-B984F1E86104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阶段接入客服系统并灰度上线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711971-2885-1DCC-73A4-19B339DB7A7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 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E55934-9A00-9C65-0093-C81CA0D42CB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366</Words>
  <Application>Microsoft Office PowerPoint</Application>
  <PresentationFormat>宽屏</PresentationFormat>
  <Paragraphs>50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2026-07-06T01:36:19Z</dcterms:modified>
</cp:coreProperties>
</file>