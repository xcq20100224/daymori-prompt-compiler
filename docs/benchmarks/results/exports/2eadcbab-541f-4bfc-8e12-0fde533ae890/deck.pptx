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4A8D9-ED23-4174-923C-C9EA8F97F23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EF4E1-BCC6-4B6F-A32F-FB0E2CD895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57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EF4E1-BCC6-4B6F-A32F-FB0E2CD895C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230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EF4E1-BCC6-4B6F-A32F-FB0E2CD895C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848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EF4E1-BCC6-4B6F-A32F-FB0E2CD895C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463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EF4E1-BCC6-4B6F-A32F-FB0E2CD895C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352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EF4E1-BCC6-4B6F-A32F-FB0E2CD895C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890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EF4E1-BCC6-4B6F-A32F-FB0E2CD895C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82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453C4A-941E-AA6E-07E1-2DEBAD1EFBF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267CC5-718C-D106-E0A3-B659562F378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5A1DE2-2A25-6F54-5A9B-1B70EE9C983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D3B0F7-CB00-9E44-FA53-BB4504F07E6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8D9252-AEF4-AA3D-4841-2AD6F2A28C0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EC15C9-FF9F-7863-693C-28060F0EAF4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880A15-841A-8A48-D95D-7F3A0CB46A0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CE3B99-8A97-60B2-E2B0-2CB60698AD7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340AEE-E456-78D5-3D36-65B544401D2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MiSans Normal</vt:lpstr>
      <vt:lpstr>MiSans Medium</vt:lpstr>
      <vt:lpstr>等线</vt:lpstr>
      <vt:lpstr>思源黑体 CN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2026-07-08T04:57:53Z</dcterms:modified>
</cp:coreProperties>
</file>