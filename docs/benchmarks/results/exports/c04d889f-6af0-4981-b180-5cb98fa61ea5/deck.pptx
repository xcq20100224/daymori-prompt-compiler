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E0B8D-F0C0-4CBC-B626-5327D4DAC3A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4F853-1164-46E7-97ED-0B406000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05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4F853-1164-46E7-97ED-0B4060003F5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266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4F853-1164-46E7-97ED-0B4060003F5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681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4F853-1164-46E7-97ED-0B4060003F5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24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4F853-1164-46E7-97ED-0B4060003F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613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4F853-1164-46E7-97ED-0B4060003F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650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4F853-1164-46E7-97ED-0B4060003F5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6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F49E2F-9ABE-E9F3-DF84-F5DFA95FA58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1484AC-9F0B-19A0-8173-E28ED51DA0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B02273-9B1C-7A7B-F990-0E7DC0C7458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D894AC-AEA2-11BB-C6A1-7DF8BFC2C17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BBD25C-4E16-55B9-8C86-F3D1D4D3A0D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87324B-A0E7-C9BE-3C2B-C43A21EC07E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30D1B3-388F-CDAF-D3C9-1BC1E7B2BA7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1C5AA9D-0E79-71E8-804B-D9D109DB67B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70C5B4-AAF1-CA8C-A273-FD779B26187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Demibold</vt:lpstr>
      <vt:lpstr>MiSans Semibold</vt:lpstr>
      <vt:lpstr>等线 Light</vt:lpstr>
      <vt:lpstr>MiSans Light</vt:lpstr>
      <vt:lpstr>思源黑体 CN Normal</vt:lpstr>
      <vt:lpstr>MiSans Normal</vt:lpstr>
      <vt:lpstr>MiSans Medium</vt:lpstr>
      <vt:lpstr>MiSans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2026-07-08T12:55:28Z</dcterms:modified>
</cp:coreProperties>
</file>