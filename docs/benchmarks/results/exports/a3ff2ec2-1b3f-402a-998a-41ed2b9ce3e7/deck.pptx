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3CCB7-AACF-4E41-B628-FF68CA1FBE2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AA55E-7E37-4664-9425-82C71DE700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62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AA55E-7E37-4664-9425-82C71DE7006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73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AA55E-7E37-4664-9425-82C71DE7006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834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AA55E-7E37-4664-9425-82C71DE7006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432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AA55E-7E37-4664-9425-82C71DE7006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220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AA55E-7E37-4664-9425-82C71DE7006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71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AA55E-7E37-4664-9425-82C71DE7006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943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4E2B10-A33B-79A4-7998-B7043B9DA46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E5140E4-270A-2184-CDFB-ACE23D5875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89F391-7F57-C022-D518-5D758E5B8A1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FC8F94-0EAD-FB6C-A77D-588EE62B6A2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FFE511-E8B5-5917-AADE-CCC71B0EFA4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1D680D-A066-D603-EC53-D233042F0E8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C3AA5B-1009-7D09-D0A7-2C3DF5621E7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B792E7-1E58-BF36-17B3-FC07441AD7C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3AB9466-2F5C-682D-1805-809E82D763E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2026-07-07T08:22:48Z</dcterms:modified>
</cp:coreProperties>
</file>