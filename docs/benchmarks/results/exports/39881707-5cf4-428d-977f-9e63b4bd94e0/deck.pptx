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CF48EF-235D-4528-BA4B-23CB4767CC7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2B14AB-8D9A-4F50-95C7-919FAF85D1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588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核心</a:t>
            </a:r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B14AB-8D9A-4F50-95C7-919FAF85D14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2523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ABTest1_1783519086508</a:t>
            </a:r>
            <a:r>
              <a:rPr lang="zh-CN" altLang="en-US"/>
              <a:t>现状结构图 效率与可持续性将同步承压，需要先完成问题分层与优先级重排。 图示： </a:t>
            </a:r>
            <a:r>
              <a:rPr lang="en-US" altLang="zh-CN"/>
              <a:t>ABTest1_1783519086508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B14AB-8D9A-4F50-95C7-919FAF85D14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75638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ABTest1_1783519086508</a:t>
            </a:r>
            <a:r>
              <a:rPr lang="zh-CN" altLang="en-US"/>
              <a:t>问题分层卡片 义、流程协同、 执行能力与反馈闭环四个层面。 先聚焦高频高影响环节， 再逐步覆盖复杂场景， 可显著降低试点风险。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B14AB-8D9A-4F50-95C7-919FAF85D14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05659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ABTest1_1783519086508</a:t>
            </a:r>
            <a:r>
              <a:rPr lang="zh-CN" altLang="en-US"/>
              <a:t>方案架构图 验证”三层架构， 先完成基线与关键能力 建设， 再通过迭代机制优化质 量， 形成可复制的执行闭环。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B14AB-8D9A-4F50-95C7-919FAF85D14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40829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B14AB-8D9A-4F50-95C7-919FAF85D14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12081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B14AB-8D9A-4F50-95C7-919FAF85D14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03656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2B14AB-8D9A-4F50-95C7-919FAF85D14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5329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ABTest1_1783519086508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ABTest1_1783519086508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提案汇报 内容由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ABTest1_178</a:t>
            </a:r>
          </a:p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3519086508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的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96C0130-F373-1EB1-7582-03E0E4CF39A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ABTest1_1783519086508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当前在目标达成、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资源配置与执行路径上存在明显瓶颈。若继续沿用现有方式，成本、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ABTest1_17835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19086508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问题分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ABTest1_178351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9086508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可将问题拆为目标定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ABTest1_17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8351908650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8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…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8351908650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8351908650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ABTest1_178351908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ABTest1_178351908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ABTest1_1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783519086508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01B3FF4-5441-03DD-47AC-B5D0544A456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BADFA40-EA56-44F6-ED62-73E1389D6EB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A1E8F35-7F5A-1A90-EE5A-4B98F507318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32F53BF-4B01-78D9-E8BC-D2497709825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800E3FF-9438-E5A5-96F0-D231FD27CB2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439</Words>
  <Application>Microsoft Office PowerPoint</Application>
  <PresentationFormat>宽屏</PresentationFormat>
  <Paragraphs>84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思源黑体 CN Normal</vt:lpstr>
      <vt:lpstr>Arial</vt:lpstr>
      <vt:lpstr>MiSans Medium</vt:lpstr>
      <vt:lpstr>MiSans Normal</vt:lpstr>
      <vt:lpstr>等线</vt:lpstr>
      <vt:lpstr>等线 Light</vt:lpstr>
      <vt:lpstr>MiSans</vt:lpstr>
      <vt:lpstr>MiSans Demibold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2026-07-08T13:58:14Z</dcterms:modified>
</cp:coreProperties>
</file>