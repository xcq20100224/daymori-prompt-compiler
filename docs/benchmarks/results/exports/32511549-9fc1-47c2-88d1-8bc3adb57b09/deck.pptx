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3817E-1CD7-4EC6-AAB2-BDCDA9945E8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ACB2D-F1C8-4894-9EEF-A7A4691612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36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ACB2D-F1C8-4894-9EEF-A7A4691612A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00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ACB2D-F1C8-4894-9EEF-A7A4691612A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767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ACB2D-F1C8-4894-9EEF-A7A4691612A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453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ACB2D-F1C8-4894-9EEF-A7A4691612A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170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ACB2D-F1C8-4894-9EEF-A7A4691612A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978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ACB2D-F1C8-4894-9EEF-A7A4691612A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021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6C2D11-81AD-51E1-7CD3-B8488F29D36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F55994A-3E52-C30E-B8BB-A92BC74194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104E4A-BD7F-0D18-1488-6C33CC81F96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4A6EE0-6A6D-DA8B-3AB7-6D130A567BE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D2764C-E7C8-F56F-97C9-8931F262A57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D54817-1EF0-0F8E-C4DD-FBC84ABF246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5BFFAD4-F6BB-40A3-D235-3A540A4B3D5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8B98B92-D0B0-08E2-6CBB-F42D46FEA10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8174EC-62CF-D6CE-5900-6B5D9C0B647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2026-07-09T02:29:18Z</dcterms:modified>
</cp:coreProperties>
</file>