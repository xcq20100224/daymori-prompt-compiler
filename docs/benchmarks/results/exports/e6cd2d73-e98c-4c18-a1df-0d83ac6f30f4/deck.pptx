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60D32-AEC2-4574-B6F0-E4E1AA11476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51047-DF98-47C4-8649-400023E44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25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51047-DF98-47C4-8649-400023E44A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694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51047-DF98-47C4-8649-400023E44A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531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51047-DF98-47C4-8649-400023E44A1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60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51047-DF98-47C4-8649-400023E44A1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469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51047-DF98-47C4-8649-400023E44A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302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51047-DF98-47C4-8649-400023E44A1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222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3CB00D-96DB-1C6A-F522-F2B1185DBF7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13579B3-BA87-9105-6557-D2BEF342EF8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8145C2-B171-753B-E3B9-B274CE87D06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633A79-C65B-8347-E38A-8BE53D5988A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CC696B-E533-DFD4-ED7E-15A27260B0B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E155C1-6972-25CD-9BC2-B18C8BFE1CF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D2E5C5-B655-4CE0-7C7B-61D5AB4D1C4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610C69-19A9-677B-9825-F3708FB748E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7ECF51-F07B-6D7D-4774-23688F7806A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2026-07-08T11:57:01Z</dcterms:modified>
</cp:coreProperties>
</file>