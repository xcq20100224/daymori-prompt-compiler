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D66CE-7E53-4922-8461-5C376058BC6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046AF-11EB-4067-AD7D-04D213F621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05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046AF-11EB-4067-AD7D-04D213F621B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30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046AF-11EB-4067-AD7D-04D213F621B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658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046AF-11EB-4067-AD7D-04D213F621B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736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046AF-11EB-4067-AD7D-04D213F621B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317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046AF-11EB-4067-AD7D-04D213F621B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965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046AF-11EB-4067-AD7D-04D213F621B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851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856141-B1EF-9745-96C1-43A9ECD2B15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C7A4859-61F3-8F0F-E196-AFF646FC9C2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7B3B59-FE10-3BBE-999C-90F9C7D2304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511D89-8533-E71A-0773-782DE6E1F25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3D1398-258D-4EC5-5A76-17BE1E14FCD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05807A-ACB1-A322-AD94-08B8B5A5CF3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E2F1A3F-4D15-A407-C1FA-1B9F0F86400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875D3-E3C0-A457-8389-0865B84BE27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C75F87-FAB7-8A9F-4AB4-918422004D5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2026-07-08T12:11:56Z</dcterms:modified>
</cp:coreProperties>
</file>