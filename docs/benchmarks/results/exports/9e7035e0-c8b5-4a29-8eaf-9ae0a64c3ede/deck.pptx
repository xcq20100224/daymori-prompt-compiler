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2F407C-27C1-4D4B-AC72-2C56759DFBE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DF2153-30A6-4DCB-9E8B-E83DBE0DD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6277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ABTest0_1783519043473</a:t>
            </a:r>
            <a:r>
              <a:rPr lang="zh-CN" altLang="en-US"/>
              <a:t>现状结构图 需要先完成问题分层与优先级重排。 图示： </a:t>
            </a:r>
            <a:r>
              <a:rPr lang="en-US" altLang="zh-CN"/>
              <a:t>ABTest0_1783519043473</a:t>
            </a:r>
            <a:r>
              <a:rPr lang="zh-CN" altLang="en-US"/>
              <a:t>现状结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DF2153-30A6-4DCB-9E8B-E83DBE0DDC0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0361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ABTest0_1783519043473</a:t>
            </a:r>
            <a:r>
              <a:rPr lang="zh-CN" altLang="en-US"/>
              <a:t>问题分层卡片 题拆为目标定义、流程协同、 执行能力与反馈闭环四个层面。 先聚焦高频高影响环节， 再逐步覆盖复杂场景， 可显著降低试点风险。 图示： </a:t>
            </a:r>
            <a:r>
              <a:rPr lang="en-US" altLang="zh-CN"/>
              <a:t>ABTest0_17835 19043473</a:t>
            </a:r>
            <a:r>
              <a:rPr lang="zh-CN" altLang="en-US"/>
              <a:t>问题分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DF2153-30A6-4DCB-9E8B-E83DBE0DDC0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4006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ABTest0_1783519043473</a:t>
            </a:r>
            <a:r>
              <a:rPr lang="zh-CN" altLang="en-US"/>
              <a:t>方案架构图 先完成基线与关键能力 建设， 再通过迭代机制优化质 量， 形成可复制的执行闭环。 图示： </a:t>
            </a:r>
            <a:r>
              <a:rPr lang="en-US" altLang="zh-CN"/>
              <a:t>ABTest0_17 8351904347 3</a:t>
            </a:r>
            <a:r>
              <a:rPr lang="zh-CN" altLang="en-US"/>
              <a:t>方案架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DF2153-30A6-4DCB-9E8B-E83DBE0DDC0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01474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DF2153-30A6-4DCB-9E8B-E83DBE0DDC0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96817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集，至少覆盖效率、质量、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DF2153-30A6-4DCB-9E8B-E83DBE0DDC0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0823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DF2153-30A6-4DCB-9E8B-E83DBE0DDC0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9777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ABTest0_1783519043473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ABTest0_1783519043473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ABTest0_17835190</a:t>
            </a:r>
          </a:p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43473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的核心</a:t>
            </a:r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…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91911DD-F0E1-8411-1054-39F42AA242C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143F1F2-A175-FD05-FC32-6DCEC8AB88A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ABTest0_1783519043473</a:t>
            </a:r>
            <a:r>
              <a:rPr lang="zh-CN" altLang="en-US" sz="1400"/>
              <a:t>的核心</a:t>
            </a:r>
            <a:r>
              <a:rPr lang="en-US" altLang="zh-CN" sz="1400"/>
              <a:t>…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ABTest0_1783519043473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当前在目标达成、资源配置与执行路径上存在明显瓶颈。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若继续沿用现有方式，成本、效率与可持续性将同步承压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</a:t>
            </a:r>
            <a:r>
              <a:rPr lang="en-US" sz="1000"/>
              <a:t>ABTest0_178</a:t>
            </a:r>
          </a:p>
          <a:p>
            <a:pPr algn="ctr"/>
            <a:r>
              <a:rPr lang="en-US" sz="1000"/>
              <a:t>3519043473</a:t>
            </a:r>
            <a:r>
              <a:rPr lang="zh-CN" altLang="en-US" sz="1000"/>
              <a:t>可将问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6D11BED-837F-EEFE-926D-0AB43CB68E8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BC6261D-9164-6FFA-1C29-F6E4531572B0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</a:t>
            </a:r>
            <a:r>
              <a:rPr lang="en-US" altLang="zh-CN" sz="1000"/>
              <a:t>ABTest0_1783519043473</a:t>
            </a:r>
            <a:r>
              <a:rPr lang="zh-CN" altLang="en-US" sz="1000"/>
              <a:t>可将问题拆为目标定义、流程协同、</a:t>
            </a:r>
          </a:p>
          <a:p>
            <a:r>
              <a:rPr lang="zh-CN" altLang="en-US" sz="1000"/>
              <a:t>执行能力与反馈闭环四个层面。先聚焦高频高影响环节，再逐步覆盖复杂场景，可显著降低试点风险。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ABTest0_1783519043473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的分阶</a:t>
            </a:r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…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14646A9-77FF-604A-DE88-1952C7AF6AA4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ABTest0_1783519043473</a:t>
            </a:r>
            <a:r>
              <a:rPr lang="zh-CN" altLang="en-US" sz="1400"/>
              <a:t>的分阶</a:t>
            </a:r>
            <a:r>
              <a:rPr lang="en-US" altLang="zh-CN" sz="1400"/>
              <a:t>…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ABTest0_17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8351904347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/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方案建议采用“目标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对齐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效果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验证”三层架构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7A80535-B8F4-8977-5120-83CBF4E140C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</a:t>
            </a:r>
          </a:p>
          <a:p>
            <a:pPr algn="ctr" defTabSz="914377">
              <a:defRPr/>
            </a:pP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904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ABTest0_1783519</a:t>
            </a:r>
          </a:p>
          <a:p>
            <a:pPr algn="ctr" defTabSz="914377">
              <a:defRPr/>
            </a:pP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04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</a:t>
            </a:r>
            <a:r>
              <a:rPr lang="en-US" altLang="zh-CN" sz="1000"/>
              <a:t>ABTest0_1</a:t>
            </a:r>
          </a:p>
          <a:p>
            <a:pPr>
              <a:lnSpc>
                <a:spcPct val="150000"/>
              </a:lnSpc>
            </a:pPr>
            <a:r>
              <a:rPr lang="en-US" altLang="zh-CN" sz="1000"/>
              <a:t>783519043473</a:t>
            </a:r>
            <a:r>
              <a:rPr lang="zh-CN" altLang="en-US" sz="1000"/>
              <a:t>建立统一指标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AE38011-25DB-9C8D-11BE-7E7B54C0D44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7579412-F5C9-33AB-2A90-A852E9C7466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E666B3C-E1C5-8BF3-2B5B-0F791BA7B42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BB691E1-FEFC-B156-9A2D-26FA87FE6F7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47E824B-0C09-759B-443E-20B6474659C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BB8D50D-ACBF-F06D-19AE-F18571918BF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E9ED366-6E93-6CA6-C7FD-3BCDFDF3CE8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1FB8AF7-1856-71BE-7C95-628B53D9B078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447</Words>
  <Application>Microsoft Office PowerPoint</Application>
  <PresentationFormat>宽屏</PresentationFormat>
  <Paragraphs>56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等线 Light</vt:lpstr>
      <vt:lpstr>思源黑体 CN Normal</vt:lpstr>
      <vt:lpstr>Arial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2026-07-08T13:57:38Z</dcterms:modified>
</cp:coreProperties>
</file>