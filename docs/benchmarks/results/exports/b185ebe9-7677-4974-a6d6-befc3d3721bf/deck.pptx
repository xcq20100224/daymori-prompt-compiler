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F013A-0BD5-405D-8902-453A5068C96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B2E1F-2AD7-42AE-88CC-A077A5EF16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24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B2E1F-2AD7-42AE-88CC-A077A5EF16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891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B2E1F-2AD7-42AE-88CC-A077A5EF16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096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B2E1F-2AD7-42AE-88CC-A077A5EF16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42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B2E1F-2AD7-42AE-88CC-A077A5EF16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551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B2E1F-2AD7-42AE-88CC-A077A5EF16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238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B2E1F-2AD7-42AE-88CC-A077A5EF16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84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F6FD94-2C00-1363-D9AB-E34F0D28566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3D1AD2-5A56-F276-64E4-B45ACC038B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054F27-77D2-6634-678E-358AD88B050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71B10D-6184-8879-3273-0434A478626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163323-BA44-A70B-215B-A08823270F6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5CA1B6-5C23-F9EF-7B7F-B22C637C311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9B6B0B-E865-437E-1A0F-95D8F386F09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5D3EDA-E4F3-50DD-5781-6DDD8FDBE34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D74E3C-F7F2-CD25-EB7E-3701DDDBCDC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2026-07-08T10:19:17Z</dcterms:modified>
</cp:coreProperties>
</file>