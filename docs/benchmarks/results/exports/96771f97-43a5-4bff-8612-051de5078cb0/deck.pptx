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86F861-1E11-40A8-81BE-5D345E8F0A3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00FBE-8E2C-4C73-9C21-816D13435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1867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126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3720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6520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1794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0196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0FBE-8E2C-4C73-9C21-816D134352F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119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7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供应链数字化转型方案</a:t>
            </a:r>
            <a:endParaRPr lang="zh-CN" altLang="en-US" sz="27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9BC1A3D-A6EE-E2C2-475E-51BEA01077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437837D-5399-3817-0813-C36C171CAE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C758547-3217-3886-24A2-E4FF492A6CE8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5B0A8FD-ACBC-4F66-9085-0EBC3D9D05D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99333DB-E08E-6EE6-6B76-3C76D0DEADE7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043E410-7B98-8C2F-7E60-026ECAA15D5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2F0300C-176A-A7C7-51E7-653687E5536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3FA54C-32E2-E5F9-79CF-0A0D5629B7F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9416BD8-C5BD-9BBC-7C25-CD6E9558E6AF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561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Normal</vt:lpstr>
      <vt:lpstr>MiSans Semibold</vt:lpstr>
      <vt:lpstr>等线</vt:lpstr>
      <vt:lpstr>Arial</vt:lpstr>
      <vt:lpstr>MiSans Medium</vt:lpstr>
      <vt:lpstr>思源黑体 CN Normal</vt:lpstr>
      <vt:lpstr>MiSans ExtraLight</vt:lpstr>
      <vt:lpstr>等线 Light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2026-07-08T04:42:05Z</dcterms:modified>
</cp:coreProperties>
</file>