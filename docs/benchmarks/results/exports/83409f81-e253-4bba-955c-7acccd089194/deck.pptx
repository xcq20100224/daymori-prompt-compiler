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0F982-9E74-4F5F-82DA-A5163F94CBB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E5F98-DD91-4602-961C-38CC540C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60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供应链优化现状结构图 优先级重排。 图示：供应链优化现状结构图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E5F98-DD91-4602-961C-38CC540C5A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405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供应链优化问题分层卡片 执行能力与反馈闭环四个层面。 先聚焦高频高影响环节， 再逐步覆盖复杂场景， 可显著降低试点风险。 图示： 供应链优化问题分层卡片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E5F98-DD91-4602-961C-38CC540C5A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38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供应链优化方案架构图 建设， 再通过迭代机制优化质 量， 形成可复制的执行闭环。 图示： 供应链优化方案架构图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E5F98-DD91-4602-961C-38CC540C5A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901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E5F98-DD91-4602-961C-38CC540C5A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724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E5F98-DD91-4602-961C-38CC540C5A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52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E5F98-DD91-4602-961C-38CC540C5A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90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供应链优化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ABC4A1-4A3A-EEB6-3E64-C1B6C26681A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供应链优化提案汇报 供应链优化提案汇报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供应链优化的核心约束与机会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FCB1598-7E23-6EE4-7545-AB4025EF2CD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5C6755-FD7F-8809-F87E-C6608D0BD65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供应链优化当前在目标达成、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围绕供应链优化可将问题拆为</a:t>
            </a:r>
          </a:p>
          <a:p>
            <a:pPr algn="ctr"/>
            <a:r>
              <a:rPr lang="zh-CN" altLang="en-US" sz="1000"/>
              <a:t>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87FE9F-8F44-EF4E-0C7C-915E45190B8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8E48B0-A8BD-3FBE-8CC9-6A8C27F9890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围绕供应链优化可将问题拆为目标定义、流程协同、执行能力与反馈闭环四个层面。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供应链优化的分阶段落地方案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66277C-44FE-F0FC-E47E-A6AC170881E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供应链优化方案建议采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能力建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效果验证”三层架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E91735-7153-5F2F-6EBA-6D994EE3F7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阶段：明确供应链优化目标与边界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阶段：完成供应链优化试点并跟踪关键指标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建议围绕供应链优化建立统一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1356C1A-B51D-168F-1F2F-F41CC3FB8EF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628F89-C6F8-212E-97D3-EB39C7D5862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建议围绕供应链优化建立统一指标集，至少覆盖效率、质量、成本与稳定性四类指标。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A1359B-7EA0-7570-1948-518CD8FC1F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B5568A-A637-6E48-CCAE-D69A088B1EC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C93C47-635D-4E54-1279-B7D73F506CD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4D1CBC-4651-27E7-5630-5AA26285B67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7AB1621-FB28-4B1D-6B18-0336F7510C2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648E552-9242-72C0-86E7-2F9B5A8CB22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4130FF-3666-2B0A-EED0-59A7E495B2B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547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2026-07-08T14:29:48Z</dcterms:modified>
</cp:coreProperties>
</file>