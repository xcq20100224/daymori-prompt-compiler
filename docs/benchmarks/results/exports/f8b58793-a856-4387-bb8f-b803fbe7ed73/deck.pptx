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E2BC1-ABEF-4C6F-96F7-DD93A735E198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41BE98-0A7C-4294-AE10-8FBA922763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829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1BE98-0A7C-4294-AE10-8FBA9227637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411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1BE98-0A7C-4294-AE10-8FBA9227637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636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1BE98-0A7C-4294-AE10-8FBA9227637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184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1BE98-0A7C-4294-AE10-8FBA9227637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9548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1BE98-0A7C-4294-AE10-8FBA9227637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556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1BE98-0A7C-4294-AE10-8FBA9227637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285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A22F47C-A21B-DD4F-5A1C-C5C083348A2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F11B0E4-675A-8DAE-36A1-47C16E3BF60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7B3066A-D900-E16E-FD7A-875F8D377B4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1870E5-5E32-DCDA-226D-6A995970EB8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BC55340-40A7-096E-F6A8-2EDEE0FFD75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42B6D9B-BA03-2125-FA01-441B01C6BC4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2FE23CA-899A-0EF3-544D-9E95F5DFB34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F67E6B-8E7B-F921-7E6F-54D9AD300E5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938AB5A-6A92-A650-7E75-F424EF1547C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2026-07-09T02:20:03Z</dcterms:modified>
</cp:coreProperties>
</file>