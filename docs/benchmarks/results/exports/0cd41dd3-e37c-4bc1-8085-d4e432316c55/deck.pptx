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3C6E2-A58C-46A7-9406-0B0897B58CA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FC3A9-CDC8-4C40-A3DD-7F01FFA11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292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FC3A9-CDC8-4C40-A3DD-7F01FFA11DD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393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FC3A9-CDC8-4C40-A3DD-7F01FFA11DD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536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FC3A9-CDC8-4C40-A3DD-7F01FFA11DD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373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FC3A9-CDC8-4C40-A3DD-7F01FFA11DD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929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FC3A9-CDC8-4C40-A3DD-7F01FFA11DD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552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FC3A9-CDC8-4C40-A3DD-7F01FFA11DD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130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0BE88DA-4C1A-04FA-CE8A-928F03DACF1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9377EF0-F1BA-5B08-1C61-F798AE55E2B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6FF82E7-9706-95AF-A6C8-D27511630CB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5791B5-9884-0A22-7677-165F09D19C8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C3F7AA7-91BD-4E92-5D4D-3CFD888C9CE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4BC030-8D8D-D1F1-4159-36875170031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E76BBD1-0775-F268-94C4-E9F346AD00C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EF60A3-99C0-E0C5-1A07-FC185F37494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F7866D-49B1-EC37-95B8-64A6D240C05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2026-07-08T11:32:01Z</dcterms:modified>
</cp:coreProperties>
</file>