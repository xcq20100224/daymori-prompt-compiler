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E6B4E2-B98F-46E4-A387-B7FB3059EFB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26430-AD13-43DD-85E6-5C1DA081F7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987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26430-AD13-43DD-85E6-5C1DA081F7F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458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26430-AD13-43DD-85E6-5C1DA081F7F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328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26430-AD13-43DD-85E6-5C1DA081F7F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2058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26430-AD13-43DD-85E6-5C1DA081F7F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934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26430-AD13-43DD-85E6-5C1DA081F7F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0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826430-AD13-43DD-85E6-5C1DA081F7F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6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E5BE90B-D8F9-A6CA-2BAA-D6B8F49ADA2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66DCE06-8E12-BE20-CDDF-E1EADA81A2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2B1C409-3C03-1228-75A6-63673C11346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F22B8D-68FF-04D9-5079-730B30F12EE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D8D303A-27D2-82CA-5C5F-83E68CC2DEE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232791-FDBB-B3BC-BBD1-ABFEF9520C7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D711F5-1F06-F57A-EE33-A8CB7399216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04F852-CFFA-6F07-F20A-1EB8507FA36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5A25F6-3481-8109-527E-70A8258C72E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2026-07-08T12:10:19Z</dcterms:modified>
</cp:coreProperties>
</file>