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8B75A-D8B7-444F-84D3-F788554E3FE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92629-65E5-4D17-8070-F11F78FEA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961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2629-65E5-4D17-8070-F11F78FEAE2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950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2629-65E5-4D17-8070-F11F78FEAE2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524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2629-65E5-4D17-8070-F11F78FEAE2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198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2629-65E5-4D17-8070-F11F78FEAE2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830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2629-65E5-4D17-8070-F11F78FEAE2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648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2629-65E5-4D17-8070-F11F78FEAE2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908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664E89-7862-CA0E-38E9-896165457E6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59E2A9A-2A42-A06B-6081-C64D5CF4D48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75E72E2-3669-3144-DF13-2EA1001068C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C2D379-D7E3-6E8B-B684-9AD04711C2F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66ED98-3A79-90E2-1658-D0D9151766E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5DDDC7-14FB-A60F-8DB5-571369F4822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6A8B58-B56A-6A33-28A4-4D6220FC559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EE01779-76A9-C4FC-6057-59B9FFB096A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F5ACBB-F081-F914-9F93-BB79A17EBA5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等线</vt:lpstr>
      <vt:lpstr>Arial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2026-07-08T04:32:22Z</dcterms:modified>
</cp:coreProperties>
</file>