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7F83D-1B8C-4D85-9B65-B348403E91D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38A31-96C9-488F-A1DE-C3652866E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443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本下降与响应效率提升。 图示：供应链数字化转型方案现状结构图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38A31-96C9-488F-A1DE-C3652866EE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47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知识库缺口、监控盲区”四类问题， 先补齐兜底机制， 再逐步扩大自动化覆盖范围。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38A31-96C9-488F-A1DE-C3652866EE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088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38A31-96C9-488F-A1DE-C3652866EE9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44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38A31-96C9-488F-A1DE-C3652866EE9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956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38A31-96C9-488F-A1DE-C3652866EE9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15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38A31-96C9-488F-A1DE-C3652866EE9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87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供应链数字化转型方案提案汇报：体验与增长并重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2C4729-CB30-3BFF-2A45-55D253E2C14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供应链数字化转型方案提案汇报：体验与增长并重 供应链数字化转型方案提案汇报：体验与增长并重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72C1AD9-C5CE-3137-9866-62BA33B3F78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AC8A033-255B-6BE6-865F-15C776EA5E1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供应链数字化转型方案目前在高频场景中存在明显资源浪费，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标准问题处理成本偏高。若按试点方式先覆盖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TOP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场景，可在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个月内验证单位成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围绕供应链数字化转型方案需重点拆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解“误判风险、转人工滞后、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7D7390-C1A8-EC89-349F-E80DB626478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供应链数字化转型方案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阶段：定义供应链数字化转型方案关键体验指标与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在核心触点试点供应链数字化转型方案体验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阶段：根据用户反馈迭代并扩展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EE93B0-CF63-62E7-9212-13C58A54ECE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20FD35-56CB-8AD7-7846-98A9AC0356C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343C62-A708-7CD2-7A3D-63B6B82EC86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99944E-1F04-DDD7-4E96-A186985B2BC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6E91DC-96DE-922E-D5B9-5D3311383C4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467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2026-07-09T04:43:47Z</dcterms:modified>
</cp:coreProperties>
</file>