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9E046-46E9-421C-8CF6-36E3F3C26A9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84FE7-94CC-46F9-9FE4-11ACD6F60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88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84FE7-94CC-46F9-9FE4-11ACD6F607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568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84FE7-94CC-46F9-9FE4-11ACD6F607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622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84FE7-94CC-46F9-9FE4-11ACD6F607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459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84FE7-94CC-46F9-9FE4-11ACD6F607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799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84FE7-94CC-46F9-9FE4-11ACD6F607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082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84FE7-94CC-46F9-9FE4-11ACD6F607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02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09417B-C61E-595A-FE98-65D57632FD5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95BE161-0319-3521-53E4-6D39D8AED8D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544078-092A-1F70-DCA1-18534619D1F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3390B8-E9E8-04B1-3911-FB0FD139EFB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FD544F-97D6-3951-C30D-451EF9DF2FA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6E8BE7-667F-7BF0-91E9-49C4DC89910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D246076-AE6A-37B0-6417-AD7FEEF8497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7EE602-CB09-7AD0-F052-3C874A56FC5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85CCF3-AD8B-116E-1D20-836F9C24943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2026-07-08T12:19:24Z</dcterms:modified>
</cp:coreProperties>
</file>