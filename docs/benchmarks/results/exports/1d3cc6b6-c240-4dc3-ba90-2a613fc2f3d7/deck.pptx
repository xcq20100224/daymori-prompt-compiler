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4AC72-AFE1-4BFE-94C7-272A3C045B9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CFFF0-0939-42FA-891B-EECFA90E12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818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CFFF0-0939-42FA-891B-EECFA90E120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316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CFFF0-0939-42FA-891B-EECFA90E120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390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CFFF0-0939-42FA-891B-EECFA90E120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172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CFFF0-0939-42FA-891B-EECFA90E120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595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CFFF0-0939-42FA-891B-EECFA90E120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675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CFFF0-0939-42FA-891B-EECFA90E120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96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969E8C-5638-D8BC-2ED9-563267BB034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14CBB0C-2ADD-A6DB-5626-CE9E8559605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FA8F85B-0FE3-1529-930D-D07DA02F6B3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573D4C-EA11-1693-34B6-E39059EF156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C1D040-5D08-D04F-01B2-CE034727E43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2D6242-0FC6-AEDB-DEA4-39776427242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19D1E8-C0B6-8208-5E84-8D0FABD7D0D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E31E2F-29E2-6BA6-DB9C-A8C6DE0FEED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D35AC8-8701-A63F-D98A-22EA465F134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2026-07-08T10:15:21Z</dcterms:modified>
</cp:coreProperties>
</file>