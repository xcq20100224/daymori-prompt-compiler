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7E2EE-B058-4819-8C23-1C7CBB0339BA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39955B-8F2F-41D0-BA79-BC526E82A9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906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39955B-8F2F-41D0-BA79-BC526E82A91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868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39955B-8F2F-41D0-BA79-BC526E82A91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635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39955B-8F2F-41D0-BA79-BC526E82A91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11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39955B-8F2F-41D0-BA79-BC526E82A91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133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39955B-8F2F-41D0-BA79-BC526E82A91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974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39955B-8F2F-41D0-BA79-BC526E82A91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97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9CDB31-8037-613F-7FB3-525000746A2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25BFAD0-194B-300E-BDF8-BD9893A38F7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2BE0A3-4E0D-C614-5F7F-906EF9EAA49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329DC6-7BA9-94AC-AE65-B6F5894C29E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7234637-26E0-2583-4E8F-1342653FD72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62902B-3872-AF71-A78E-793CD375532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DD2D19D-1D68-C65B-6267-CBCFE27E1B7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56E3BE1-36E5-A0D1-C279-A915BC594A2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0648D59-1C50-085A-F47E-0C1C71FAC7F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2026-07-07T07:50:24Z</dcterms:modified>
</cp:coreProperties>
</file>