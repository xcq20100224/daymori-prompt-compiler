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A414-AE77-445F-B5A9-62A5B8654C2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31485-A2EF-4AD8-AB2E-F9E8144F1A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540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1485-A2EF-4AD8-AB2E-F9E8144F1AF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276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1485-A2EF-4AD8-AB2E-F9E8144F1AF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310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1485-A2EF-4AD8-AB2E-F9E8144F1AF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038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1485-A2EF-4AD8-AB2E-F9E8144F1AF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893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1485-A2EF-4AD8-AB2E-F9E8144F1AF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330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31485-A2EF-4AD8-AB2E-F9E8144F1AF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17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3D416D-DE74-1F0B-B7B7-C0376B88356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FDEDEBF-47DD-E779-5A2C-9AD9370D925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E17C5B0-12C8-DBDE-F29E-51BF7D29C76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EC59AA-B0FB-47B6-677F-B736C9CE7A5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42F2FA-B640-6EE4-649B-B95DFF1BAD3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60CC4B-D5F7-EA44-8A95-BACB577DF0B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B01462-700C-B7B4-C3E4-2FCD71CFE73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EF75BB-7D41-1074-4881-7DC92B6DE05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BA3654-8EBD-81D4-6576-8EF4AB6C370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2026-07-08T04:49:17Z</dcterms:modified>
</cp:coreProperties>
</file>