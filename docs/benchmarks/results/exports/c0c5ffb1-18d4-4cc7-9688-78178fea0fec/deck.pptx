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C4846-2AB6-4B70-8556-CCDF6F7BC8A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E905A-3488-4BAD-8F3E-3FBC54427A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639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E905A-3488-4BAD-8F3E-3FBC54427A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336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E905A-3488-4BAD-8F3E-3FBC54427A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263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E905A-3488-4BAD-8F3E-3FBC54427A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348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E905A-3488-4BAD-8F3E-3FBC54427A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053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E905A-3488-4BAD-8F3E-3FBC54427A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817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E905A-3488-4BAD-8F3E-3FBC54427A1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55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9A405F-8BD2-F71F-0480-1EB87A572BF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8C1CFA9-402D-A706-52F5-A9D7CB82425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90CD71-7D12-5882-ADAE-583C28F4D06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1B48E7-06D4-8FC4-E4C7-E0AB473951A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BBCE8D-A743-EF9A-65D3-433AE428F7C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DB2917-86A5-0BB7-F0EF-3969BD3F3FE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3CDAB7-51F4-74C5-21E3-90DDC9693D0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B0D16F-9BC2-B032-2B78-0CD9FFBEB0A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723F8C-FD69-6621-7345-C67F8CDD5E1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2026-07-08T04:50:33Z</dcterms:modified>
</cp:coreProperties>
</file>