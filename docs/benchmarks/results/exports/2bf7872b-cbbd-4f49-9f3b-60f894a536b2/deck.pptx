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8DCB1A-D45F-4831-8411-50E2F34CA3EF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22AF0F-3A5C-4110-A915-7C80591B149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475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2AF0F-3A5C-4110-A915-7C80591B149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24690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2AF0F-3A5C-4110-A915-7C80591B149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29954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2AF0F-3A5C-4110-A915-7C80591B149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7298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2AF0F-3A5C-4110-A915-7C80591B149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586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2AF0F-3A5C-4110-A915-7C80591B149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24263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B22AF0F-3A5C-4110-A915-7C80591B149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789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D0A9A84-09FE-FDD0-63EF-7B4B9A3DC722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1C5EEC30-5AC0-71AD-BE4E-94C005B5713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4CCB87B-B479-E7A5-C43C-AEC46826CF6F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FA13BCF-3CAB-AB51-027C-759DB594719E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EC45FA3-2E7D-A661-E95B-348D81020BF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8D305A6-FC80-F506-1E02-FD1071390670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3D010D10-1DD7-8EDC-1387-753E1814AB7A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40400D3-8020-AE2F-116A-DF69BB5505D1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BBC2F0BF-9D52-172E-2AEF-4623F625FD70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Demibold</vt:lpstr>
      <vt:lpstr>等线</vt:lpstr>
      <vt:lpstr>MiSans Light</vt:lpstr>
      <vt:lpstr>思源黑体 CN Normal</vt:lpstr>
      <vt:lpstr>MiSans Normal</vt:lpstr>
      <vt:lpstr>MiSans Medium</vt:lpstr>
      <vt:lpstr>等线 Light</vt:lpstr>
      <vt:lpstr>MiSans ExtraLight</vt:lpstr>
      <vt:lpstr>Arial</vt:lpstr>
      <vt:lpstr>MiSans Semibold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2026-07-07T07:56:42Z</dcterms:modified>
</cp:coreProperties>
</file>