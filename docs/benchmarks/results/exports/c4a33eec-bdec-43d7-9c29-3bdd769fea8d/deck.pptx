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613F34-2F41-4A21-8FDF-91122F7630C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ABD6F9-2C6A-4B35-B651-F753CBD58E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246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供应链优化实施计划现状结构图 需要先完成问题分层与优先级重排。 图示：供应链优化实施计划现状结构图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BD6F9-2C6A-4B35-B651-F753CBD58ED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465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BD6F9-2C6A-4B35-B651-F753CBD58ED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102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BD6F9-2C6A-4B35-B651-F753CBD58ED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805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BD6F9-2C6A-4B35-B651-F753CBD58ED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973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BD6F9-2C6A-4B35-B651-F753CBD58ED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173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BD6F9-2C6A-4B35-B651-F753CBD58ED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951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供应链优化实施计划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供应链优化实施计划提案汇报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60B3B2C-DCDD-A24F-DF97-D36C51A37E1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供应链优化实施计划提案汇报 供应链优化实施计划提案汇报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供应链优化实施计划的核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2E30296-A278-177D-5BBA-4BB01F4A57E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C10EB57-C03E-5CDC-71BB-66A88F76E70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供应链优化实施计划当前在目标达成、资源配置与执行路径上存在明显瓶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图示：供应链优化实施计划问题分层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围绕供应链优化实施计划可将问题拆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供应链优化实施计划的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9E8A28-AD31-FFDE-DF76-251A81CF704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阶段：明确供应链优化实施计划目标与边界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完成供应链优化实施计划试点并跟踪关键指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建议围绕供应链优化实施计划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0D8DF6B-9DB9-0AB7-511B-6FF34099AE6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39545A-03B1-4D55-EA56-D7826ED66BC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D9B916D-F470-9B6E-5B52-8DEE045D1BB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741E8EB-86EB-E5E4-6BB7-0101CBD7576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4EB4A66-B671-67AE-9585-1626C400212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MiSans</vt:lpstr>
      <vt:lpstr>MiSans Demibold</vt:lpstr>
      <vt:lpstr>Arial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2026-07-08T13:13:09Z</dcterms:modified>
</cp:coreProperties>
</file>