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3F46F-3F49-4EB3-8A8B-908A297122D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A3EC7-D662-4D9F-BDC3-9AAF33749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505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A3EC7-D662-4D9F-BDC3-9AAF337491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610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A3EC7-D662-4D9F-BDC3-9AAF337491F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722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A3EC7-D662-4D9F-BDC3-9AAF337491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817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A3EC7-D662-4D9F-BDC3-9AAF337491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338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A3EC7-D662-4D9F-BDC3-9AAF337491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891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A3EC7-D662-4D9F-BDC3-9AAF337491F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68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14A805-8C5E-1301-F8F0-884F20C90C6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1931B6C-91AC-EE22-51DB-EEFB3D8C615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EF820E7-54F5-2443-9A7F-ADB7B5E171A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6ADA36-01F6-8E5E-C364-3B77D263810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E0F4722-ADD0-E2EE-D88D-386A82406FC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1A1E40-0B81-B08F-494B-9B2EF53403B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7D37C3B-3E44-A150-2EC7-CAE98509DA5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961562D-E8FD-DD4F-EF37-587F2AF14C4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0C4DB2-AC91-6575-5090-EC072BDB612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2026-07-08T05:46:39Z</dcterms:modified>
</cp:coreProperties>
</file>