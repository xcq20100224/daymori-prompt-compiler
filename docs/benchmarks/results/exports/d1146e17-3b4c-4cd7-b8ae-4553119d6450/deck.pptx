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84532-88FC-42A9-BD91-DCCB7FA8E54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ECFA6-7048-4CA0-96D0-ECBE47654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929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ECFA6-7048-4CA0-96D0-ECBE476542F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094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ECFA6-7048-4CA0-96D0-ECBE476542F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072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ECFA6-7048-4CA0-96D0-ECBE476542F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029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ECFA6-7048-4CA0-96D0-ECBE476542F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430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ECFA6-7048-4CA0-96D0-ECBE476542F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889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3ECFA6-7048-4CA0-96D0-ECBE476542F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986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7A99AB-F1B5-BCBD-D01A-41227DDE9FD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96FFFA6-C038-C289-E910-4E248C69663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209E095-620A-A00B-FE30-3C6B286429E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254D45-ACC0-9B4C-33F3-131628F2CBC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5644AC-885A-C3D4-7E1A-B7B45BD6A86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62C355-94FE-173D-B344-8C08087C2FD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D97CFA-AAE9-E24E-FFA9-3D836C34484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388B2C-A7F2-9724-BCFD-ED48A4E85BE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EF335D-B320-E4DE-9A41-050FF9EBE18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MiSans Semibold</vt:lpstr>
      <vt:lpstr>思源黑体 CN Normal</vt:lpstr>
      <vt:lpstr>等线 Light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2026-07-08T12:10:55Z</dcterms:modified>
</cp:coreProperties>
</file>