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D272F-82DA-4443-85CA-6C12E200DAF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224F8-CB2C-4667-BEC2-CBE143D3D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659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224F8-CB2C-4667-BEC2-CBE143D3D7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939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224F8-CB2C-4667-BEC2-CBE143D3D7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751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224F8-CB2C-4667-BEC2-CBE143D3D7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39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224F8-CB2C-4667-BEC2-CBE143D3D7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635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224F8-CB2C-4667-BEC2-CBE143D3D7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088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224F8-CB2C-4667-BEC2-CBE143D3D7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962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8020D6-C8BB-BB2D-82D2-A9186EC2BF5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3738AC6-7B88-A281-2876-172F6BB546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BC2293-76A2-D865-2513-D7E2930A9B2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E63D05-6C0D-0AEE-8C6C-D325A5F70F1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FAA1EC-657F-26BD-0B77-7819A983063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D4D1A3-3695-56A0-168E-B19E2A92CB7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7661AD-486A-C86F-B767-7B56C657007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F75556-9818-A201-7176-E64F3C429E6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9F8842-2BEF-3F55-D851-C8E5DDA29AC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2026-07-07T08:40:07Z</dcterms:modified>
</cp:coreProperties>
</file>