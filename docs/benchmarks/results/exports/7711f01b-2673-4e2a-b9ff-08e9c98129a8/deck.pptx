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46D79-2222-4ADD-81BB-5E69499A47C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88330-9783-4A0C-933E-50C8E24E62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86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8330-9783-4A0C-933E-50C8E24E62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347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8330-9783-4A0C-933E-50C8E24E62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878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8330-9783-4A0C-933E-50C8E24E62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683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8330-9783-4A0C-933E-50C8E24E62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344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8330-9783-4A0C-933E-50C8E24E62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017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8330-9783-4A0C-933E-50C8E24E62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014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1ADD89-CF32-857C-10C7-2403747443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B9EE6F-B958-248B-ED64-87D0D94DA6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88D356-B23B-3E13-EFF6-A214469047E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854792-776E-AF8E-C033-7B91C410BCD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4B892F-51B0-7800-13AC-587B8886EFF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43E9BC-807A-5C22-7785-9B9DE5B0F64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184BF4-27D7-5029-01D0-F668A912FC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88C21BB-3577-2B14-9A68-181A72606F8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F0F58D-011B-6641-1D7A-6421B793BF7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2026-07-08T05:18:27Z</dcterms:modified>
</cp:coreProperties>
</file>