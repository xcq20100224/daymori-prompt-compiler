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039B0-D1E4-4EB9-8140-3640F759565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DF01C-CB4F-4AC2-BC3B-81CDBED840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08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7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20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784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548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41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966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DF01C-CB4F-4AC2-BC3B-81CDBED840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1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导入：呼吸作用为什么重要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A8C8DE8-BB57-DF44-FE88-54A35436FB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</vt:lpstr>
      <vt:lpstr>等线</vt:lpstr>
      <vt:lpstr>MiSans ExtraLight</vt:lpstr>
      <vt:lpstr>等线 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2026-07-02T08:28:27Z</dcterms:modified>
</cp:coreProperties>
</file>