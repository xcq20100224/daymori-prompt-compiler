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7D70B6-D078-4C3C-BCDC-582308616584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9DC7F9-1FB1-4D18-8F83-02A8D5E4EF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1848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9DC7F9-1FB1-4D18-8F83-02A8D5E4EF3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471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9DC7F9-1FB1-4D18-8F83-02A8D5E4EF3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48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9DC7F9-1FB1-4D18-8F83-02A8D5E4EF3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3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9DC7F9-1FB1-4D18-8F83-02A8D5E4EF3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6944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9DC7F9-1FB1-4D18-8F83-02A8D5E4EF3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344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9DC7F9-1FB1-4D18-8F83-02A8D5E4EF3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85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1721559-9A24-9F77-B7A3-15DAAB4A8C8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1F04A9C-C583-23E7-F20D-2767FDFFAC1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CFC4F8E-ADFC-176F-2F11-0D890FC76C4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FF8BDA-F946-430F-D5AB-B264FC891E3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09C31A9-B157-2E36-115A-A89A46601F0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5BC5AD5-1909-7DA4-13B5-DCBDC244524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19A4514-76F2-8A11-A960-D0D8841F2BF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851DFD2-EAB7-EE45-63EF-3A8588F5C8D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AB36D35-DE26-A48F-37FC-25B5DDED639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2026-07-07T08:31:02Z</dcterms:modified>
</cp:coreProperties>
</file>