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EFE71-9B0C-43B8-8A3E-103304E7208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BE22D-8012-40D0-9816-FB0F1370A3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168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BE22D-8012-40D0-9816-FB0F1370A3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368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BE22D-8012-40D0-9816-FB0F1370A3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101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BE22D-8012-40D0-9816-FB0F1370A32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522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BE22D-8012-40D0-9816-FB0F1370A32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651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BE22D-8012-40D0-9816-FB0F1370A32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115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BE22D-8012-40D0-9816-FB0F1370A32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543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BB63FC-9A82-F1CF-3A9B-70DE32CDD36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BE6BFB0-551B-2721-90A8-477714253DA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135681-DCE2-938D-51E6-DD1EEDAC3F6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18336D-C863-0F1E-1405-59D2F1FD8A4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D9AC1E-2FB7-37FE-E947-6EC3C6DB78C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ABB873-DFF3-FACE-89E3-C128F3A7014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48FBEDB-2FDF-780D-3E68-982FD08DAB8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6A861B-997E-B57B-5939-BC3CEAA652A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6DCE3F-146D-3675-F30A-4F0598110D1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2026-07-08T04:40:39Z</dcterms:modified>
</cp:coreProperties>
</file>