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65511-CB7F-476C-833F-12A00A4062A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373EA4-5299-44B5-96AF-0C4AEDE40E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84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73EA4-5299-44B5-96AF-0C4AEDE40E5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421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73EA4-5299-44B5-96AF-0C4AEDE40E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686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73EA4-5299-44B5-96AF-0C4AEDE40E5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339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73EA4-5299-44B5-96AF-0C4AEDE40E5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0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73EA4-5299-44B5-96AF-0C4AEDE40E5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876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373EA4-5299-44B5-96AF-0C4AEDE40E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819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607DC5-6843-BA31-6A90-9A989E7D6AC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892AA5C-5F9A-63C9-8421-57F919485C2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D2CDAF-A159-84DE-17D5-AB1FCC1D8FC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4C5D9C-ECAD-F209-9197-8AB3F076792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133B96-2536-6A3F-2A2E-D80D7A842B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177968-A963-156B-A799-2808DD46E4D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296C6F-1D10-F2B2-BA86-EE3950FEFB5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E29B6BE-4E47-21E6-B0E8-44DAEBD3BA4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BE08E2-D1D7-7891-85C0-3BBC4C9378D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等线 Light</vt:lpstr>
      <vt:lpstr>MiSans Medium</vt:lpstr>
      <vt:lpstr>Arial</vt:lpstr>
      <vt:lpstr>思源黑体 CN Normal</vt:lpstr>
      <vt:lpstr>MiSans ExtraLight</vt:lpstr>
      <vt:lpstr>等线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2026-07-08T04:55:19Z</dcterms:modified>
</cp:coreProperties>
</file>