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0511ED0-88AB-4977-9C94-471D9A301DE5}" type="datetimeFigureOut">
              <a:rPr lang="zh-CN" altLang="en-US" smtClean="0"/>
              <a:t>2026/7/9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A775C2-9D43-40F5-B1F6-F7CFB2927D4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27088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客服降本增效方案现状结构图 </a:t>
            </a:r>
            <a:r>
              <a:rPr lang="en-US" altLang="zh-CN"/>
              <a:t>AI</a:t>
            </a:r>
            <a:r>
              <a:rPr lang="zh-CN" altLang="en-US"/>
              <a:t>客服降本增效方案现状结构图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775C2-9D43-40F5-B1F6-F7CFB2927D4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2920236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客服降本增效方案问题分层卡片 运营层”能力缺口， 先打通知识与工单系统， 再优化策略引擎与反馈学习流程。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775C2-9D43-40F5-B1F6-F7CFB2927D4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67050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客服降本增效方案方案架构图 执行动作与里程碑安排， 帮助读者快速理解问题 背景、 方案价值与下一步推进 优先级。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775C2-9D43-40F5-B1F6-F7CFB2927D4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2920371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 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775C2-9D43-40F5-B1F6-F7CFB2927D4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58316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方案价值与下一步推进优先级。 图示： 试点指标仪表盘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775C2-9D43-40F5-B1F6-F7CFB2927D4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085296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8A775C2-9D43-40F5-B1F6-F7CFB2927D4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6347462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2026/7/9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客服降本增效方案提案汇报：技术能力演进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5ACAC732-CF36-C9C0-0E58-9D656B621EFD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客服降本增效方案提案汇报：技术能力演进</a:t>
            </a:r>
            <a:r>
              <a:rPr lang="en-US" altLang="zh-CN" sz="1400"/>
              <a:t>AI</a:t>
            </a:r>
            <a:r>
              <a:rPr lang="zh-CN" altLang="en-US" sz="1400"/>
              <a:t>客服降本增效方案提案汇报：技术能力演进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en-US" altLang="zh-CN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客服降本增效方案的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977FF30F-2828-032F-05ED-29EA2230DEBE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257E7AC6-64B4-0E06-35D6-FA2985927A17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客服降本增效方案的核心约束与机会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客服降本增效方案当前瓶颈集中在知识检索精度与多系统联动效率，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导致自动化能力难以稳定释放。需要先完成数据治理和接口标准化。 图示：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客服降本增效方案问题分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层卡片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客服降本增效方案应拆解“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数据层、模型层、编排层、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客服降本增效方案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的分阶段落地方案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576FB730-EC8D-041F-00BE-318BD360A80B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AI</a:t>
            </a:r>
            <a:r>
              <a:rPr lang="zh-CN" altLang="en-US" sz="1400"/>
              <a:t>客服降本增效方案的分阶段落地方案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客服降本增效方案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方案架构图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本页提供可直接用于汇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报的业务说明，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系统覆盖场景现状、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关键判断、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阶段：完成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客服降本增效方案核心系统接口与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上线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客服降本增效方案策略编排并接入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阶段：持续迭代模型与知识更新机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DA13DDE-41D2-F503-FF46-68A40B4F448F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DF4BF343-455C-0762-F9CD-82FC02232A25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FA18371D-1946-5EAD-C3D3-5152F47A4CA7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6C699D00-883F-D6E6-D71D-195ADA116CE6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28C40836-7421-73BB-2F71-3F513779A2C8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509</Words>
  <Application>Microsoft Office PowerPoint</Application>
  <PresentationFormat>宽屏</PresentationFormat>
  <Paragraphs>72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等线 Light</vt:lpstr>
      <vt:lpstr>MiSans</vt:lpstr>
      <vt:lpstr>MiSans Demibold</vt:lpstr>
      <vt:lpstr>MiSans ExtraLight</vt:lpstr>
      <vt:lpstr>MiSans Light</vt:lpstr>
      <vt:lpstr>MiSans Semibold</vt:lpstr>
      <vt:lpstr>思源黑体 CN Normal</vt:lpstr>
      <vt:lpstr>Arial</vt:lpstr>
      <vt:lpstr>MiSans Medium</vt:lpstr>
      <vt:lpstr>MiSans Normal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2026-07-09T04:55:40Z</dcterms:modified>
</cp:coreProperties>
</file>