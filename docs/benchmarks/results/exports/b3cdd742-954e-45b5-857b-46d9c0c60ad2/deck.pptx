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6E6A5-A3DC-4D33-96DA-3112065A652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15513-437A-4756-9EA7-C60B6335F5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46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954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9227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228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017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20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D15513-437A-4756-9EA7-C60B6335F51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189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371F0A-AF68-9CFE-A1D3-7747EB83620B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048CC0E-ADC5-59FF-169F-22D6E59AAC0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A33725F-09B1-08A7-2302-026144AD344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0B2FDA-8547-139A-A2F2-59B7A3BC35F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13FBA3-B00A-38B6-2FAC-A78B620C0ED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164A29-E9A0-0DD8-6713-982B7D9186C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337D7FA-62D2-AC7F-B839-C7CE6F4EC1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BB51DAD-B582-A542-5A2C-628A67DD67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D56BF40-E000-9D02-125F-DF492B09EA7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2026-07-08T12:20:48Z</dcterms:modified>
</cp:coreProperties>
</file>