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DC5D7-9949-4307-91F3-947FB39E347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C42A9-FD47-477D-9299-1EF31C9F4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669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C42A9-FD47-477D-9299-1EF31C9F4B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796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C42A9-FD47-477D-9299-1EF31C9F4B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793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C42A9-FD47-477D-9299-1EF31C9F4B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992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C42A9-FD47-477D-9299-1EF31C9F4B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000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C42A9-FD47-477D-9299-1EF31C9F4B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08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C42A9-FD47-477D-9299-1EF31C9F4B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148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64985D-C691-34C2-D5EC-5B1008D2A7B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3B9520A-89F2-FD10-3ACC-4EA235E4B6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11E5611-E908-4DEF-52B1-E2B5E2EF6E7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EBFA3B-4751-16A4-AA7F-21BBC2E71D0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701C86E-C05F-0D56-DA10-AFAD674DBFB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8FCB1F-E0ED-829A-A85F-ACA0F1D1619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AF1F5DC-FA14-9E69-6297-305647664EC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D68A30F-5436-ECBA-BDFB-16C8EB140DE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22ECB4-0A62-F480-611D-D09E3E1BBB2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2026-07-08T12:55:15Z</dcterms:modified>
</cp:coreProperties>
</file>