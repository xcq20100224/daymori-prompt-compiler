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F91FD-BBC6-4BD1-9941-112C6F5F6B1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2C2C6-A03F-4E1F-A33F-199847F349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697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图示：客户留存提升方案现状结构图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2C2C6-A03F-4E1F-A33F-199847F3493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064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2C2C6-A03F-4E1F-A33F-199847F3493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385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退机制， 确保效率提升不以服务 质量为代价。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2C2C6-A03F-4E1F-A33F-199847F3493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339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2C2C6-A03F-4E1F-A33F-199847F3493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934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2C2C6-A03F-4E1F-A33F-199847F3493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621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2C2C6-A03F-4E1F-A33F-199847F3493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564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客户留存提升方案提案汇报：技术能力演进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5ED270-12EF-A4BE-8E74-991D44CFDB2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客户留存提升方案提案汇报：技术能力演进 客户留存提升方案提案汇报：技术能力演进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285993C-2550-9431-867F-342E7560123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B1A2E44-9DC3-207E-5CAA-1CB6F2AB1BD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7B8ED6-69CA-3E31-0802-F652F010B64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客户留存提升方案方案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客户留存提升方案建议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采用“分级策略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+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人工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兜底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+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实时告警”架构，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在每个关键节点设置回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阶段：完成客户留存提升方案核心系统接口与数据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上线客户留存提升方案策略编排并接入质量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阶段：持续迭代模型与知识更新机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A9CB4F-8EF3-4E19-BDB0-FF09463E83A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9107E26-F1C0-6D9A-16B9-58B47BEF2DE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00D3864-30AC-7378-F6E1-FCC474F34CC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EC9D7-121A-5A36-63CA-4467EA950D6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C966D9-CA17-21AC-84FC-45D8A2E52D4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378</Words>
  <Application>Microsoft Office PowerPoint</Application>
  <PresentationFormat>宽屏</PresentationFormat>
  <Paragraphs>68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2026-07-09T04:46:58Z</dcterms:modified>
</cp:coreProperties>
</file>