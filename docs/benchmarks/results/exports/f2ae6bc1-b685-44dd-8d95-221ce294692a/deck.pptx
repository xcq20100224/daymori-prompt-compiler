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C4CA37-622A-4E53-8AEA-1982D37C872B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308C63-6E5E-40B9-9B84-5AC000E8A9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303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308C63-6E5E-40B9-9B84-5AC000E8A91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47915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308C63-6E5E-40B9-9B84-5AC000E8A91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75785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308C63-6E5E-40B9-9B84-5AC000E8A91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70519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308C63-6E5E-40B9-9B84-5AC000E8A91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98716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308C63-6E5E-40B9-9B84-5AC000E8A91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55589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308C63-6E5E-40B9-9B84-5AC000E8A91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06142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供应链数字化转型方案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757BFA3-B48A-919A-19E6-E7D3F60FEA06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A80AAC19-BD3F-A24E-90B9-946F2B870BC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81E1139-2466-451C-2E3B-0FBD21EEA7D8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96A72C6-B2DA-9BD6-BB75-E62A510D8241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E6C329B-3DAF-300A-741D-6890A7440F5C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51633AE-6FDA-EFA6-58AA-F83726F88E7B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976FA13-45DE-4F0F-435D-96ABC01490EA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98167EE-5B7D-62FC-922F-2FC49EBA8C7B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9B866AC-3E04-4F2A-41BF-832A36442FB3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561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MiSans Medium</vt:lpstr>
      <vt:lpstr>MiSans Normal</vt:lpstr>
      <vt:lpstr>MiSans Demibold</vt:lpstr>
      <vt:lpstr>MiSans</vt:lpstr>
      <vt:lpstr>MiSans ExtraLight</vt:lpstr>
      <vt:lpstr>MiSans Light</vt:lpstr>
      <vt:lpstr>等线</vt:lpstr>
      <vt:lpstr>等线 Light</vt:lpstr>
      <vt:lpstr>MiSans Semibold</vt:lpstr>
      <vt:lpstr>思源黑体 CN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2026-07-08T04:43:09Z</dcterms:modified>
</cp:coreProperties>
</file>