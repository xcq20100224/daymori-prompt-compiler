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7C501-FAFA-4B32-A96A-E165D78843D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5DA18-C0E2-495C-A15D-CE8584500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8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5DA18-C0E2-495C-A15D-CE85845000B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747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5DA18-C0E2-495C-A15D-CE85845000B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880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5DA18-C0E2-495C-A15D-CE85845000B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64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5DA18-C0E2-495C-A15D-CE85845000B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746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5DA18-C0E2-495C-A15D-CE85845000B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335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5DA18-C0E2-495C-A15D-CE85845000B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076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57120D-DADD-3D55-48EE-9B514CBD7CA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DEFE66A-924B-6405-C5AB-41C44928BE5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4FE9C4-299A-F5A0-AF13-9F1202DF8B2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3F61C4-8FF4-AEF6-9BF3-36E682C79D3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2550B9-E61D-3050-1877-E5A95119E99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9CB334-4E0E-F392-B2B0-D74497E7764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6283C0-0392-701C-4367-8DD1C36289A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4EE70-2FA2-E34E-D61D-B13D6E057CF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0FDBEA-8540-6201-D24A-B5A8A775896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MiSans Normal</vt:lpstr>
      <vt:lpstr>Arial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2026-07-08T10:27:08Z</dcterms:modified>
</cp:coreProperties>
</file>