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EBA5C-DB17-41D2-A723-373E9B5CA12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20ABA-1100-47C4-B2DF-29176B652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9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5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36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5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099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697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20ABA-1100-47C4-B2DF-29176B652F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67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682156-B37D-BA88-49F8-61827A57A1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922AC6-19FF-7909-A285-16BAA3D552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FDD1E5-28D7-EE51-C2CA-B27587CB98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11D4A5-363F-C0F7-82B9-2B9D3803286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043298-85C6-A085-A1CD-91DD11AB50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CBE92-B6E9-BA31-81BF-574F89A8F71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B37467-1513-23F4-051A-B314DD3018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869141-19A4-D99B-40A7-BFE5CE4B03A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FE78B4-B04D-51F9-524B-E3F875BBDC2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2026-07-09T02:14:08Z</dcterms:modified>
</cp:coreProperties>
</file>