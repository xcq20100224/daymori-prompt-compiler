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6B6DD-26BC-49D1-BFA3-77BA85CAAEF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FBA26-1CE3-4916-82F9-F6D3E7E71B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87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FBA26-1CE3-4916-82F9-F6D3E7E71B3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065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FBA26-1CE3-4916-82F9-F6D3E7E71B3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596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FBA26-1CE3-4916-82F9-F6D3E7E71B3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050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FBA26-1CE3-4916-82F9-F6D3E7E71B3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829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FBA26-1CE3-4916-82F9-F6D3E7E71B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46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FBA26-1CE3-4916-82F9-F6D3E7E71B3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98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8AE440-B0EC-ACD5-BE85-47D0371A856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58DD0AF-6668-0066-6510-66D353DBE0B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278B50-BB3D-F4AE-6220-567CB345B1A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BB2FF0-A9AE-D0E6-AD1E-872540F8768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748B51-BD96-4274-5E0B-FCF44239096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5B472C-9302-E7F5-465D-5A6A47B1398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FCC575-A56D-0B0D-D8B4-9B80FA613BB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41469B-6CB6-4EA1-3F32-B6B65A027C4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92A32A-D808-0AF3-5EE9-AAD53C90B42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思源黑体 CN Normal</vt:lpstr>
      <vt:lpstr>等线 Light</vt:lpstr>
      <vt:lpstr>MiSans ExtraLight</vt:lpstr>
      <vt:lpstr>Arial</vt:lpstr>
      <vt:lpstr>MiSans Semibold</vt:lpstr>
      <vt:lpstr>MiSans</vt:lpstr>
      <vt:lpstr>MiSans Demibold</vt:lpstr>
      <vt:lpstr>MiSans Light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2026-07-09T02:25:03Z</dcterms:modified>
</cp:coreProperties>
</file>