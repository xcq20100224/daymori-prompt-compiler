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16A0C9-5B47-43F4-B7F7-2856FA0AB6D4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2E386B-8F7A-43C9-8988-F4F39D347B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271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2E386B-8F7A-43C9-8988-F4F39D347B3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648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2E386B-8F7A-43C9-8988-F4F39D347B3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83077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2E386B-8F7A-43C9-8988-F4F39D347B3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5805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2E386B-8F7A-43C9-8988-F4F39D347B3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453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2E386B-8F7A-43C9-8988-F4F39D347B3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499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2E386B-8F7A-43C9-8988-F4F39D347B3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915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C3EEE8-CC5A-2C84-E383-F7F93C32F69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7EE0B6B-9534-4031-C52D-05919340C16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350BA99-FF1F-A9CE-47BC-2C9AD2093CB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5A5E91C-940E-CC5C-F32D-F4643963CC4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73AEFF9-80F0-0BF8-4F75-4ADDBBB4184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A0E2A42-EDD7-42F4-4B08-E6A08C14B2F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1356ABC-DF7C-24CA-D5C5-8B8928E699C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A280AC4-419E-A787-CC1B-B3B92330A25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E8E937C-67E5-E81A-70F8-FDDC93C9297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556</Words>
  <Application>Microsoft Office PowerPoint</Application>
  <PresentationFormat>宽屏</PresentationFormat>
  <Paragraphs>76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2026-07-09T04:42:24Z</dcterms:modified>
</cp:coreProperties>
</file>