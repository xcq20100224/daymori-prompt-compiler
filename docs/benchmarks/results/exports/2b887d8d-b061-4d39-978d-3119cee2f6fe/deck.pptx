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719C5-9E18-4777-B6DE-28CA24D80ED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6884F-8696-412B-960D-98859C85B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811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6884F-8696-412B-960D-98859C85BE7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61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6884F-8696-412B-960D-98859C85BE7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706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6884F-8696-412B-960D-98859C85BE7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661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6884F-8696-412B-960D-98859C85BE7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685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6884F-8696-412B-960D-98859C85BE7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78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6884F-8696-412B-960D-98859C85BE7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676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942FFA-7031-F128-60BA-BE73F11DF45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406405C-B4B5-4A1C-F51A-C3EA243CFAE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2C3A1C-3838-2EE6-51EC-E098BE3CEE3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582BEF-6E17-A483-BF98-B758D1775E9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6AB7BA-B87E-CED7-69DE-C3F33536A78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5D2A79-1F74-35D1-64F3-2BCFA713E66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277882-A5F5-8A06-32B0-1CD75984804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2CBD180-19A6-7067-077F-6301D0AC283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5B634D-977D-3984-36B5-ED8A52515E6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2026-07-07T08:19:59Z</dcterms:modified>
</cp:coreProperties>
</file>