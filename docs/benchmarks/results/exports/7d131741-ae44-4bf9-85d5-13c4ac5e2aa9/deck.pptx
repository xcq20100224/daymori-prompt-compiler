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05464-77FF-4745-9934-C51A30A892B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D7F42-AE94-4F79-A55E-77CD39C646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86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7F42-AE94-4F79-A55E-77CD39C6460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151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7F42-AE94-4F79-A55E-77CD39C6460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608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7F42-AE94-4F79-A55E-77CD39C6460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674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7F42-AE94-4F79-A55E-77CD39C6460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689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7F42-AE94-4F79-A55E-77CD39C6460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12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7F42-AE94-4F79-A55E-77CD39C6460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03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3DCD80-5C29-9665-E367-EF381A0AB69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63E1216-A4F5-6E14-DDD7-F8A0717FBDF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CB599A3-A17D-601B-D4D0-13984020E97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FE7272-82E0-50F7-8F00-2757C048117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E7167C-D48B-29FB-5FED-43E1C1EED6A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2182FF-3AF4-E09F-189F-2CB9714A1A1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21E29F-DE4F-1373-A4F0-2F9DDE0165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A8B54BA-04C6-265B-19EB-01DED9BF49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A2FD4F-89E8-87DC-0FCD-0769EFDFCF7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995BA98-7091-A620-83B9-C925AB1EB2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C2CDC5-2155-FA2D-AF4E-703BA6A4C7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D4A06E-4BF2-B1BD-1E9F-6C4809EA719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D46020-69E3-020A-8B31-5A844CF166E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1C6DF93-8069-C7DB-C782-274B6BB97E8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18EDB0-D0EA-386B-D15C-E7AFC9EF804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B4E244-51B9-B56B-86D7-202CD5D8C54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2026-07-08T14:20:26Z</dcterms:modified>
</cp:coreProperties>
</file>