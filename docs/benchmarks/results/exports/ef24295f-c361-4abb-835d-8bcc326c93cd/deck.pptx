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5F0AA-6316-4985-8461-35308519854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CD8F0-5440-4839-A257-C8EEE88843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25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CD8F0-5440-4839-A257-C8EEE88843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591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CD8F0-5440-4839-A257-C8EEE88843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7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CD8F0-5440-4839-A257-C8EEE888439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856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CD8F0-5440-4839-A257-C8EEE88843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4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CD8F0-5440-4839-A257-C8EEE888439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410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CD8F0-5440-4839-A257-C8EEE888439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78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3D7AC4-71D8-FE92-1B46-CB6D67C9F87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BABA7F-D823-C8DA-2609-007DC0EF06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739BADE-ED72-CB98-EFDB-F1827CDCC51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5265E9-2537-F078-57C1-4E906FB837B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0CB07D-A0CC-7305-1E76-D97D64FAEF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44BCA8-9F8C-45AF-E7CB-7B6EDED4A3F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8BE2C2-E466-6284-19ED-8BDC7DCA91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D54911-FA0A-240B-1067-1A20654BAC1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34B282-EFF4-B398-3C96-6089B4A539F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2026-07-08T12:48:02Z</dcterms:modified>
</cp:coreProperties>
</file>