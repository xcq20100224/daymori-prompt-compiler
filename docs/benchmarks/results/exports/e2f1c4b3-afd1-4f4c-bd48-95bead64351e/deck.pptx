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40EB5-5CFB-4CF0-BBF3-864B28F4BE0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B9217-1397-421C-85F5-B9F78152CA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19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67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98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916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21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4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B9217-1397-421C-85F5-B9F78152CA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94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834787-79E7-2D5C-85F5-B077471374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CEE81C8-9994-010B-59EC-FCED01C353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55794A-0F5F-4EEE-195C-602AA3CB785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3D3E76-7235-BA44-4F07-D02951412FA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D08F59-764B-9C87-12D0-62DE5B39D74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F21835-1D14-B2AD-59E8-A1F5C64FF25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B627E7-FF0D-49C3-15F6-753BB20DDA6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D27A5C-D7B5-77B3-5B43-F1308B50CBA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B4899D-2B39-BD30-75C3-9A912B080D9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2026-07-09T04:36:15Z</dcterms:modified>
</cp:coreProperties>
</file>