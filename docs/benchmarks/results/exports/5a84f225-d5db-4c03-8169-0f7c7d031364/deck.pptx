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7B778-D7C5-4194-867D-0E130AA49EA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148C0-0906-4053-AE01-3CD3A30B21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17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148C0-0906-4053-AE01-3CD3A30B21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244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148C0-0906-4053-AE01-3CD3A30B21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906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148C0-0906-4053-AE01-3CD3A30B21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148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148C0-0906-4053-AE01-3CD3A30B21C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286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148C0-0906-4053-AE01-3CD3A30B21C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431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148C0-0906-4053-AE01-3CD3A30B21C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37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94E4A6-AF37-649C-EA3E-3D54482482C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0E648F9-2216-1859-74A8-887CB3E3C2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036861-7A5A-99A2-E443-76993B595E6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D580E7-C745-E251-F58C-038C4477705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E4D72CA-072E-F6D9-8757-8E199D1A853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BAF211-D8D5-313A-127E-08A06AC023B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E006A3-96A6-2BBD-F9E6-61080DEE2EB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E92E19-77B1-60C3-6ED9-B9EC9263FB5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5C09EA-02A4-FE18-49D5-D28F47CF2E0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Arial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2026-07-08T13:02:26Z</dcterms:modified>
</cp:coreProperties>
</file>