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7AC74-EDC2-49DF-8F9E-8BE9C90D43C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002E4-2910-41A5-AB96-E6C312DD2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80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45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7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241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28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70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002E4-2910-41A5-AB96-E6C312DD27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22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60FECE-60B7-EE7B-2311-22AFB912C4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DACD913-8F9F-F36A-339F-73BD09C197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0DEB29-4268-4ECE-C14D-557A813BA15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5BEBC3-E54F-2F44-B42A-DF92EB0E635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6AE9B4-5A77-1E28-0156-60B6E9DCA8F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90228-411D-83FB-F923-6EA584B54BB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440D80-BD91-7060-6B6C-DFD22BE7790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E6B86C-93CC-EFDB-016B-D37E4E2888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ED6BFB-B6B6-4EE7-0A9C-87D3A8F552B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2026-07-08T12:56:58Z</dcterms:modified>
</cp:coreProperties>
</file>