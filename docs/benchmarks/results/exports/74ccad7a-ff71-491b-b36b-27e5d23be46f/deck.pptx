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69EE-2772-4FA4-9C78-870403D5D3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FBE7-FD1D-4E68-B931-C7A8E4287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69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768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63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888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5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6FBE7-FD1D-4E68-B931-C7A8E4287D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35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3DC05D-EEDE-6D8C-8D4B-FDAD0E0370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BDDFF8A-60FD-2BFB-C607-A89F02D98F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BB6299-EBBC-584A-1414-26354E6A0FE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44B190-10B5-F424-7982-9D25B95773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27ED61-56FA-E6C6-7BF6-507EF9445C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903DA0-6789-5571-0AF1-0E9743A7EB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2A1C28-3DBD-62AC-A630-D4D9614C84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BE6826-DBB2-6093-D3D9-3119AD1D119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AEC891-3D36-4B40-9394-8E58CC8464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2026-07-08T04:45:19Z</dcterms:modified>
</cp:coreProperties>
</file>