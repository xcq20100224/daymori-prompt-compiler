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1AC4F-846F-4C73-918B-D37F71A8A42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EBED6-FF3A-48EE-A483-69C67650A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43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BED6-FF3A-48EE-A483-69C67650A7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13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BED6-FF3A-48EE-A483-69C67650A7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19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BED6-FF3A-48EE-A483-69C67650A7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085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BED6-FF3A-48EE-A483-69C67650A7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634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BED6-FF3A-48EE-A483-69C67650A7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943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FEBED6-FF3A-48EE-A483-69C67650A7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782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047212-42C1-A763-F058-5D74DD7D6AE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B2E579-0CA3-9DFE-12A5-A38CE039E9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9C86D6E-9998-EBD3-C431-C4E65B85751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DAA698-8FAA-DFB3-CB0C-8D241317BE5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9D6F95-D55C-42ED-5F6B-854F061E2EE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0D361A-E507-ECCD-B608-6932F2E845C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47A23A-77EC-83B6-0EDF-A6F40088558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590C6D-93AD-763A-A508-E619900D334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94A738-C749-8F30-0B15-74293927B85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2026-07-08T11:56:45Z</dcterms:modified>
</cp:coreProperties>
</file>