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8C192-D542-4329-8FB5-1B2ED2E2C3A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D16E5-B071-4E05-A5C3-B05B49AB0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49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16E5-B071-4E05-A5C3-B05B49AB04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30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16E5-B071-4E05-A5C3-B05B49AB04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745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16E5-B071-4E05-A5C3-B05B49AB04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496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16E5-B071-4E05-A5C3-B05B49AB04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872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16E5-B071-4E05-A5C3-B05B49AB04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62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16E5-B071-4E05-A5C3-B05B49AB04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59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76470D-F454-F9FA-8167-C88FF6C31F0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5014F3D-A93D-A853-7393-1A7FC4E45E9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C78870-F36D-5155-5B3F-7CA9586D2E7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4FC5A9-17BD-58CC-857B-F47B38112D2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EDA542-9659-B2F9-8CA2-0E178A913AC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1686CB-5B3A-E7BD-691D-3085922D6A6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F37B20-E9E4-D824-D5AD-C60B5AE70F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259726-7E6E-A84A-0572-1F0F2B17B61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C4A926-D10F-D364-C733-C860AA9CF3D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2026-07-08T12:19:16Z</dcterms:modified>
</cp:coreProperties>
</file>