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14D52-DD54-4EE0-868C-6953C549DA0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6BF91-2D4D-4097-905B-9D3FB52FB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990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6BF91-2D4D-4097-905B-9D3FB52FBA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06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6BF91-2D4D-4097-905B-9D3FB52FBA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65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6BF91-2D4D-4097-905B-9D3FB52FBA8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34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6BF91-2D4D-4097-905B-9D3FB52FBA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73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6BF91-2D4D-4097-905B-9D3FB52FBA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447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6BF91-2D4D-4097-905B-9D3FB52FBA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845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4C50B7-4B3E-C639-48B8-5EE97D40534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F5896A4-22E6-B2FF-236B-37F7B7FE391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0D357F-13A3-B705-2D6E-3DDE409307E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B7065C-67DC-8610-3404-388F7EAC567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18FD86-3A71-079D-F321-A0DA84437C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8B6258-9B1B-305C-324A-AAD91F07B46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8D3EF1-1E6F-E5F4-F77C-A4AB20E786E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812FF6-4539-5F3E-3611-BF50C389D10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65AD05-28DE-A8D6-A6C7-78D2E8D5938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2026-07-08T12:57:48Z</dcterms:modified>
</cp:coreProperties>
</file>