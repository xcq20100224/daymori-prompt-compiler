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3513AC-6B5A-4128-A4E3-0A885976228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D67599-8230-4EB9-9B7F-CA35302981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704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D67599-8230-4EB9-9B7F-CA35302981C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0229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D67599-8230-4EB9-9B7F-CA35302981C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907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D67599-8230-4EB9-9B7F-CA35302981C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3524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D67599-8230-4EB9-9B7F-CA35302981C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5085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D67599-8230-4EB9-9B7F-CA35302981C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169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9D67599-8230-4EB9-9B7F-CA35302981C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457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0DD0A38-932F-7BC8-4B7A-325EDAFDEC3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3500797-ED03-93BE-708A-F2C9CB6BA79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591C74A-704D-A418-7624-DCC29167BCCD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3B1E5E9-34D1-4A06-B710-77E81804B2C5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A869BD9-3931-7D51-D259-A3FE223CEFB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0C6EDEC-A13F-9F62-8F64-728FD8BED61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9D6162B-183F-9995-E962-9D1ACAE282C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84C2BD2-8A8E-E6D8-F6DB-A223F0F3EEE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5D169CA-8346-8FF9-4FAF-AD9EE1BA6CFC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MiSans Light</vt:lpstr>
      <vt:lpstr>MiSans Semibold</vt:lpstr>
      <vt:lpstr>思源黑体 CN Normal</vt:lpstr>
      <vt:lpstr>等线</vt:lpstr>
      <vt:lpstr>等线 Light</vt:lpstr>
      <vt:lpstr>MiSans Medium</vt:lpstr>
      <vt:lpstr>MiSans Normal</vt:lpstr>
      <vt:lpstr>Arial</vt:lpstr>
      <vt:lpstr>MiSans</vt:lpstr>
      <vt:lpstr>MiSans Demibold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2026-07-08T12:04:09Z</dcterms:modified>
</cp:coreProperties>
</file>