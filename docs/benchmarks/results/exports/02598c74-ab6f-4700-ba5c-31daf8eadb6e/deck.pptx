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6A854-40BC-45F8-B726-06165A07276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1D3BF-8602-466E-BD9F-086B59430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44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D3BF-8602-466E-BD9F-086B59430C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641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D3BF-8602-466E-BD9F-086B59430C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33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D3BF-8602-466E-BD9F-086B59430C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113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D3BF-8602-466E-BD9F-086B59430C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742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D3BF-8602-466E-BD9F-086B59430C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611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D3BF-8602-466E-BD9F-086B59430C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492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75F7F0-3662-8305-DE42-B0C66EC242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4E39526-7B27-2D03-EFB9-84C15FB70E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1BA972-9E80-0250-8F3F-B5AB3CFBDB4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38C815-BFD0-BF36-EB32-665ACA31ABB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FB8413-372E-F33E-9F87-CECFEFFCBB0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B38C32-FBD2-95A9-1D1E-8B2B3F005B2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722E69-C48A-3CFF-2366-5F02134E68B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6B4340-1170-0C1E-81D0-B09B13AB51C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E8BD15-2409-10B7-095C-C1214423187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2026-07-08T05:00:16Z</dcterms:modified>
</cp:coreProperties>
</file>