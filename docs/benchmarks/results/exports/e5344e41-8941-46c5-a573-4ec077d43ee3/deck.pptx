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D1F5A0-A6AF-43FF-B145-D6369C1FE3A5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193D50-1A56-44AC-83E3-ECF7D269FB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069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93D50-1A56-44AC-83E3-ECF7D269FB8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110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93D50-1A56-44AC-83E3-ECF7D269FB8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033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93D50-1A56-44AC-83E3-ECF7D269FB8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88996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93D50-1A56-44AC-83E3-ECF7D269FB8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71093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93D50-1A56-44AC-83E3-ECF7D269FB8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59051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93D50-1A56-44AC-83E3-ECF7D269FB8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356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6EEF50D-575C-0AA2-3E61-DBB498CAE3E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8A5FCA2-203B-DA89-2C54-3A7F80518EB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9506F3F-CA7F-30FC-58CE-A8C5FCC4962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7328DF4-A769-D89F-24FE-3452304C13B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5616D91-2937-BA87-F4AD-6E56A640CA8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897F4A7-3D9C-C772-F832-90E6EBCC3FD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183B036-8650-317E-FB62-F7A73724DBA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1FEFE55-B2B4-E989-8415-BFB2209DA9F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38EA933-15AB-A80D-C2DA-A0F7743DBB0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等线</vt:lpstr>
      <vt:lpstr>MiSans ExtraLight</vt:lpstr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2026-07-07T08:31:20Z</dcterms:modified>
</cp:coreProperties>
</file>