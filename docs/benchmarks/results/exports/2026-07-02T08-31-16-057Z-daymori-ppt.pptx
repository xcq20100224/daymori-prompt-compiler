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BA7F82-015B-40A9-86BC-4DDED6B34D6B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579CA-F699-473F-8273-99158AFC8A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9234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579CA-F699-473F-8273-99158AFC8A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7538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579CA-F699-473F-8273-99158AFC8A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348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579CA-F699-473F-8273-99158AFC8A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16672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579CA-F699-473F-8273-99158AFC8A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6130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579CA-F699-473F-8273-99158AFC8A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4592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579CA-F699-473F-8273-99158AFC8A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00153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579CA-F699-473F-8273-99158AFC8A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51439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579CA-F699-473F-8273-99158AFC8A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14441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导入：勾股定理为什么重要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建立勾股定理学习动机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35B22198-2A7B-2D7E-DC38-DFF4E732D87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261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MiSans Medium</vt:lpstr>
      <vt:lpstr>等线 Light</vt:lpstr>
      <vt:lpstr>Arial</vt:lpstr>
      <vt:lpstr>MiSans ExtraLight</vt:lpstr>
      <vt:lpstr>MiSans Semibold</vt:lpstr>
      <vt:lpstr>等线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2026-07-02T08:31:13Z</dcterms:modified>
</cp:coreProperties>
</file>