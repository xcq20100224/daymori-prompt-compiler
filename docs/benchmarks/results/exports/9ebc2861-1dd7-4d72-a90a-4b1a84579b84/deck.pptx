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184E8-1FA6-4A55-9AAB-114BDFE2B09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9B3F38-6814-4E66-86EB-D0FD6FAEE4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048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B3F38-6814-4E66-86EB-D0FD6FAEE4B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026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B3F38-6814-4E66-86EB-D0FD6FAEE4B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261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B3F38-6814-4E66-86EB-D0FD6FAEE4B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661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B3F38-6814-4E66-86EB-D0FD6FAEE4B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449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B3F38-6814-4E66-86EB-D0FD6FAEE4B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581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B3F38-6814-4E66-86EB-D0FD6FAEE4B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760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569AD1C-ED60-8A5A-A32A-F779B357471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F24DF54-C7B9-B4C7-42FC-8A9913935EA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D6416E6-D0F9-63B3-21DC-0C221C1BC11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E80B9A-A5D2-68CE-2511-F32DC3B73DB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83DD91E-2DBD-2F35-39E9-3BA0D2519A0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46CE5A5-1E6A-20D8-864D-6ECA86137C7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B8B09E7-3C36-4494-1891-AD9A08663B1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DD01B09-5B87-5433-C500-7EEAE2C491B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DFC619A-E55E-8AC8-1385-77EAF2BD0C0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2026-07-09T03:14:45Z</dcterms:modified>
</cp:coreProperties>
</file>