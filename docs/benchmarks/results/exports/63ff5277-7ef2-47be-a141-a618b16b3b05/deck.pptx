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B6A03-23BE-4BA1-84A9-794725745C4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E98C2-64CC-41D4-A3DD-910B3E7C5E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78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图示：客户留存提升方案现状结构图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58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603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退机制， 确保效率提升不以服务 质量为代价。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97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8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13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E98C2-64CC-41D4-A3DD-910B3E7C5EC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69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客户留存提升方案提案汇报：技术能力演进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336290-E48C-6AD3-8759-82CFA303C94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客户留存提升方案提案汇报：技术能力演进 客户留存提升方案提案汇报：技术能力演进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2656099-DAC8-BDD8-8847-38502BD4101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330AB9-65B5-5635-262C-87D522C5E01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198315-8D35-387C-BBD0-E6E472F107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客户留存提升方案建议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采用“分级策略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人工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兜底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实时告警”架构，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在每个关键节点设置回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阶段：完成客户留存提升方案核心系统接口与数据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上线客户留存提升方案策略编排并接入质量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阶段：持续迭代模型与知识更新机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F2D7DB-06E0-909B-A295-0BF7D8086C0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323CE6-DF40-DFC8-A5FA-A93220C6F6E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F4FAC6-4965-1BF2-C35E-4C0E60E0760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789743-E083-2D5F-2BCE-D23F92AFF36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9C0752-BE96-E0A2-269A-0CE725BC7B5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378</Words>
  <Application>Microsoft Office PowerPoint</Application>
  <PresentationFormat>宽屏</PresentationFormat>
  <Paragraphs>68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2026-07-09T04:47:23Z</dcterms:modified>
</cp:coreProperties>
</file>