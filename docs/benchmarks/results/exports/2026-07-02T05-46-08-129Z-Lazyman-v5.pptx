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6A206-CC16-4436-8D7F-827C8B83916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8B379-5953-4C43-86E8-BDCF3AC7F7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40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378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777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374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98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280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945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881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2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666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8B379-5953-4C43-86E8-BDCF3AC7F7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32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对齐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Lazyman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排版并避免占位泄漏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C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66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2026-07-02T05:46:07Z</dcterms:modified>
</cp:coreProperties>
</file>