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CEDD4-09BB-4D67-A857-5B06A4A3D657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EC07C7-869C-4384-B515-5291551236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3185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C07C7-869C-4384-B515-52915512363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97214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C07C7-869C-4384-B515-52915512363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99837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C07C7-869C-4384-B515-52915512363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9298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C07C7-869C-4384-B515-52915512363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74047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C07C7-869C-4384-B515-52915512363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77890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C07C7-869C-4384-B515-52915512363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1989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282712B-53B8-E852-3A46-5A8950049C4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A0DC4A6-60DA-0D45-912C-02561705071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4A424CF-047B-67AF-C56C-20109EE1FCD9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64D2334-7421-9EEF-16C9-459166B264F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399E586-F901-F91A-550C-2A886BC2147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E120534-7A0D-E484-30AF-B9BE0F770741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091B8AD-E918-4108-9B9C-D457C4BC4B1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919813E-E008-A0CB-718F-E8129D4B5D9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2659AF3-B833-06AD-C2D8-6AF2654E56C9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2026-07-07T08:21:25Z</dcterms:modified>
</cp:coreProperties>
</file>