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3154D-0409-46CB-A4FD-1768A6BD5A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BE073-5162-434D-A845-58C0A81DF7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41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BE073-5162-434D-A845-58C0A81DF73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918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BE073-5162-434D-A845-58C0A81DF73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366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BE073-5162-434D-A845-58C0A81DF7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067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BE073-5162-434D-A845-58C0A81DF7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77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BE073-5162-434D-A845-58C0A81DF73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152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BE073-5162-434D-A845-58C0A81DF7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10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BE073-5162-434D-A845-58C0A81DF7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487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BE073-5162-434D-A845-58C0A81DF7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516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建立渠道投放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2026-07-02T05:22:47Z</dcterms:modified>
</cp:coreProperties>
</file>