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C28E7-5286-4C89-B3BF-141B112387D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0E82D-4D95-4E81-AC34-34C02B6F4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923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0E82D-4D95-4E81-AC34-34C02B6F4C8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593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0E82D-4D95-4E81-AC34-34C02B6F4C8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11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0E82D-4D95-4E81-AC34-34C02B6F4C8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878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0E82D-4D95-4E81-AC34-34C02B6F4C8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615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0E82D-4D95-4E81-AC34-34C02B6F4C8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721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0E82D-4D95-4E81-AC34-34C02B6F4C8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824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0E82D-4D95-4E81-AC34-34C02B6F4C8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446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0E82D-4D95-4E81-AC34-34C02B6F4C8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616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导入：压强与浮力为什么重要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建立压强与浮力学习动机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C012E98-35FD-09AC-2ACE-A18D3B74EBD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MiSans</vt:lpstr>
      <vt:lpstr>MiSans Demibold</vt:lpstr>
      <vt:lpstr>等线</vt:lpstr>
      <vt:lpstr>Arial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2026-07-02T08:00:47Z</dcterms:modified>
</cp:coreProperties>
</file>