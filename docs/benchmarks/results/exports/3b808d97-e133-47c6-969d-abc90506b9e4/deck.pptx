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E8215-BC7D-4AB2-8F25-C81646BB256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A35F8-3058-4919-979C-776424738F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755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A35F8-3058-4919-979C-776424738F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547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A35F8-3058-4919-979C-776424738F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788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A35F8-3058-4919-979C-776424738F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111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A35F8-3058-4919-979C-776424738F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642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A35F8-3058-4919-979C-776424738F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861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0A35F8-3058-4919-979C-776424738F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739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BC31FD-BEFE-4F2B-C1E0-158D953FD3D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437F774-08BF-6D41-41C3-AB43F674FB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D1CDFB-3A95-5185-2771-EBAB14CBE25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B4F351-A91C-7C68-AA0A-204960FB14D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6AA869-A4AA-E4C6-0B96-F13767B88FF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B606E6-E3A3-5148-BD5A-34B6B50F95A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236FED-5313-949C-29A3-CDE072071D2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07B945-EBDC-2A45-9DD3-5119A26A7E7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89502C-B6C2-DEE9-734E-561D282B6A9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MiSans Semibold</vt:lpstr>
      <vt:lpstr>等线 Light</vt:lpstr>
      <vt:lpstr>MiSans</vt:lpstr>
      <vt:lpstr>MiSans Demibold</vt:lpstr>
      <vt:lpstr>MiSans Light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2026-07-08T12:47:36Z</dcterms:modified>
</cp:coreProperties>
</file>