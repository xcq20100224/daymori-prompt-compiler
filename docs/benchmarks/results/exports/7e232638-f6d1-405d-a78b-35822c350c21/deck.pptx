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43B40-F4F7-4CA8-AACE-82BD9454356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FC9E6-29D1-4F84-92D0-80F9A5F03F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60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FC9E6-29D1-4F84-92D0-80F9A5F03F9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333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FC9E6-29D1-4F84-92D0-80F9A5F03F9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23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FC9E6-29D1-4F84-92D0-80F9A5F03F9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830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FC9E6-29D1-4F84-92D0-80F9A5F03F9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799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FC9E6-29D1-4F84-92D0-80F9A5F03F9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97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FC9E6-29D1-4F84-92D0-80F9A5F03F9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056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FB2F8E-759D-51CC-74AD-4AD22A4BE6A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D55471E-D021-E080-E22E-62F0946A7F4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972C787-6E47-A7A5-D00B-6A208F12F92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0DC606-7ABE-495E-5B09-B4D312B5072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F67DBD-AC09-E746-A68E-91753FE7FE7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87B8E7-5263-DFA0-1247-BBD024A41E4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F7B447-BF73-CF54-B9C6-731AEA1F9A3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16E645-02C1-E820-631A-7E262B532DF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D04D03-26D2-2057-0488-F1CCD33FCDA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2026-07-08T12:56:18Z</dcterms:modified>
</cp:coreProperties>
</file>