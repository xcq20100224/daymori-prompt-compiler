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6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封面：牛顿第二定律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本课目标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2026-07-03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第2页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关键目标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五段教学流程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第</a:t>
            </a:r>
            <a:r>
              <a:rPr lang="en-US" altLang="zh-CN" sz="130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</a:t>
            </a:r>
            <a:r>
              <a:rPr lang="zh-CN" altLang="en-US" sz="130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按节奏学习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五段教学流程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引入-探究-应用-反馈-总结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按节奏学习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endParaRPr lang="zh-CN" altLang="en-US" sz="1400"/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一、问题引入与知识回顾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一、问题引入与知识回顾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数据证据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目标：引发思考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本页结论：引发思考；关键抓手：只谈速度不够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只谈速度不够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同物体受不同力加速度不同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回答导入问题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只谈速度不够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同物体受不同力加速度不同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回答导入问题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本章目标</a:t>
            </a:r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导入：从生活现象出发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目标：建立直觉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本页结论：建立直觉；关键抓手：合力决定加速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合力决定加速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2N 与 4N 推力效果不同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解释原因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合力决定加速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2N 与 4N 推力效果不同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解释原因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建立直觉 </a:t>
            </a:r>
            <a:r>
              <a:rPr lang="en-US" altLang="zh-CN" sz="1400"/>
              <a:t>• </a:t>
            </a:r>
            <a:r>
              <a:rPr lang="zh-CN" altLang="en-US" sz="1400"/>
              <a:t>合力决定加速</a:t>
            </a:r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复习：牛顿第一定律与加速度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复习：牛顿第一定律与加速度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执行动作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目标：连接旧知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本页结论：连接旧知；关键抓手：无合力则匀速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无合力则匀速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a=Δv/Δt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写过渡句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无合力则匀速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a=Δv/Δt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写过渡句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二、实验探究与定律发现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二、实验探究与定律发现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目标：实验路径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本页结论：实验路径；关键抓手：控制变量是关键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控制变量是关键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分离力与质量影响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记录数据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控制变量是关键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分离力与质量影响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记录数据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本章目标</a:t>
            </a:r>
          </a:p>
        </p:txBody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实验探究：控制变量法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实验探究：控制变量法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目标：观察规律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本页结论：观察规律；关键抓手：m定时 a∝F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m定时 a∝F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力增大时加速度同步增大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画趋势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m定时 a∝F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力增大时加速度同步增大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画趋势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定律推导：从数据到公式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目标：归纳关系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本页结论：归纳关系；关键抓手：得到 F=ma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得到 F=ma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图像近似直线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口述推导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得到 F=ma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图像近似直线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口述推导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公式详解：</a:t>
            </a:r>
            <a:r>
              <a:rPr lang="en-US" altLang="zh-CN"/>
              <a:t>F=ma </a:t>
            </a:r>
            <a:r>
              <a:rPr lang="zh-CN" altLang="en-US"/>
              <a:t>的深度理解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公式详解：F=ma 的深度理解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目标：掌握变形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本页结论：掌握变形；关键抓手：三式等价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三式等价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F=12N,m=3kg,a=4m/s²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做两题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三式等价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F=12N,m=3kg,a=4m/s²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做两题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三、例题应用：从理论到计算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本页结论：解题流程；关键抓手：先受力后列式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先受力后列式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对象-画图-定向-列合力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按流程写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先受力后列式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对象-画图-定向-列合力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按流程写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本章目标</a:t>
            </a:r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1 </a:t>
            </a:r>
            <a:r>
              <a:rPr lang="zh-CN" altLang="en-US"/>
              <a:t>：水平面受力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 1 ：水平面受力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目标：标准代入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本页结论：标准代入；关键抓手：a=F合/m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a=F合/m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9N 与 1.5kg 得 6m/s²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独立完成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a=F合/m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9N 与 1.5kg 得 6m/s²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独立完成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 2 ：斜面与摩擦力综合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目标：多力分析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本页结论：多力分析；关键抓手：看合力不是单力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看合力不是单力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10N-4N, m=2kg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标方向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看合力不是单力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10N-4N, m=2kg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标方向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多力分析 </a:t>
            </a:r>
            <a:r>
              <a:rPr lang="en-US" altLang="zh-CN" sz="1400"/>
              <a:t>• </a:t>
            </a:r>
            <a:r>
              <a:rPr lang="zh-CN" altLang="en-US" sz="1400"/>
              <a:t>看合力不是单力</a:t>
            </a:r>
          </a:p>
        </p:txBody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四、互动练习与即时反馈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目标：即时检测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本页结论：即时检测；关键抓手：反馈越快纠错越快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反馈越快纠错越快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可快速定位误区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先做后改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反馈越快纠错越快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可快速定位误区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先做后改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本章目标</a:t>
            </a:r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选择题：判断对错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目标：识别误区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本页结论：识别误区；关键抓手：合力不等于任一单力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合力不等于任一单力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漏算摩擦会偏大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三步自检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合力不等于任一单力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漏算摩擦会偏大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三步自检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识别误区 </a:t>
            </a:r>
            <a:r>
              <a:rPr lang="en-US" altLang="zh-CN" sz="1400"/>
              <a:t>• </a:t>
            </a:r>
            <a:r>
              <a:rPr lang="zh-CN" altLang="en-US" sz="1400"/>
              <a:t>合力不等于任一单力</a:t>
            </a:r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计算题：灵活应用公式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计算题：灵活应用公式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目标：规范表达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本页结论：规范表达；关键抓手：步骤完整才稳定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步骤完整才稳定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已知-求解-公式-结果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同伴互评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步骤完整才稳定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已知-求解-公式-结果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同伴互评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zh-CN" altLang="en-US" sz="2600" b="1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五、课堂总结与分层作业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本页结论：课堂闭环；关键抓手：会解释才算会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会解释才算会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基础题80%，提升题60%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分层训练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会解释才算会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基础题80%，提升题60%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分层训练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本章目标</a:t>
            </a:r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课堂小结：知识结构图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课堂小结：知识结构图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目标：压缩主线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本页结论：压缩主线；关键抓手：受力→合力→F=ma→求解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受力→合力→F=ma→求解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三模块贯通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复述一次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受力→合力→F=ma→求解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三模块贯通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复述一次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本章目标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分层作业：巩固与拓展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目标：训练分层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本页结论：训练分层；关键抓手：保下限提上限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保下限提上限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A/B/C 三层任务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提交订正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保下限提上限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A/B/C 三层任务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提交订正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本章目标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课堂反思与提问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目标：自我诊断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本页结论：自我诊断；关键抓手：会提问=会思考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会提问=会思考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高频错点在方向与单位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提1问1得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会提问=会思考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高频错点在方向与单位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提1问1得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 sz="1400"/>
              <a:t>自我诊断 </a:t>
            </a:r>
            <a:r>
              <a:rPr lang="en-US" altLang="zh-CN" sz="1400"/>
              <a:t>• </a:t>
            </a:r>
            <a:r>
              <a:rPr lang="zh-CN" altLang="en-US" sz="1400"/>
              <a:t>会提问</a:t>
            </a:r>
            <a:r>
              <a:rPr lang="en-US" altLang="zh-CN" sz="1400"/>
              <a:t>=</a:t>
            </a:r>
            <a:r>
              <a:rPr lang="zh-CN" altLang="en-US" sz="1400"/>
              <a:t>会思考</a:t>
            </a:r>
          </a:p>
        </p:txBody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 wrap="square">
            <a:normAutofit/>
          </a:bodyPr>
          <a:lstStyle/>
          <a:p>
            <a:r>
              <a:rPr lang="zh-CN" altLang="en-US"/>
              <a:t>课堂收束与下节预告</a:t>
            </a:r>
          </a:p>
        </p:txBody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课堂收束与下节预告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目标：课末收束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本页结论：课末收束；关键抓手：下节综合应用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下节综合应用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本节完成概念到计算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复盘错题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下节综合应用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本节完成概念到计算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复盘错题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本章目标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1638</Words>
  <Application>Microsoft Office PowerPoint</Application>
  <PresentationFormat>宽屏</PresentationFormat>
  <Paragraphs>481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初二牛顿第二定律讲解 - 教务</dc:title>
  <dc:subject>教务</dc:subject>
  <dc:creator>Daymori</dc:creator>
  <cp:lastModifiedBy>yeli jiang</cp:lastModifiedBy>
  <cp:revision>2</cp:revision>
  <dcterms:created xsi:type="dcterms:W3CDTF">2026-07-03T03:00:10Z</dcterms:created>
  <dcterms:modified xsi:type="dcterms:W3CDTF">2026-07-03T03:00:33Z</dcterms:modified>
</cp:coreProperties>
</file>