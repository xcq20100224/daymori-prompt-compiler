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A7EF3B-CE6A-4D85-9BA8-9FCA53212D66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E2D4E-5A24-4012-B5A8-3CE7D9D1478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0943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E2D4E-5A24-4012-B5A8-3CE7D9D1478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909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E2D4E-5A24-4012-B5A8-3CE7D9D1478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43162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E2D4E-5A24-4012-B5A8-3CE7D9D1478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1190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E2D4E-5A24-4012-B5A8-3CE7D9D1478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201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E2D4E-5A24-4012-B5A8-3CE7D9D1478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2257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4E2D4E-5A24-4012-B5A8-3CE7D9D1478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51500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26F7F8-C614-71A1-2DBC-6864F4FCEA57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4BAD458-0E20-8880-8F7C-8BA3A0D4C75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9290493-96CF-4A94-2B46-3BCFCE11C843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5DA2F4-A0A0-BCDA-3C37-3D261B92C79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6EFE34-DAC9-46D6-AE77-6DCEA9C126C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CBFC67F-0702-F28F-8D15-0FFD5F68F8B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E2F0ED0-B125-8E5F-CA54-EBC1F081291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8280B4E-D71D-423B-4EE8-9C629449721D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D988708-5171-8B20-4A4B-4D0043B8B4C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 Normal</vt:lpstr>
      <vt:lpstr>Arial</vt:lpstr>
      <vt:lpstr>等线</vt:lpstr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2026-07-07T07:52:34Z</dcterms:modified>
</cp:coreProperties>
</file>