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E8E826-76F9-403C-A03A-8678F09A947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17A6C-764A-4C3D-8B99-603250C8A4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48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17A6C-764A-4C3D-8B99-603250C8A4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36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17A6C-764A-4C3D-8B99-603250C8A4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895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17A6C-764A-4C3D-8B99-603250C8A4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534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17A6C-764A-4C3D-8B99-603250C8A4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87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17A6C-764A-4C3D-8B99-603250C8A4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48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17A6C-764A-4C3D-8B99-603250C8A41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846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542AAD8-DFB9-7A06-B8E5-7F3C3B6DA11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7CFCBB6-7B2C-FECD-B1A0-F03B06D731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5F0BDA5-A10F-2621-F050-D9689381C1E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59E747-D752-7FF6-FB0F-47CD3236621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AC6078-9575-A85D-A159-0BAA5AE040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03CDD3-73BF-328B-748B-CAF09768D3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D326F6-A1DB-DF4A-52D2-97E09F197F4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23E94A-8A0E-38BB-2CCE-33B3E299A75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675CCB-AD6B-A613-5184-A416EE914AD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2026-07-08T13:12:16Z</dcterms:modified>
</cp:coreProperties>
</file>