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3468D-3E1B-45BC-80F4-3FBE52547A5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E5F00-9444-44C2-B14E-E3827EA23E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108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E5F00-9444-44C2-B14E-E3827EA23E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04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E5F00-9444-44C2-B14E-E3827EA23E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006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E5F00-9444-44C2-B14E-E3827EA23E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672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E5F00-9444-44C2-B14E-E3827EA23E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38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E5F00-9444-44C2-B14E-E3827EA23E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49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E5F00-9444-44C2-B14E-E3827EA23E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191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70984FA-4A09-5FE7-2379-99E22D65D4E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D46DF03-0C2C-A58E-98C3-DC3269C357E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E0149A-586A-A4CD-D3E2-3A6E3B4D235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FB64DF-49E9-E326-8330-388F4202B69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7CDB22-6717-C5A7-7F0C-8D145776110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993FDE-280B-FD9D-D1BC-B2909C1EE25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6A15EB5-EBF9-8CAF-0BEC-242F9278A3F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96A7CE-CC97-D5ED-6D7A-620EBE1A7A3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A16EF7-C210-9F99-6633-18E763FC19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2026-07-08T12:07:38Z</dcterms:modified>
</cp:coreProperties>
</file>