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AF9D4-0280-45D1-BE73-285C36EFDDE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28D9C-47E1-4269-8E7C-E46F851D56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6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ABSmoke</a:t>
            </a:r>
            <a:r>
              <a:rPr lang="zh-CN" altLang="en-US"/>
              <a:t>现状结构图 优先级重排。 图示：</a:t>
            </a:r>
            <a:r>
              <a:rPr lang="en-US" altLang="zh-CN"/>
              <a:t>ABSmoke</a:t>
            </a:r>
            <a:r>
              <a:rPr lang="zh-CN" altLang="en-US"/>
              <a:t>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72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ABSmoke</a:t>
            </a:r>
            <a:r>
              <a:rPr lang="zh-CN" altLang="en-US"/>
              <a:t>问题分层卡片 执行能力与反馈闭环四个层面。 先聚焦高频高影响环节， 再逐步覆盖复杂场景， 可显著降低试点风险。 图示： </a:t>
            </a:r>
            <a:r>
              <a:rPr lang="en-US" altLang="zh-CN"/>
              <a:t>ABSmoke</a:t>
            </a:r>
            <a:r>
              <a:rPr lang="zh-CN" altLang="en-US"/>
              <a:t>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668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ABSmoke</a:t>
            </a:r>
            <a:r>
              <a:rPr lang="zh-CN" altLang="en-US"/>
              <a:t>方案架构图 建设， 再通过迭代机制优化质 量， 形成可复制的执行闭环。 图示： </a:t>
            </a:r>
            <a:r>
              <a:rPr lang="en-US" altLang="zh-CN"/>
              <a:t>ABSmoke</a:t>
            </a:r>
            <a:r>
              <a:rPr lang="zh-CN" altLang="en-US"/>
              <a:t>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406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98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18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8D9C-47E1-4269-8E7C-E46F851D56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3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ABSmoke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ABSmoke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04E881-8B57-655D-7243-C93F77C2C9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ABSmoke</a:t>
            </a:r>
            <a:r>
              <a:rPr lang="zh-CN" altLang="en-US" sz="1400"/>
              <a:t>提案汇报</a:t>
            </a:r>
            <a:r>
              <a:rPr lang="en-US" altLang="zh-CN" sz="1400"/>
              <a:t>ABSmoke</a:t>
            </a:r>
            <a:r>
              <a:rPr lang="zh-CN" altLang="en-US" sz="1400"/>
              <a:t>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ABSmoke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38E3C54-03C8-BFC9-B880-1BE675BC8C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A7F38DE-4C07-64C5-3B13-586F166E36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ABSmoke</a:t>
            </a:r>
            <a:r>
              <a:rPr lang="zh-CN" altLang="en-US" sz="1400"/>
              <a:t>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ABSmoke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ABSmoke</a:t>
            </a:r>
            <a:r>
              <a:rPr lang="zh-CN" altLang="en-US" sz="1000"/>
              <a:t>可将问题</a:t>
            </a:r>
          </a:p>
          <a:p>
            <a:pPr algn="ctr"/>
            <a:r>
              <a:rPr lang="zh-CN" altLang="en-US" sz="1000"/>
              <a:t>拆为目标定义、流程协同、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BD4483-D835-18E2-4E82-E7019AF7A9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16EE1B-8B95-16EA-FAE0-E927EA35649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ABSmoke</a:t>
            </a:r>
            <a:r>
              <a:rPr lang="zh-CN" altLang="en-US" sz="1000"/>
              <a:t>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ABSmoke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E90AEE-AB1D-32D7-8F15-B205665C857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ABSmoke</a:t>
            </a:r>
            <a:r>
              <a:rPr lang="zh-CN" altLang="en-US" sz="1400"/>
              <a:t>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ABSmoke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051269-D597-54CC-0CCE-F385A68B62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ABSmoke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ABSmoke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ABSmoke</a:t>
            </a:r>
            <a:r>
              <a:rPr lang="zh-CN" altLang="en-US" sz="1000"/>
              <a:t>建立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D91899-74C7-38B6-0607-8C7B148D19F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1612D4-07AA-8053-24BA-A8B878B2626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</a:t>
            </a:r>
            <a:r>
              <a:rPr lang="en-US" altLang="zh-CN" sz="1000"/>
              <a:t>ABSmoke</a:t>
            </a:r>
            <a:r>
              <a:rPr lang="zh-CN" altLang="en-US" sz="1000"/>
              <a:t>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435477-8A6D-BA07-EA4D-702AF760BB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803E2B-13B9-1102-27BB-88A8DEF7918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B98BD9-ACAB-6606-05EF-B986ED382B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D2B575-456D-4B74-13B8-F98BB7D9BB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24FCF1-0913-D5EB-620D-4BC4E10028A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A9DAA4-DFC4-2A5F-A5DE-98E0921103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1D66A7-25B9-F549-5881-15158CFA4A3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502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2026-07-08T14:01:26Z</dcterms:modified>
</cp:coreProperties>
</file>