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1D1E2-295D-4AD1-BC4D-379C5595421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BB12F-CF54-432C-B0DA-57C523443E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65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BB12F-CF54-432C-B0DA-57C523443EC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887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BB12F-CF54-432C-B0DA-57C523443EC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922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BB12F-CF54-432C-B0DA-57C523443EC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892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BB12F-CF54-432C-B0DA-57C523443EC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86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BB12F-CF54-432C-B0DA-57C523443EC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387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BB12F-CF54-432C-B0DA-57C523443EC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15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9549A5-835A-1BE9-2009-A000FAA48DF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2A1F5BD-76AB-A402-5DA9-725ED4883B9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151DBA8-7221-A1E9-8959-362901485F0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6FFC7E-C264-B01E-FBD4-E9BE75294FD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DA946C-BEFF-E6BD-3C62-08F8300DA12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945686-080A-3ED6-899C-8E42CB87F90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6C3BA6-BC15-0685-879C-152D387A130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2C215F-E9C1-D456-C0E1-F48F1417A86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B29168-5E5E-8B03-A7A9-FCC174EBE36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2026-07-09T02:01:58Z</dcterms:modified>
</cp:coreProperties>
</file>