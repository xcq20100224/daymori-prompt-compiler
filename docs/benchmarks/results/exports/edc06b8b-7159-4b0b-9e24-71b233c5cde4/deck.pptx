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25C6-BCF6-483B-9E27-E9A614CE55D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7F5C5-0278-48E4-B7C7-FDE27792C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09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F5C5-0278-48E4-B7C7-FDE27792CB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381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F5C5-0278-48E4-B7C7-FDE27792CB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121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F5C5-0278-48E4-B7C7-FDE27792CB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747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F5C5-0278-48E4-B7C7-FDE27792CB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157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F5C5-0278-48E4-B7C7-FDE27792CB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9498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77F5C5-0278-48E4-B7C7-FDE27792CB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231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D9563F-FDB8-1B13-1BC4-171BA56A2EF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FC8B364-CAB7-DD77-BBFD-54EF2912A0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3C52BEB-0704-44A2-020C-530CDC76AF5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A2DC9E-AB1E-BDE9-CE6F-9D929201472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D4D766F-B102-BF5F-3D9E-CFA2C809487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0C6B889-1E5C-965F-5992-8904D5BAAD6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3090D3-3D35-FCEA-A18E-5245E7DE429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F7AC55-B8EE-480C-9D1D-2E066522435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396713-E1A3-1154-96E7-C308F3F276F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2026-07-09T04:30:29Z</dcterms:modified>
</cp:coreProperties>
</file>