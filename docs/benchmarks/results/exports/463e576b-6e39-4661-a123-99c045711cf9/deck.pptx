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78617-2ED7-4A07-9F6C-C2813E9E97C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09283-EBBE-4765-B391-53DB760F23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81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09283-EBBE-4765-B391-53DB760F238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060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09283-EBBE-4765-B391-53DB760F238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365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09283-EBBE-4765-B391-53DB760F238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354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09283-EBBE-4765-B391-53DB760F238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647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09283-EBBE-4765-B391-53DB760F238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17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09283-EBBE-4765-B391-53DB760F238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50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竞品对比分析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E0DB66-D6D3-31A3-E8B4-AD8D82ED73C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D10E3A-DD59-238C-A443-88194DBC454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0A2497-F090-D6AA-837E-3844227A02A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CE62D3-ACC3-54FF-51C4-9E0BC8D29FB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BA7BE9-E249-A827-9648-1783A369B7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295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2026-07-09T05:09:04Z</dcterms:modified>
</cp:coreProperties>
</file>