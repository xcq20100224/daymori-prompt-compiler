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5C7A63-D407-4219-A26B-34204D50B58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99CD1-82DF-40AD-B4CE-4A2A50D146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1690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99CD1-82DF-40AD-B4CE-4A2A50D146D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246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99CD1-82DF-40AD-B4CE-4A2A50D146D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195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99CD1-82DF-40AD-B4CE-4A2A50D146D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027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99CD1-82DF-40AD-B4CE-4A2A50D146D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258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99CD1-82DF-40AD-B4CE-4A2A50D146D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896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E99CD1-82DF-40AD-B4CE-4A2A50D146D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903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C5F038-375D-C44E-BF2A-7520109D88D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6C43A2E-7843-3570-9A4B-F75EA2A9FA4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6DE00A-1007-5875-E849-5DD102366D5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A4C2A24-0A82-25BD-B07B-48BEADB99E9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C509E03-7B2E-C66B-3639-9FE067E960B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AD72D2C-8E0D-1663-BAA7-F74FCB27C41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4FC88D4-9F9B-7A03-3035-06D887C9C6C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B9B5577-7441-F1E6-9395-9099338FBD9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E842633-D21C-5994-CF14-9EC20D758F4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2026-07-08T12:41:27Z</dcterms:modified>
</cp:coreProperties>
</file>