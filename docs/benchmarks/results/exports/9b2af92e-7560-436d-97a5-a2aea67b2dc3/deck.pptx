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A6C4E-E54B-49AA-917F-B6074D60F3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D6308-DA66-45F6-92A6-6B5CEBB292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2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974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71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67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10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063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9D6308-DA66-45F6-92A6-6B5CEBB292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83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85067B-E1D9-1FD1-707F-735659A65F0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29EFBCE-F0AC-7BAC-418E-FBED31AB97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F31F83-79E2-7562-91CC-35935DA406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936748-1BA0-27F6-AAFC-5CFD9FEC63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BD2BD9-4734-B88C-7B21-BECB8D5EB9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80B06E-9906-C29F-26AF-D91A13905B0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B3060B-1CFC-EE6C-EF5D-D06EE760046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081532-B997-F6D7-6100-69DEC8AA6A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DE4488-552C-89B9-334E-3C251C78FA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MiSans ExtraLight</vt:lpstr>
      <vt:lpstr>Arial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2026-07-08T12:17:11Z</dcterms:modified>
</cp:coreProperties>
</file>