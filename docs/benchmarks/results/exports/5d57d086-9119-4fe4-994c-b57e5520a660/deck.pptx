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BB6B2-B20E-4527-A76C-51B0F22D6EC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B14B4-1256-4196-AA58-A5D6EA61F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4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14B4-1256-4196-AA58-A5D6EA61F6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34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14B4-1256-4196-AA58-A5D6EA61F6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651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14B4-1256-4196-AA58-A5D6EA61F6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06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14B4-1256-4196-AA58-A5D6EA61F6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696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14B4-1256-4196-AA58-A5D6EA61F6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512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14B4-1256-4196-AA58-A5D6EA61F6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4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9A66FA-E277-AB23-334C-2FE95E35293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92DEF6-C3CC-AF5B-1835-372A3AB986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B9EFE0-A28E-0F14-4CE2-02EA0D2231B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E31D4D-1F82-9739-0050-13891D52D27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D8917A-AB78-CA12-AC03-50172ACA41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73A330-AC4A-2E27-D059-CB8B92508D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FFAF49-C15B-20EF-5C38-A67FAD57B4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FEA527-BC48-D4B0-2F07-E4C7A55D69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B0E8F8-D717-9ACC-1935-F26888C826A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Semibold</vt:lpstr>
      <vt:lpstr>等线</vt:lpstr>
      <vt:lpstr>思源黑体 CN Normal</vt:lpstr>
      <vt:lpstr>等线 Light</vt:lpstr>
      <vt:lpstr>MiSans</vt:lpstr>
      <vt:lpstr>Arial</vt:lpstr>
      <vt:lpstr>MiSans Demibold</vt:lpstr>
      <vt:lpstr>MiSans Normal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2026-07-08T13:07:53Z</dcterms:modified>
</cp:coreProperties>
</file>