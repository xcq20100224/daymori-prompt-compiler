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68EA6-A30C-4E3B-808E-F8AD8EF4ACD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E9484-3AAE-4534-81D3-091375346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88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9484-3AAE-4534-81D3-0913753465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280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9484-3AAE-4534-81D3-0913753465E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129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9484-3AAE-4534-81D3-0913753465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777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9484-3AAE-4534-81D3-0913753465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448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9484-3AAE-4534-81D3-0913753465E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255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9484-3AAE-4534-81D3-0913753465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4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9484-3AAE-4534-81D3-0913753465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425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E9484-3AAE-4534-81D3-0913753465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197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导入：质量守恒定律为什么重要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建立质量守恒定律学习动机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D495123-3FA7-2719-0103-C1A724258DD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2026-07-02T08:02:16Z</dcterms:modified>
</cp:coreProperties>
</file>