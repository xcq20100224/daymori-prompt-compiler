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EE706-B435-423D-B8EC-0FA34D320F6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E635D-1CCA-4C4F-A333-21A632624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81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635D-1CCA-4C4F-A333-21A6326249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306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635D-1CCA-4C4F-A333-21A6326249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922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635D-1CCA-4C4F-A333-21A6326249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057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635D-1CCA-4C4F-A333-21A6326249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43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635D-1CCA-4C4F-A333-21A6326249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369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E635D-1CCA-4C4F-A333-21A6326249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175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F22C3-FC78-6D57-E619-1D66558B0FA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53FFC5-C355-013D-817C-840CBD6944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310A1F-5900-8B71-BB0C-1DCAC075CA1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044371-FCDF-8FD4-1C2F-D021220337C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EFBD02-E87A-16CF-A6DC-B1BF8DF2C85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A59270-A5E5-3225-9142-6978B1C19F8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3F1288-476B-0CA5-033A-833C777C144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990DF0-3A85-E9B6-2269-26CD0FE5A2B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F0D8F3-C1D7-A92D-D86E-DFC862F605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2026-07-08T05:42:25Z</dcterms:modified>
</cp:coreProperties>
</file>