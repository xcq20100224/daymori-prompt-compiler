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D895A0-18B7-4DA7-A661-2F824D09C082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BDFD9E-C21A-4AAC-B08B-56DC807B0A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7730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BDFD9E-C21A-4AAC-B08B-56DC807B0A7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20847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BDFD9E-C21A-4AAC-B08B-56DC807B0A7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6709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BDFD9E-C21A-4AAC-B08B-56DC807B0A7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2994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BDFD9E-C21A-4AAC-B08B-56DC807B0A7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33289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BDFD9E-C21A-4AAC-B08B-56DC807B0A7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52758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BDFD9E-C21A-4AAC-B08B-56DC807B0A7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6689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56A5FEE-6A9B-13FF-DDF5-ABA0C9D481EF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2FDECCE-F3E9-E905-9356-680344517EB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5AA5C5A-FADA-6B79-BE7D-3D02E493408D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46164DD-E4A2-7837-20CF-0EF78656C607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B7F0247-6DCE-11A6-3312-9077200DED2C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E68812A-2F82-C107-738B-E331B86C2D8F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745FD63-CA44-3CC9-9948-8EFFE380E9F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D6B87B4-0F9A-ECB6-F6AF-BEFF48E842E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0FCE2C9-65EE-571A-C759-26B6A25DD90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MiSans Demibold</vt:lpstr>
      <vt:lpstr>MiSans Light</vt:lpstr>
      <vt:lpstr>思源黑体 CN Normal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2026-07-08T05:40:41Z</dcterms:modified>
</cp:coreProperties>
</file>