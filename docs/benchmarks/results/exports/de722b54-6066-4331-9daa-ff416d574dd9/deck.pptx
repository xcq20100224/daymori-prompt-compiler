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825F5-B641-457F-AC42-37F104BC496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D850B-8E71-4815-8D55-88640F2EB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213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D850B-8E71-4815-8D55-88640F2EBB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169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D850B-8E71-4815-8D55-88640F2EBB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11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D850B-8E71-4815-8D55-88640F2EBB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400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D850B-8E71-4815-8D55-88640F2EBB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166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D850B-8E71-4815-8D55-88640F2EBB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826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D850B-8E71-4815-8D55-88640F2EBB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73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559C20-BAF0-334F-E85C-6A36C8DA7CF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86FD875-9761-21F6-76DC-49793004F7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A4BC20-7007-59BA-6ED8-A958AF16893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B5D3A9-32AC-FE0A-B67F-92417669861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7EA2DB-51D1-3B2A-BCAA-ECE187DA741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13855C-DFBA-013A-0C28-048D7C91719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0A60D6-060A-B195-026A-DE9E478BE15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D3F421-B8E8-BF3D-4B58-D1CBAE035EB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C52889-A1F5-8EE1-3FB7-AA86DE460CE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2026-07-09T02:30:12Z</dcterms:modified>
</cp:coreProperties>
</file>