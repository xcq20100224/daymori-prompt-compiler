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D894-C8D9-4B72-95FD-BC0C7BAB3730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CAFBF-901A-4D56-99E4-019C9961A4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56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32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23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061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42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6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CAFBF-901A-4D56-99E4-019C9961A45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2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18FE5B-E002-45EF-5E58-233247B0B2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738D8D-E18B-4F4F-A517-F25C7C634E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3FB76B-A086-EA5D-3041-5364CB6029A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323381-BCAA-B260-F935-E719E8E9BBC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9085B9-A1C9-BE4E-2E58-C45124B49F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929B63-EF24-1A5C-29BC-5DF4841AA3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0FD37A-D6E1-FB1B-25D1-05F8E07FA69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C5C782-8834-85AD-E5A9-7241510D71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83244B-CB0D-C7C5-4566-ED3B3B1627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2026-07-09T02:42:44Z</dcterms:modified>
</cp:coreProperties>
</file>