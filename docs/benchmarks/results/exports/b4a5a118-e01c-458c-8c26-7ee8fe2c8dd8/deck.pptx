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C6EB78-6939-4401-A79F-AE04AA0D10D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EF2C32-EA84-4BCB-9506-078623CAF1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531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EF2C32-EA84-4BCB-9506-078623CAF16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2979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EF2C32-EA84-4BCB-9506-078623CAF16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593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EF2C32-EA84-4BCB-9506-078623CAF16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9745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EF2C32-EA84-4BCB-9506-078623CAF16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2850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EF2C32-EA84-4BCB-9506-078623CAF16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8884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EF2C32-EA84-4BCB-9506-078623CAF16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9489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088C642-6181-5388-8A9F-34A4050FCF6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496652A-74CF-4E92-8D94-3F04ABB77A2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705DD4D-E2AB-1FA5-1381-83C1EB09323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95F7C36-6FDA-43A6-C0C1-22FFA3336E1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2F535E3-B642-7492-A4A0-BCC824970FB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D605D86-4F79-F0D1-ED6E-9778DFAB652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36D3CC5-53CA-6246-5881-7ABEC73151E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95EE9D0-4562-7968-6022-6ECF0387735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BE223DE-E0CB-055D-4D6C-F3E9C462145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561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Arial</vt:lpstr>
      <vt:lpstr>等线</vt:lpstr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2026-07-08T04:32:02Z</dcterms:modified>
</cp:coreProperties>
</file>