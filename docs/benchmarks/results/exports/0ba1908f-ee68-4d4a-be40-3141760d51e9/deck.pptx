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8E827-1747-46E2-BB74-3E10469F384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500AE-14DD-4F84-89B8-329C864F8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1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23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19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75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19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97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500AE-14DD-4F84-89B8-329C864F83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28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72D839-F1C6-1D28-0B16-70A690B8278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69190C-70D3-D449-C942-993F6CBCA0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5FD502-E52E-EEBE-0BA5-F0975F1B852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FDA5A4-0F8D-8907-DB6F-0E84BC2F6A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E1C4D7-415E-E3CA-55BB-701B08A0A07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BB132A-E2D9-6655-A7B1-5BEEC4FA8E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8AADAA-EC8A-9686-E7D1-C491E12B94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492CCC-0906-5F72-5B3A-0961CB85AA3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B217D-EBB6-06C3-C003-9ACD02238D0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2026-07-09T02:41:12Z</dcterms:modified>
</cp:coreProperties>
</file>