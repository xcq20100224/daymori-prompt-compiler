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412785-117E-4CF8-9A59-FBDBEAA0082D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0859B-1C69-4134-BD2D-6BB1BB6855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614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0859B-1C69-4134-BD2D-6BB1BB68558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265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0859B-1C69-4134-BD2D-6BB1BB68558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445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0859B-1C69-4134-BD2D-6BB1BB68558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065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0859B-1C69-4134-BD2D-6BB1BB68558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669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0859B-1C69-4134-BD2D-6BB1BB68558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4729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0859B-1C69-4134-BD2D-6BB1BB68558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973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979E349-705A-4C8F-AEE2-18114C0CCB4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5925C11-9502-C9B0-5CDB-0F644F59ACD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84B95EB-A4AD-6A1F-0B9A-00BADB82B65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9C3AF3A-CF93-EFD6-081F-DB90A304BAA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D809C9-D62A-DA2D-4584-11B0B9FD8CF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88771EB-985E-A327-6077-438973CDF26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A6E1049-55D7-D996-8262-1BE0414CE4C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E4463CA-7DFF-896F-EA61-C1862F77980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9DF500B-C36B-0CB7-1AF3-175A9302156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 Demibold</vt:lpstr>
      <vt:lpstr>等线</vt:lpstr>
      <vt:lpstr>MiSans Light</vt:lpstr>
      <vt:lpstr>思源黑体 CN Normal</vt:lpstr>
      <vt:lpstr>MiSans Normal</vt:lpstr>
      <vt:lpstr>MiSans Medium</vt:lpstr>
      <vt:lpstr>MiSans</vt:lpstr>
      <vt:lpstr>等线 Light</vt:lpstr>
      <vt:lpstr>MiSans ExtraLight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2026-07-07T04:06:08Z</dcterms:modified>
</cp:coreProperties>
</file>