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812A1A-614D-4A1D-B61B-334ADD76C59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30167-7846-4CA3-A0D2-287C9FA071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19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30167-7846-4CA3-A0D2-287C9FA071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172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30167-7846-4CA3-A0D2-287C9FA071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88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30167-7846-4CA3-A0D2-287C9FA071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08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30167-7846-4CA3-A0D2-287C9FA071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27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30167-7846-4CA3-A0D2-287C9FA071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93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30167-7846-4CA3-A0D2-287C9FA071D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981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CE82C1-6DCA-7369-BD73-4B87EF60EA6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72BB28-A5BA-4294-5E84-5C98667CBB7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0351F4-4FF7-EDCB-25B7-EB287EC0EFE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BB2A30-A71E-2B0A-F879-79EA762EAB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8520B97-5AC7-D7D4-8A0F-C36DDDAF3C5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86A0E8-F4FE-65A5-E3E5-21342B1E49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89BEE-EC96-7735-C1E2-96D4F5654FB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73CB29-A6BE-AA3E-EF04-B6D3DC09751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FB3996-95A8-ED3D-6CB2-CD30B9D24DC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2026-07-08T12:42:32Z</dcterms:modified>
</cp:coreProperties>
</file>