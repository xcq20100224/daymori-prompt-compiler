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6576F-C3A3-4D45-BB2D-AF48095180B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48CC9-3C17-4EE8-B6C0-34F712181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40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48CC9-3C17-4EE8-B6C0-34F712181C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315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48CC9-3C17-4EE8-B6C0-34F712181CD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959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48CC9-3C17-4EE8-B6C0-34F712181C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086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48CC9-3C17-4EE8-B6C0-34F712181C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56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48CC9-3C17-4EE8-B6C0-34F712181CD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435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48CC9-3C17-4EE8-B6C0-34F712181C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58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5EE6F1-D645-3BBE-900C-0446A15CE45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198C9D1-A46B-4389-8157-644C5B3D0F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FA7448-3D7B-42A1-8933-56CCC3CE8AD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A0B9F9-643D-90A1-D137-69D6BBD3676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EF5DC3-817B-1903-AF76-ACEEEFE1BB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E1FA3D-FCDF-2CDE-8078-7EF0445349B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8BD270-5A50-4BEC-6E1E-DD36DE9943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25B7CA-067D-FF26-AAE2-61131D96F79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23761C-F3CE-8377-9281-C1B60472257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2026-07-08T12:50:07Z</dcterms:modified>
</cp:coreProperties>
</file>