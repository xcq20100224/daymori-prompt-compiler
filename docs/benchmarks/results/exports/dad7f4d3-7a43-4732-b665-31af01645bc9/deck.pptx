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D2D1E-B023-4E9D-9008-B54D8E7BDC0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DE836-21CC-4C54-930F-29FA1B3258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25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DE836-21CC-4C54-930F-29FA1B32584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04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DE836-21CC-4C54-930F-29FA1B32584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781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DE836-21CC-4C54-930F-29FA1B32584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228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DE836-21CC-4C54-930F-29FA1B32584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771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DE836-21CC-4C54-930F-29FA1B32584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14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DE836-21CC-4C54-930F-29FA1B32584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921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B45B14-B877-0E65-1A4D-631C4FD8664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F2A940C-3E20-D960-AF75-2A52F3768DD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21ECA15-BE93-FE85-280E-3B6B908DA48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82EDE4-2599-B645-884D-0DA6C9A105C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B9A94C-FF33-13F0-051E-9903D203ACF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36D9D7-1B04-FAC4-2299-5BBD50E399C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37DBD2-EFE4-81DB-3C5F-87DE9745FA3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5F30C4-8311-D6A3-9B70-7CFB563668A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4AE0A8-FF1C-B918-8CAD-2F436349259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2026-07-08T05:37:55Z</dcterms:modified>
</cp:coreProperties>
</file>