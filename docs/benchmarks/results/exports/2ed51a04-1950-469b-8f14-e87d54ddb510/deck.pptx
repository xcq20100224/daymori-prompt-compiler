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07340-D943-49C7-AE66-1ED18539EFC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A1361-637D-40C4-89B4-121FB4CF9D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09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8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26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24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497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87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A1361-637D-40C4-89B4-121FB4CF9D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64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438CE1-E5C2-2411-68EF-27AD1BC5A1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5AD3AA1-266A-2514-5A7C-E9CDDC23DB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7A8F03-6574-3C34-61D9-07552389E2B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55108F-1658-C8CE-9883-69BAFF5593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8DD9B0-ED5F-DD37-A460-5CCE659F8BA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4444F7-0561-E99A-E822-C890267E45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72F74F-3B15-E630-D556-635FC75E7D0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7DE43C-CC7D-7634-EA21-A6478053F6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8F1DD6-7835-C29D-C524-6B6D13BFA17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2026-07-08T13:04:47Z</dcterms:modified>
</cp:coreProperties>
</file>