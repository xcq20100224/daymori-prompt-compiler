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882F92-65A0-41BC-92D4-3A58AA0D18CD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4A4DA7-6F19-4FA0-9710-FA5C649F71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344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4A4DA7-6F19-4FA0-9710-FA5C649F716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755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4A4DA7-6F19-4FA0-9710-FA5C649F716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4646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4A4DA7-6F19-4FA0-9710-FA5C649F716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60121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4A4DA7-6F19-4FA0-9710-FA5C649F716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8433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4A4DA7-6F19-4FA0-9710-FA5C649F716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19733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4A4DA7-6F19-4FA0-9710-FA5C649F716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1444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D727873-66DB-8A4A-859D-B6C831BA246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817A8CA-1768-C66B-9B10-ED95B5E24C5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EEF881B-A747-B0B0-24D7-F78A5918B07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9E2C13C-C5F1-D8A6-FFD5-5A2AD059215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F997CEB-7078-7B0C-F2FA-CA0CF4CD1D7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E1DCC2-B775-7429-5011-99740D82EF9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9DBDFF8-E637-7002-99F2-89266562182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C5EC485-F0FA-1258-B477-D0A105A18A2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095BCC2-9BA5-73FE-2DD9-4E4185841F0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等线</vt:lpstr>
      <vt:lpstr>MiSans ExtraLight</vt:lpstr>
      <vt:lpstr>等线 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2026-07-08T12:21:10Z</dcterms:modified>
</cp:coreProperties>
</file>