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2F1A5-B1C7-4599-9995-70AE9B4E7FF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8BF074-2205-48A2-8479-E5B1605397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63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2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7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32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830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55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8BF074-2205-48A2-8479-E5B1605397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83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09F679-BACB-23C6-7F49-EC927C0D127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A8E907C-E012-2DD0-F79F-BE546B782D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E35118-B9E6-30EB-319F-029C384E70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2EBF65-53E5-CAA7-1054-0B6B2B1CE2B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395FE1-7DFC-8A14-009B-CD79AC08F4C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1A961C-E881-5AF2-A5CB-43523B319A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C6741C-3CD1-FD3F-8A49-7BE722E7DD4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FE109B-E0C5-12FC-73B7-8E283CE673F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3A492B-73DB-5097-BA5E-93677CE60ED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2026-07-08T05:17:28Z</dcterms:modified>
</cp:coreProperties>
</file>