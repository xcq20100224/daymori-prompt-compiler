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ADCE1-EC6D-430A-A055-A091665BFDF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BF147-5AE6-4EA3-8910-04E882AE0A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437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ABTest0_1783519043473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BF147-5AE6-4EA3-8910-04E882AE0AB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398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19043473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BF147-5AE6-4EA3-8910-04E882AE0AB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24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8351904347 3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BF147-5AE6-4EA3-8910-04E882AE0AB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400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BF147-5AE6-4EA3-8910-04E882AE0AB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4446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BF147-5AE6-4EA3-8910-04E882AE0AB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843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CBF147-5AE6-4EA3-8910-04E882AE0AB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439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ABTest0_1783519043473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ABTest0_1783519043473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ABTest0_17835190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43473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04816FB-154C-7CF5-D8FF-00893E39C69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D46A5C-AD13-8973-CE41-FE7FA326EFA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ABTest0_1783519043473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ABTest0_1783519043473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3519043473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AD26ED-1CF0-3810-269F-BE0C501E7B8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5749B1-C746-6039-9062-96CFCE8019B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ABTest0_1783519043473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ABTest0_1783519043473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1A6D6A-0B0C-CD46-6DBF-4D407D2369B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ABTest0_1783519043473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8351904347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289276A-E5FE-90BE-2102-0CD36949C5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904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04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783519043473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F9BDA3-D863-A609-08E5-9DC73D4D8A2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964B4E-2FBC-D458-1596-7015381A98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1243FF-3301-B621-B5EC-2877337698D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9C8B713-2F2B-EEAB-E516-C356C7AA1EC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C0FDCC3-B6FA-E2D4-33F3-33C40BD835A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75788C9-0238-3E35-8614-6286A594291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3BC114-8011-90A0-1A96-A6164398CB6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59C5196-7B66-9D26-2944-E0FEE2934A7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2026-07-08T13:57:30Z</dcterms:modified>
</cp:coreProperties>
</file>