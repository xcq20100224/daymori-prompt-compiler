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BACF55-DE62-42EA-BC2B-EB16D28BF589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E77932-07CF-4F9B-A47C-A561BBA97E2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218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E77932-07CF-4F9B-A47C-A561BBA97E2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9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E77932-07CF-4F9B-A47C-A561BBA97E2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6843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E77932-07CF-4F9B-A47C-A561BBA97E2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20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E77932-07CF-4F9B-A47C-A561BBA97E2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4914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E77932-07CF-4F9B-A47C-A561BBA97E2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713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E77932-07CF-4F9B-A47C-A561BBA97E2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164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75CFBDF-299E-5101-1B4B-F90666D3162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C8E8EBD-BA02-625D-0E42-0DBABCD40D5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4688D1B-60BC-EEEE-5663-CF87E9B87E4E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1DB0A5C-0D1F-E68C-3ADB-0EEC9F248FC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515D7D3-A638-0CC4-A6B3-BBC08350F83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ED9B4E-392E-1F35-A3ED-37EAC07F4EB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565F7AA-2285-3B5D-D0F3-CFC73E90FEE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F114FED-5C9C-6883-232B-029EDDFB79B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7A0278-AC7A-0F87-5065-BD5BE6DE4F2B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 Medium</vt:lpstr>
      <vt:lpstr>MiSans Normal</vt:lpstr>
      <vt:lpstr>MiSans</vt:lpstr>
      <vt:lpstr>MiSans Demibold</vt:lpstr>
      <vt:lpstr>MiSans ExtraLight</vt:lpstr>
      <vt:lpstr>MiSans Light</vt:lpstr>
      <vt:lpstr>Arial</vt:lpstr>
      <vt:lpstr>MiSans Semibold</vt:lpstr>
      <vt:lpstr>思源黑体 CN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2026-07-09T02:14:46Z</dcterms:modified>
</cp:coreProperties>
</file>