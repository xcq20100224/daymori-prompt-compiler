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66E6C-B22C-4A2F-83ED-612816DADE0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9BAD5-BC3E-446F-B2A8-41AF92F902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10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9BAD5-BC3E-446F-B2A8-41AF92F902B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571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9BAD5-BC3E-446F-B2A8-41AF92F902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058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9BAD5-BC3E-446F-B2A8-41AF92F902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48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9BAD5-BC3E-446F-B2A8-41AF92F902B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224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9BAD5-BC3E-446F-B2A8-41AF92F902B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205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9BAD5-BC3E-446F-B2A8-41AF92F902B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792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56D662-119A-B57D-3F36-AFA795C4277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D3AB8BA-26C3-E5F0-4E4F-A7D8D8DFC68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04F004D-0B2C-5AD3-2054-AD328624023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996842-3C01-0E2C-72B6-6A11B480B0B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160465-833A-4D34-E423-271A97F98E1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2B8A39-C90D-9F0C-4550-31042F34306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99A1B2-2E6C-9CC6-792C-06AC36134D9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49E5C8-6315-0425-4FAA-41BA1C4FC41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21F92A-DB5A-5B0E-A5C4-C62C29ADB80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2026-07-08T12:45:58Z</dcterms:modified>
</cp:coreProperties>
</file>