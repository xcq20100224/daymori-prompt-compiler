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4103A-1629-4D16-9FF9-5FC22FCAF4C0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7A04C-69F0-41F1-B602-1576625AE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26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6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0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526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88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456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7A04C-69F0-41F1-B602-1576625AE6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1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E3736-6641-C757-EDD9-C0B4EA3B34C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BAE857-DA78-4633-24BC-B371F6A9C4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97368C-8088-9A5C-6CD1-A05229C54C5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D2A509-4425-6AB4-EC80-44AD10DBE4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838C7-6C63-72B2-759A-CC4618E9F3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DDB00D-9510-2C96-7E0D-5B31C6C280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93B704-FB6C-1503-5166-A8F2F83E319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36E864-D284-882F-10DB-ABC0677553A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BBF734-584D-F658-C8A5-2955AFC755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2026-07-09T02:20:17Z</dcterms:modified>
</cp:coreProperties>
</file>