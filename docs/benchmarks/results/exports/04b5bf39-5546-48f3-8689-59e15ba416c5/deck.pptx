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724C5C-DC14-4798-A6A3-C30B595F5F55}" type="datetimeFigureOut">
              <a:rPr lang="zh-CN" altLang="en-US" smtClean="0"/>
              <a:t>2026/7/7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850AE7E-0DF0-4EF9-9DEA-6A8B4B0AF2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7288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50AE7E-0DF0-4EF9-9DEA-6A8B4B0AF2CC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01480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50AE7E-0DF0-4EF9-9DEA-6A8B4B0AF2CC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23427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50AE7E-0DF0-4EF9-9DEA-6A8B4B0AF2CC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69074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50AE7E-0DF0-4EF9-9DEA-6A8B4B0AF2CC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396620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50AE7E-0DF0-4EF9-9DEA-6A8B4B0AF2CC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473201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50AE7E-0DF0-4EF9-9DEA-6A8B4B0AF2CC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87668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3280995A-A94B-B1EF-0DB9-66BF4B303495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BBD80046-E55C-33C0-2084-626DE82BBC43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6ED4484B-F537-0067-39EA-87E89571C205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003A1B6-A6D6-F25E-8D3B-FF150CFA9E53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EB8718DE-2276-4F31-3383-2BC5269AE51B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FE14DEBD-3722-E91F-4C89-0E0BFEA34F19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DCFAB904-6021-A09D-10E1-F9D4457EBBB8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AF725506-2814-C2E4-1963-EF90172F96C7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AE293BE7-74A8-7E2C-9AB7-673813BECCF8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564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Semibold</vt:lpstr>
      <vt:lpstr>等线</vt:lpstr>
      <vt:lpstr>MiSans Medium</vt:lpstr>
      <vt:lpstr>思源黑体 CN Normal</vt:lpstr>
      <vt:lpstr>MiSans ExtraLight</vt:lpstr>
      <vt:lpstr>等线 Light</vt:lpstr>
      <vt:lpstr>MiSans</vt:lpstr>
      <vt:lpstr>Arial</vt:lpstr>
      <vt:lpstr>MiSans Demibold</vt:lpstr>
      <vt:lpstr>MiSans Light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2026-07-07T08:16:32Z</dcterms:modified>
</cp:coreProperties>
</file>