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F477E-6E56-4C13-B925-92C4C6EC2D1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8BAD0-63F7-444A-9FF2-BB5C6DDFEC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541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8BAD0-63F7-444A-9FF2-BB5C6DDFEC2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331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8BAD0-63F7-444A-9FF2-BB5C6DDFEC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473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8BAD0-63F7-444A-9FF2-BB5C6DDFEC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127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8BAD0-63F7-444A-9FF2-BB5C6DDFEC2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12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8BAD0-63F7-444A-9FF2-BB5C6DDFEC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572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8BAD0-63F7-444A-9FF2-BB5C6DDFEC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143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EDC8A6-5239-544C-94D6-AB3BF1EE760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E9626C-E6C2-2CD1-E7E8-3807944C02A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83EFB3-B29B-BDC8-7B3D-7F143131C09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9B7BE5-CC60-8C12-58C2-666B1CAD0BE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00BAE6-4201-7DF1-FB8F-5277C418A42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8FF144-7B0A-C8B6-18A9-0095712A253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C888D6-DF92-3B1E-CEC5-1C677B89C3A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A7FEF1-22AF-B774-7DD5-977582E516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214278-6872-1C2D-7EAF-C3DEE47F5B0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2026-07-08T12:40:11Z</dcterms:modified>
</cp:coreProperties>
</file>