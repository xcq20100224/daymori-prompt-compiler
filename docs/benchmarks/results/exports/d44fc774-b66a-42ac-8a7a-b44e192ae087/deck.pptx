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4399E-936D-45A1-B7E0-F77704452A3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32D37-3953-4B60-9A8B-1129334C6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922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32D37-3953-4B60-9A8B-1129334C68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20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32D37-3953-4B60-9A8B-1129334C68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0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32D37-3953-4B60-9A8B-1129334C68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776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32D37-3953-4B60-9A8B-1129334C68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583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32D37-3953-4B60-9A8B-1129334C68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005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32D37-3953-4B60-9A8B-1129334C680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866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D4A5FA-5ADD-23D3-D60E-9F91DBD1BFA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FC3D7A8-853D-39A0-DA3E-D69B87764F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CE16B3-1D64-3ABD-D2AB-DABED6E98E7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A8F7D7-F199-DF9B-719B-EC94DFF3AA7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DB447F-B83E-3BBB-F545-0B854C62A7E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F067261-B1F5-DF87-75EB-EFEE444A92B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5C9161-783E-A891-7222-68FDA6DB8B1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B2657B2-F935-53CE-5FAC-3BF2E426068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4C0D7C-33C5-54EB-E02B-144DED3ECBA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2026-07-07T08:37:07Z</dcterms:modified>
</cp:coreProperties>
</file>