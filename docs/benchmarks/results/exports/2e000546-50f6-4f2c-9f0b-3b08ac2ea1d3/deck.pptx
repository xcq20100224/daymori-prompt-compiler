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F324D-9B25-41EA-A06E-9E48750D1027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B101B6-771F-4C61-A115-CC28C34609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1549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101B6-771F-4C61-A115-CC28C346099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978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101B6-771F-4C61-A115-CC28C346099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48400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101B6-771F-4C61-A115-CC28C346099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6764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101B6-771F-4C61-A115-CC28C346099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694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101B6-771F-4C61-A115-CC28C346099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609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101B6-771F-4C61-A115-CC28C346099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526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79BA378-5DCF-13FE-2BC5-459ECC7E690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D43555F-232D-7696-760A-E3D35BE8D91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96E1243-AA58-4249-8BF6-5A58B5CF182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697919D-849C-AD7C-EF1C-FF76C9F66E1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83E3AE2-3567-1B14-7BD7-0C804F07DE1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FE43F89-D3B1-A651-66C2-E09BA32C94D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20402AE-F21C-D0C3-6502-AE74D3BF9F4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CEAE00B-C34E-B2A2-5B40-A7340B4731B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2735C25-DEDD-EF1D-231D-8B11E857C42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2026-07-09T02:30:46Z</dcterms:modified>
</cp:coreProperties>
</file>