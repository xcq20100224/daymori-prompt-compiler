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41226-0F9B-4072-959C-8D83E94FEE4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EA7D0-D210-415A-A682-E536E32B3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67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852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33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389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95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EA7D0-D210-415A-A682-E536E32B35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7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EC8970E-965E-6D88-3BED-1B52CE6FDB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5348A5-B6EB-7FD6-B315-9B4A052709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C313B5-7914-219D-8301-4FD0C64D4E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713EE7-92BD-DCB1-3B95-B8465EDAA1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D42BCF-BD8D-9893-DC01-3E5D26D5D96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413DFA-DD3C-300E-1B26-293837C91E8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B211EC-9380-030A-234A-D50D1DDB44F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FA0A9C-0DB7-9822-8A9C-499E65797A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48B549-7012-8E6D-65CA-71AC419DAC0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2026-07-08T13:05:30Z</dcterms:modified>
</cp:coreProperties>
</file>