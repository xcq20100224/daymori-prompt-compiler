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embeddedFontLst>
    <p:embeddedFont>
      <p:font typeface="MiSans Demibold" panose="02010600030101010101" charset="-122"/>
      <p:bold r:id="rId5"/>
    </p:embeddedFont>
    <p:embeddedFont>
      <p:font typeface="MiSans ExtraLight" panose="02010600030101010101" charset="-122"/>
      <p:regular r:id="rId6"/>
    </p:embeddedFont>
    <p:embeddedFont>
      <p:font typeface="MiSans Normal" panose="02010600030101010101" charset="-122"/>
      <p:regular r:id="rId7"/>
    </p:embeddedFont>
    <p:embeddedFont>
      <p:font typeface="等线" panose="02010600030101010101" pitchFamily="2" charset="-122"/>
      <p:regular r:id="rId8"/>
      <p:bold r:id="rId9"/>
    </p:embeddedFont>
    <p:embeddedFont>
      <p:font typeface="等线 Light" panose="02010600030101010101" pitchFamily="2" charset="-122"/>
      <p:regular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157C08-AB74-4CFA-870A-7A49D75FB1AA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74B643-4FC8-4030-A6D2-D50782CD8E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498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备注：先讲结论，后讲证据，最后讲行动。 业设计。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4B643-4FC8-4030-A6D2-D50782CD8E7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133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备注：每项控制在</a:t>
            </a:r>
            <a:r>
              <a:rPr lang="en-US" altLang="zh-CN"/>
              <a:t>15</a:t>
            </a:r>
            <a:r>
              <a:rPr lang="zh-CN" altLang="en-US"/>
              <a:t>秒内。 </a:t>
            </a:r>
            <a:r>
              <a:rPr lang="en-US" altLang="zh-CN"/>
              <a:t>• </a:t>
            </a:r>
            <a:r>
              <a:rPr lang="zh-CN" altLang="en-US"/>
              <a:t>风险与下一步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74B643-4FC8-4030-A6D2-D50782CD8E7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102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>
                <a:cs typeface="思源黑体 CN Normal" panose="020B0400000000000000" charset="-122"/>
              </a:rPr>
              <a:t>• </a:t>
            </a:r>
            <a:r>
              <a:rPr lang="zh-CN" altLang="en-US" sz="1400">
                <a:cs typeface="思源黑体 CN Normal" panose="020B0400000000000000" charset="-122"/>
              </a:rPr>
              <a:t>结论：先定义问题，</a:t>
            </a:r>
          </a:p>
          <a:p>
            <a:pPr algn="ctr"/>
            <a:r>
              <a:rPr lang="zh-CN" altLang="en-US" sz="1400">
                <a:cs typeface="思源黑体 CN Normal" panose="020B0400000000000000" charset="-122"/>
              </a:rPr>
              <a:t>再定义约束。</a:t>
            </a:r>
          </a:p>
          <a:p>
            <a:pPr algn="ctr"/>
            <a:r>
              <a:rPr lang="en-US" altLang="zh-CN" sz="1400">
                <a:cs typeface="思源黑体 CN Normal" panose="020B0400000000000000" charset="-122"/>
              </a:rPr>
              <a:t>• </a:t>
            </a:r>
            <a:r>
              <a:rPr lang="zh-CN" altLang="en-US" sz="1400">
                <a:cs typeface="思源黑体 CN Normal" panose="020B0400000000000000" charset="-122"/>
              </a:rPr>
              <a:t>证据：</a:t>
            </a:r>
          </a:p>
          <a:p>
            <a:pPr algn="ctr"/>
            <a:r>
              <a:rPr lang="zh-CN" altLang="en-US" sz="1400">
                <a:cs typeface="思源黑体 CN Normal" panose="020B0400000000000000" charset="-122"/>
              </a:rPr>
              <a:t>用量化指标评估课堂有</a:t>
            </a:r>
          </a:p>
          <a:p>
            <a:pPr algn="ctr"/>
            <a:r>
              <a:rPr lang="zh-CN" altLang="en-US" sz="1400">
                <a:cs typeface="思源黑体 CN Normal" panose="020B0400000000000000" charset="-122"/>
              </a:rPr>
              <a:t>效性。</a:t>
            </a:r>
          </a:p>
          <a:p>
            <a:pPr algn="ctr"/>
            <a:r>
              <a:rPr lang="en-US" altLang="zh-CN" sz="1400">
                <a:cs typeface="思源黑体 CN Normal" panose="020B0400000000000000" charset="-122"/>
              </a:rPr>
              <a:t>• </a:t>
            </a:r>
            <a:r>
              <a:rPr lang="zh-CN" altLang="en-US" sz="1400">
                <a:cs typeface="思源黑体 CN Normal" panose="020B0400000000000000" charset="-122"/>
              </a:rPr>
              <a:t>行动：</a:t>
            </a:r>
          </a:p>
          <a:p>
            <a:pPr algn="ctr"/>
            <a:r>
              <a:rPr lang="zh-CN" altLang="en-US" sz="1400">
                <a:cs typeface="思源黑体 CN Normal" panose="020B0400000000000000" charset="-122"/>
              </a:rPr>
              <a:t>按周迭代教学脚本与作</a:t>
            </a:r>
            <a:r>
              <a:rPr lang="en-US" altLang="zh-CN" sz="1400">
                <a:cs typeface="思源黑体 CN Normal" panose="020B0400000000000000" charset="-122"/>
              </a:rPr>
              <a:t>...</a:t>
            </a:r>
            <a:endParaRPr lang="zh-CN" altLang="en-US" sz="1400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目标：只替换模板文案，不改变原始版式结构。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339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2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目标：保持模板目录页视觉层级。</a:t>
            </a: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• 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阶段工作概述</a:t>
            </a:r>
          </a:p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• 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工作完成进度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...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125</Words>
  <Application>Microsoft Office PowerPoint</Application>
  <PresentationFormat>宽屏</PresentationFormat>
  <Paragraphs>29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MiSans ExtraLight</vt:lpstr>
      <vt:lpstr>Arial</vt:lpstr>
      <vt:lpstr>等线</vt:lpstr>
      <vt:lpstr>MiSans Demibold</vt:lpstr>
      <vt:lpstr>思源黑体 CN Normal</vt:lpstr>
      <vt:lpstr>MiSans Normal</vt:lpstr>
      <vt:lpstr>等线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2026-07-02T04:03:37Z</dcterms:modified>
</cp:coreProperties>
</file>