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D9A0F-DC0A-4D37-94E8-AB402B46AE9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D99F0-8386-4FBA-89DA-8E4126BBD2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69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41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1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5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66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899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D99F0-8386-4FBA-89DA-8E4126BBD2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09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4BCD33-3986-EB85-0E24-2130E6AF43D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69B9C8-8041-D194-0762-EDA379B2F1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D1C59A-66CA-E8DC-6EEA-6CEBBFA1F6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03BF5A-C094-60A0-EB0E-C4CDCC1A37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3BF1BD-9740-A776-38AB-0646E9D423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B8787A-E48B-CEDD-EA84-7713077A13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351767-4775-FC95-25A9-8251D48C810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FC2CD-9CC6-2208-62B0-A6239726662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BACB4A-559C-E999-1D01-13F7681256B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556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2026-07-09T04:42:44Z</dcterms:modified>
</cp:coreProperties>
</file>