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735E4-B4E0-49CD-99D6-F6C2023F685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8D4E9-492E-4B6A-A627-FADDD662A5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14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咖啡店选址策略现状结构图 先级重排。 图示：咖啡店选址策略现状结构图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927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865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680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057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292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D4E9-492E-4B6A-A627-FADDD662A5F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65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B63F7E-9CBD-0FE2-4075-673CEFA173A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咖啡店选址策略提案汇报 咖啡店选址策略提案汇报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咖啡店选址策略的核心约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E54962-039D-ABFF-AFD8-25A597051B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B0DE57-6AA7-D498-082C-5E0EDBA874C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咖啡店选址策略现状评估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咖啡店选址策略关键问题拆解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围绕咖啡店选址策略可将问题拆为目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咖啡店选址策略的分阶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FC0A0E-4901-86D5-FD12-366A1F04296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咖啡店选址策略方案架构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咖啡店选址策略方案建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咖啡店选址策略方案架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建议围绕咖啡店选址策略建立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6C8DA4-D036-71D7-5D22-542F3F1A18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C47B90-1F27-FEAA-A716-1501247F73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7EBDA2-1CBE-F739-4F9F-9CE6F6FA5A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C3AFBC-9F01-B934-B58E-DDAA8C33938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13C1E5-11D0-58CA-0766-D187F546EC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588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2026-07-08T10:11:08Z</dcterms:modified>
</cp:coreProperties>
</file>