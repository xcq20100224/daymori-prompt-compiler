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976D30-E25A-4C83-BC1D-69D7DB16CC0C}" type="datetimeFigureOut">
              <a:rPr lang="zh-CN" altLang="en-US" smtClean="0"/>
              <a:t>2026/7/7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114EE3-9EFB-45F6-B3DD-632081AE28A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18549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14EE3-9EFB-45F6-B3DD-632081AE28A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631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14EE3-9EFB-45F6-B3DD-632081AE28A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6934926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14EE3-9EFB-45F6-B3DD-632081AE28A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6117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14EE3-9EFB-45F6-B3DD-632081AE28A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137060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14EE3-9EFB-45F6-B3DD-632081AE28A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2590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B114EE3-9EFB-45F6-B3DD-632081AE28A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74417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2026/7/7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3F67537F-9C5D-886C-C81A-9F6275B81B3E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ABF4A0AC-C1E5-C26F-DB60-110ED9AD2DEC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17E367C1-0635-B6CB-45D5-B7CF3A4D05E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F145E48A-67B1-D1E3-10ED-525A2883D20D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70C82475-53BF-B79E-D3E4-B022869B67EA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6B5E2D50-969A-0B4C-080A-EDF6363D0B01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E5D1406A-38A8-C3CE-7E8E-B569F194AD7E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E7175B70-C809-C4C1-7097-B0699941B838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CEA2AF5-DA02-2D31-AD18-19CC92DE9A0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等线</vt:lpstr>
      <vt:lpstr>MiSans Medium</vt:lpstr>
      <vt:lpstr>思源黑体 CN Normal</vt:lpstr>
      <vt:lpstr>MiSans ExtraLight</vt:lpstr>
      <vt:lpstr>等线 Light</vt:lpstr>
      <vt:lpstr>MiSans</vt:lpstr>
      <vt:lpstr>Arial</vt:lpstr>
      <vt:lpstr>MiSans Demibold</vt:lpstr>
      <vt:lpstr>MiSans Light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2026-07-07T08:11:33Z</dcterms:modified>
</cp:coreProperties>
</file>