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015664-2F2D-4B89-82E8-D404C39E239E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1B12BE-70BA-4066-B741-7E9470C2F7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7179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1B12BE-70BA-4066-B741-7E9470C2F75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96306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1B12BE-70BA-4066-B741-7E9470C2F75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1088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1B12BE-70BA-4066-B741-7E9470C2F75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2384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1B12BE-70BA-4066-B741-7E9470C2F75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61410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1B12BE-70BA-4066-B741-7E9470C2F75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94259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1B12BE-70BA-4066-B741-7E9470C2F75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877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A2F1C3D-7EC6-AF70-771D-0D6E7892BA7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96E9F07-67A8-DD96-3890-CB2C5FAD0D7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690BF18-F3C7-0E10-B7EE-79B0BFAAF116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AA100C0-A799-E7F9-CECE-011FEA0EE924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20EB6B0-C8E8-3708-A01D-BB73C83030C2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7FB3A13-0834-A17F-6713-8CE4EEB7BAF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2125D7F-27FF-12FF-78EA-47A1D4A4834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F50BA1C-B776-95BF-6550-90DEB258C736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B79A815-C94E-0626-76FE-43105FFE9FA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</vt:lpstr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Arial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2026-07-07T08:35:21Z</dcterms:modified>
</cp:coreProperties>
</file>