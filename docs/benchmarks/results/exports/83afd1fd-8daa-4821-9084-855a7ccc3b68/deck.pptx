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10ABB-442F-477D-8D54-26806D425E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DA306-7985-4233-9EFF-FCFA2EF57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24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ABTest0_1783519138351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366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19138351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688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8351913835 1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162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625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DA306-7985-4233-9EFF-FCFA2EF57B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229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ABTest0_1783519138351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ABTest0_1783519138351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ABTest0_17835191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38351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0E1F2CC-AA49-85E9-0645-B1C12B0A00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D9F19A-8BF6-4FB5-0824-53BD1198BE5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ABTest0_1783519138351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3519138351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6823C9-53A3-C7B4-9218-FC61C6EB24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D90512-CF7C-8229-C110-74737647D60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ABTest0_1783519138351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ABTest0_1783519138351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ECAD1A-83E4-AF5D-3C02-53ACD8AF6E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8351913835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1DE68F-BC74-F800-E479-F004C7CA21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783519138351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7D4E46-19F4-7B54-9169-C90A241E3D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90AB0F-6985-D1E1-E7CA-B2987E7029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A60B7F-38F8-6D50-5C25-13A9CECCB28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DD2642-4931-E082-03B8-49569D964D3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198B4E-AF07-CFC7-8A53-ACC98E7202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EC2DC-430C-50F6-9B3B-998D439323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6018BC-1C43-AA88-0DA8-2355965DAB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327055-CEF4-EC8A-58D7-FB2EFFF667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2026-07-08T13:59:52Z</dcterms:modified>
</cp:coreProperties>
</file>