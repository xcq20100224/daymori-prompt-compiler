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FE392-1A5B-4B0C-B7B7-E3E9F117473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44454-6474-4977-9908-937129541B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757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44454-6474-4977-9908-937129541B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26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44454-6474-4977-9908-937129541B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696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44454-6474-4977-9908-937129541B8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613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44454-6474-4977-9908-937129541B8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577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44454-6474-4977-9908-937129541B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894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44454-6474-4977-9908-937129541B8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058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9279EF-9640-2AE5-D488-2D1D7DD9FF9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B76BF46-C8E3-0C94-D4C6-9C2838781FC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B5AC44C-DA78-5BC2-CE73-DE9718AEB0D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0ED03E-4019-2693-B7F5-57C6A0D65D7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C95A4A-42B9-1968-4C2F-24226D466D0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EF6F2C-781E-5764-C64C-1B20343C567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152186-306D-54F7-760F-1CE6ACC3C02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E8D35E-7CAC-8008-56DE-E0519F34DA5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87790E-3D68-2CB4-3EE8-B6DA279E79F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2026-07-07T08:11:48Z</dcterms:modified>
</cp:coreProperties>
</file>