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89DF3-1A1C-41B2-BB5E-E9E873CFCED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7EAD9-E9D4-4AD2-B08A-9041FD1037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6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17EAD9-E9D4-4AD2-B08A-9041FD1037B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715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17EAD9-E9D4-4AD2-B08A-9041FD1037B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623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17EAD9-E9D4-4AD2-B08A-9041FD1037B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914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17EAD9-E9D4-4AD2-B08A-9041FD1037B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577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17EAD9-E9D4-4AD2-B08A-9041FD1037B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601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17EAD9-E9D4-4AD2-B08A-9041FD1037B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923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54B131-8ECB-F71B-0AA6-C1912F04BC9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A1CE166-41FD-DC36-2BD4-61B163A62BC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E9BAEA-F071-CBDD-D02F-E731DD4F076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BB4DDC-5249-E483-9D96-A1EE8BDFEDE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F08E3C-6942-686D-BA06-0F308DFE5CB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F9652D-73E6-8128-FBD1-27DC4AB297F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143BB73-8908-82A5-E7AC-B51BAF6B3EE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D8C0D-C097-3374-4F86-F1FB0AABA48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0FF228-4A48-05B8-268C-C91383E5647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等线</vt:lpstr>
      <vt:lpstr>MiSans Light</vt:lpstr>
      <vt:lpstr>等线 Light</vt:lpstr>
      <vt:lpstr>MiSans Semibold</vt:lpstr>
      <vt:lpstr>Arial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2026-07-08T12:31:48Z</dcterms:modified>
</cp:coreProperties>
</file>