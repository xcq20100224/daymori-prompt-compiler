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394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05840" y="475488"/>
            <a:ext cx="10177272" cy="182880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4" name="Text 2"/>
          <p:cNvSpPr/>
          <p:nvPr/>
        </p:nvSpPr>
        <p:spPr>
          <a:xfrm>
            <a:off x="1353312" y="1051560"/>
            <a:ext cx="4389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初中化学课堂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559552" y="1097280"/>
            <a:ext cx="5440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封面总览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353312" y="1481328"/>
            <a:ext cx="9079992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7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导入：质量守恒定律为什么重要</a:t>
            </a:r>
            <a:endParaRPr lang="en-US" sz="3700" dirty="0"/>
          </a:p>
        </p:txBody>
      </p:sp>
      <p:sp>
        <p:nvSpPr>
          <p:cNvPr id="7" name="Text 5"/>
          <p:cNvSpPr/>
          <p:nvPr/>
        </p:nvSpPr>
        <p:spPr>
          <a:xfrm>
            <a:off x="1353312" y="2926080"/>
            <a:ext cx="907999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建立质量守恒定律学习动机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1353312" y="3977640"/>
            <a:ext cx="9079992" cy="1143000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81912" y="4315968"/>
            <a:ext cx="86227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关键要点：结论：先明确问题场景再进入知识点 ｜ 证据：课前抽测常见错误率在30%-45% ｜ 行动：本节前5分钟完成情境提问与口头反馈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1353312" y="5266944"/>
            <a:ext cx="90799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本页结论：建立质量守恒定律学习动机；关键抓手：结论：先明确问题场景再进入知识点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质量守恒定律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1/8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学习目标与标准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目标对齐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目标：明确可验收结果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本页结论：明确可验收结果；关键抓手：结论：本节目标是会说会算会应用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结论：本节目标是会说会算会应用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证据：课堂达标线为3题中至少2题正确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行动：中段进行板演，课后完成A/B分层任务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结论：本节目标是会说会算会应用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证据：课堂达标线为3题中至少2题正确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行动：中段进行板演，课后完成A/B分层任务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课堂动作：第2页可安排30秒提问+60秒板演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7997081" y="5047488"/>
            <a:ext cx="2774551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396EA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143385" y="5230368"/>
            <a:ext cx="2500231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管理层决策请求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批准试点预算与跨部门协同机制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目标卡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演讲备注：目标量化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质量守恒定律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2/8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核心概念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数据洞察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目标：统一术语和单位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本页结论：统一术语和单位；关键抓手：结论：先统一定义再做推理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结论：先统一定义再做推理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证据：定义清晰时解题正确率通常提升20%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行动：第15分钟组织同桌互查概念表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结论：先统一定义再做推理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证据：定义清晰时解题正确率通常提升20%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行动：第15分钟组织同桌互查概念表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课堂动作：第3页可安排30秒提问+60秒板演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概念图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演讲备注：概念先行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质量守恒定律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3/8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关键规律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问题归因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目标：形成可复用模型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本页结论：形成可复用模型；关键抓手：结论：规律要通过数据和反例双验证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结论：规律要通过数据和反例双验证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证据：示例数据两组以上且单位完整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行动：第22分钟做一轮口算或判断练习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结论：规律要通过数据和反例双验证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证据：示例数据两组以上且单位完整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行动：第22分钟做一轮口算或判断练习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课堂动作：第4页可安排30秒提问+60秒板演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规律图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演讲备注：规律证据化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质量守恒定律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4/8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方法步骤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行动落地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目标：稳定解题流程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本页结论：稳定解题流程；关键抓手：结论：按步骤执行可减少漏项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结论：按步骤执行可减少漏项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证据：流程化作答正确率高于自由作答约18%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行动：第28分钟板演标准步骤模板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结论：按步骤执行可减少漏项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证据：流程化作答正确率高于自由作答约18%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行动：第28分钟板演标准步骤模板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课堂动作：第5页可安排30秒提问+60秒板演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流程图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演讲备注：步骤固定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质量守恒定律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5/8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例题精讲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目标：打通已知到结论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本页结论：打通已知到结论；关键抓手：结论：已知-求-解结构最稳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结论：已知-求-解结构最稳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证据：例题数值与单位完整可复算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行动：第35分钟学生独立完成同构题并互评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结论：已知-求-解结构最稳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证据：例题数值与单位完整可复算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行动：第35分钟学生独立完成同构题并互评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课堂动作：第6页可安排30秒提问+60秒板演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例题卡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演讲备注：例题拆解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质量守恒定律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6/8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实验或应用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目标：连接真实场景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本页结论：连接真实场景；关键抓手：结论：知识点必须落到可观察现象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结论：知识点必须落到可观察现象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证据：至少给出3条观察数据并计算均值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行动：末段小组复盘并记录1条改进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实验流程图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结论：知识点必须落到可观察现象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证据：至少给出3条观察数据并计算均值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行动：末段小组复盘并记录1条改进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课堂动作：第7页可安排30秒提问+60秒板演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实验图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演讲备注：场景连接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质量守恒定律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7/8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总结与作业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目标：完成课堂闭环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本页结论：完成课堂闭环；关键抓手：结论：回收核心结论和高频错因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结论：回收核心结论和高频错因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证据：快测目标正确率&gt;=80%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行动：课后A组基础3题，B组综合2题，下节开场讲错题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结论：回收核心结论和高频错因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证据：快测目标正确率&gt;=80%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行动：课后A组基础3题，B组综合2题，下节开...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课堂动作：第8页可安排30秒提问+60秒板演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7997081" y="5047488"/>
            <a:ext cx="2774551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396EA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143385" y="5230368"/>
            <a:ext cx="2500231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管理层决策请求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批准试点预算与跨部门协同机制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作业卡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演讲备注：闭环收束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质量守恒定律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8/8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Daymori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质量守恒定律 - 初中化学课堂</dc:title>
  <dc:subject>初中化学课堂</dc:subject>
  <dc:creator>Daymori</dc:creator>
  <cp:lastModifiedBy>Daymori</cp:lastModifiedBy>
  <cp:revision>1</cp:revision>
  <dcterms:created xsi:type="dcterms:W3CDTF">2026-07-02T08:25:09Z</dcterms:created>
  <dcterms:modified xsi:type="dcterms:W3CDTF">2026-07-02T08:25:09Z</dcterms:modified>
</cp:coreProperties>
</file>