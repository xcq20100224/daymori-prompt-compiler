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A12D7-D6AA-47F3-B2A0-9344856A14C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DD39F-1924-4E9A-96B3-EBD2E8484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68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79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291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92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365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3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DD39F-1924-4E9A-96B3-EBD2E84848E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49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F21E69-22AB-6E87-E43D-82E047EFF0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6C69C3-5798-22FD-9173-CB9D0DAE5E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20E614-16FD-9DF0-38C3-1686F41EB8A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2FF0AF-DE88-3902-A882-9BAD909EC05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3CC8FC-1170-CED0-845D-9E87912D074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EE66BA-F305-8056-375A-B6D238E40E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414B62-E493-712B-077E-F0B3FA86F48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A47DB7-2540-ABF8-B4CE-3121EBD24A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CF2805-6C92-5E27-9680-33A8F63BB1F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2026-07-09T03:14:57Z</dcterms:modified>
</cp:coreProperties>
</file>