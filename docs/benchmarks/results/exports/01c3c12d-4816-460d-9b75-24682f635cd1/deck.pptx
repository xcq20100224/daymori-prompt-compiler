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2DA50-F90B-4978-8FA5-02C326901DA1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4332C6-D33A-4D4B-BB43-9804174464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8187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4332C6-D33A-4D4B-BB43-98041744644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97024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4332C6-D33A-4D4B-BB43-98041744644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235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4332C6-D33A-4D4B-BB43-98041744644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984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4332C6-D33A-4D4B-BB43-98041744644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3823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4332C6-D33A-4D4B-BB43-98041744644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6419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4332C6-D33A-4D4B-BB43-98041744644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9535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403300F-B69E-2F81-E5EB-EB49DF4C6D0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8B071BF-9354-17AA-2F4E-556DD6BA0E8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0C34364-6FA7-3F12-CECD-BCBC25C7935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78DED69-EC23-EB23-C1C0-18385E836147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7334BD3-060D-ECFE-D995-B08AB5476D0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4207B27-F31A-2DDF-1F38-B4E0595DE7D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3180B95-0159-18AD-A665-8B18D1E71C9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34D0CF1-9F0E-4A6F-FACA-DDA3036D4AA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77D70EE-26E4-E7F8-7257-E24510E6F1B5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 Light</vt:lpstr>
      <vt:lpstr>Arial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2026-07-08T04:27:12Z</dcterms:modified>
</cp:coreProperties>
</file>