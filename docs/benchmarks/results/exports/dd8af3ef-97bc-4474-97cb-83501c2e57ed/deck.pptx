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2E351-5B6E-4B15-8CEB-A97473A7DB9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F8428-F6B0-4E44-8B40-4D4DCCD40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1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428-F6B0-4E44-8B40-4D4DCCD40D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53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428-F6B0-4E44-8B40-4D4DCCD40D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365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428-F6B0-4E44-8B40-4D4DCCD40D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662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428-F6B0-4E44-8B40-4D4DCCD40D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6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428-F6B0-4E44-8B40-4D4DCCD40D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034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F8428-F6B0-4E44-8B40-4D4DCCD40D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44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0349AB-FE70-E044-82B3-69C8F77F9A9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C437F55-68FA-1131-F580-0F59C3B4916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D0E297-01CB-0F2C-8CC3-D131874B142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558198-05E9-282C-A605-6FB18E7D4BD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E60868-1118-E50B-4EA3-33C02196903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4C19F7-A635-BBD2-9D38-B6F195787DD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745989-26B4-3D81-82F2-F911E14266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8C8EAC-BE7F-BD18-1A0A-4AB19CE99EC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28B73C-0C8D-F9EB-201E-B7A1A3B3DEC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2026-07-07T08:27:16Z</dcterms:modified>
</cp:coreProperties>
</file>