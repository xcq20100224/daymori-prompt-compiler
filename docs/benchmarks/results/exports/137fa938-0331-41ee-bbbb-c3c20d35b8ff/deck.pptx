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CD22E-BB0A-46DE-8FF4-CC9CF6F5068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A3E6B9-82BD-446D-AA3C-28814AB68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35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3E6B9-82BD-446D-AA3C-28814AB683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112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3E6B9-82BD-446D-AA3C-28814AB683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38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3E6B9-82BD-446D-AA3C-28814AB683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436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3E6B9-82BD-446D-AA3C-28814AB683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484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3E6B9-82BD-446D-AA3C-28814AB683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246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3E6B9-82BD-446D-AA3C-28814AB683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046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947D4A-F84F-CFA1-C8A6-CA89DA93B96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7A25CA0-9BD4-EC50-17A4-E0350DDC6D7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10EB04-DD23-6E54-97CB-0A132A59B9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306170-93F1-458D-98BE-C7DC50D016E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25F980-DBCD-4ACD-6884-6A57ABD287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4F6E21-E079-68CC-E0BD-D18B4026A71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AFDE41-BA6C-A4EB-E503-33ACF8AEB1B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988484-D220-4EB6-DAF3-5D7141DD0D6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73D1B6-7D13-6501-C3BE-463158B8077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2026-07-08T13:07:39Z</dcterms:modified>
</cp:coreProperties>
</file>