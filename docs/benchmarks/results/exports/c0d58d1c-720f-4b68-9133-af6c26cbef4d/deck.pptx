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F1975-9E64-40F4-9279-89448E7D93D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2B4F1-7564-4D49-B767-5E37D4F27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59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419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98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836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838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57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2B4F1-7564-4D49-B767-5E37D4F276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16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E784ED-28CF-81C1-A380-24A10EB8EB1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BE8FF2-60AC-B29A-EB4A-3B5A878D0D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C6BA00-6818-390D-749A-94571358EEF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F26183-1B31-17F8-0D6C-07B6C31326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98B442-C160-9861-107A-544A9FB246B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939850-4C3A-0973-51F3-D6BF2EF1653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04E091-C34E-E7B7-2939-DD822B2D7B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1B99DA-B99C-62E5-8BEE-11108EA88E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45F0BA-F3DE-FFBF-93CD-4343302DE7E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2026-07-09T04:19:35Z</dcterms:modified>
</cp:coreProperties>
</file>