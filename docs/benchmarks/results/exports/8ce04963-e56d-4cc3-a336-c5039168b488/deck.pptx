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B334B-2334-4C55-A9F8-CDC3A2D03AF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806E0-7E81-443B-90AC-305344BE75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38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931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48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980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363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257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06E0-7E81-443B-90AC-305344BE75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54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CFC140-0679-0BB7-D940-F930C18A9D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72CE2F-0FB9-E08C-0BD1-10903A30C5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60A433-EA8A-E112-2C92-2B0134D57C4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7B2C9F-B9BA-0A6D-BD49-CCC67DB0423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4EDCC3-8E1E-8ED9-356E-CF4810B808E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8EFE22-06DE-F903-447E-253E00E4395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CA0E98-F8B8-04CF-5CDF-E8D50D99F4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D38651-3AD0-5C11-DCD9-CC38CBBB5DA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16B9DB9-C6F5-508C-C88E-678D468E96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Demibold</vt:lpstr>
      <vt:lpstr>MiSans Semibold</vt:lpstr>
      <vt:lpstr>等线 Light</vt:lpstr>
      <vt:lpstr>MiSans Light</vt:lpstr>
      <vt:lpstr>Arial</vt:lpstr>
      <vt:lpstr>思源黑体 CN Normal</vt:lpstr>
      <vt:lpstr>MiSans Normal</vt:lpstr>
      <vt:lpstr>MiSans Medium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2026-07-09T04:37:10Z</dcterms:modified>
</cp:coreProperties>
</file>