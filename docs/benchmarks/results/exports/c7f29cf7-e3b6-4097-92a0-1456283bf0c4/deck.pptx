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0A5F-41E1-4B48-8B37-5D4C09E553D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D164B-C6AA-472F-B7DB-4EBF38AC20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21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973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63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419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744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42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D164B-C6AA-472F-B7DB-4EBF38AC20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828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46A271-3C63-86B4-4F4F-22703759D8F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EBFF0E6-EB7E-5EF2-910A-B7DC67B496D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58BB16E-642D-6018-ABC6-D8709385DE3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EDB0D0-440B-BF21-3E0C-5D10BF24CD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B3E163-508F-F433-5E9F-564BC0AE21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E2BA22-3B20-17E8-8A01-755F2DE1F90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4617FC-097A-1389-ADF1-B8F944F4C5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AEB147-3352-E5E6-94B1-3D972B6D8DB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51B2319-7D87-15C5-A3AF-E8BB28947CD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2026-07-08T04:45:40Z</dcterms:modified>
</cp:coreProperties>
</file>