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5D873-0221-427B-B5DC-CA6508B8AD2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44427-0ED6-4BDC-B919-C3C2FC464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78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44427-0ED6-4BDC-B919-C3C2FC464D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24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44427-0ED6-4BDC-B919-C3C2FC464D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634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44427-0ED6-4BDC-B919-C3C2FC464D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717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44427-0ED6-4BDC-B919-C3C2FC464D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123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44427-0ED6-4BDC-B919-C3C2FC464D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80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44427-0ED6-4BDC-B919-C3C2FC464D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537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5517DD-2A63-5F58-5DDA-360D7050880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F61A736-BBEC-EC3C-E02A-A8A856F3D5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C314B4-90F1-2BBE-ED88-8880F2B74BF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D1A3C0-5AFA-FD63-35D7-A6D018D7D8A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CE9B29-C55E-868C-A4D7-DD5E1CC4F5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4B6DB7-068F-814E-CE94-83EDB5FDCF8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108AB2-267D-918E-9A51-816D1902D33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D3E219-8B01-5294-C418-7898A856219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3B007D-7161-6D7C-B699-CEBB517B0F9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2026-07-09T03:15:39Z</dcterms:modified>
</cp:coreProperties>
</file>