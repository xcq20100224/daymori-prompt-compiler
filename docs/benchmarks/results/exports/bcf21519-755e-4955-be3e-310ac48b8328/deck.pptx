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3CE73-55C2-47D8-91A0-6B2734F7738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9AF0C-9733-44F8-9E55-C37F604538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20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504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515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84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81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02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59AF0C-9733-44F8-9E55-C37F604538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67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2BEFB2-1311-BE34-7BA4-13B271ACD8D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BA9D846-89E5-2628-8BEE-A614CD930E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09EE1B-9DC5-B017-F784-DAE7CBF51BC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9F1A10-C2A8-BAF0-DBA6-7F9832C52B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B31139-487C-503A-182C-99392F99AE5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AE5C25-D02E-FAA8-02A4-8C78D13029E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EC8606-AF34-3002-44DB-58D3100E72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405B0D-C904-6B5A-4FF8-55664630D4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F432C1-D11F-6DF2-4589-1FDCE069224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941CD6-77FE-8AAD-4B56-36E0A3732A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8B76F3-16A3-7459-0AD9-731D647C88B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E5939A-D73D-3A19-5556-E1E85F28F29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313840-3C3C-4AF5-353A-A2EA17E9A1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07FB6B-AD84-E609-1EC9-90924B8923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A97312-36CA-AFAD-2DCA-8903777ECF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5978E4-5302-E733-89D9-C83A0F1FC84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2026-07-08T14:25:44Z</dcterms:modified>
</cp:coreProperties>
</file>