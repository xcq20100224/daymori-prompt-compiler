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9D96B9-B8D3-4CD2-8281-C02FEA7ABAD4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12FAD4-D14B-4A3F-8141-1DDACB1FA21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41974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企业数字化转型路线图现状结构图 需要先完成问题分层与优先级重排。 图示：企业数字化转型路线图现状结构图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12FAD4-D14B-4A3F-8141-1DDACB1FA213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54233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12FAD4-D14B-4A3F-8141-1DDACB1FA213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41900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12FAD4-D14B-4A3F-8141-1DDACB1FA213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12040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12FAD4-D14B-4A3F-8141-1DDACB1FA213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278261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12FAD4-D14B-4A3F-8141-1DDACB1FA213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484234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12FAD4-D14B-4A3F-8141-1DDACB1FA213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16874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7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企业数字化转型路线图</a:t>
            </a:r>
            <a:endParaRPr lang="zh-CN" altLang="en-US" sz="27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企业数字化转型路线图提案汇报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0CE7C148-137D-CC8E-4E67-5CEFE0FBBD4C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企业数字化转型路线图提案汇报 企业数字化转型路线图提案汇报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E2FC4E04-84CF-E9EE-BD7D-EDC98A1774A1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03A64111-0C11-1092-D224-943B5F2CAFD0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 lang="en-US" altLang="zh-CN" sz="13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65AFF24-0479-EC93-AE1F-1D347EB37B3B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企业数字化转型路线图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方案架构图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DAF93337-963A-A1CE-3332-A35209710319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C95C3720-A912-157B-5528-AE39159FB67F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6229F2D9-1217-897D-8B6C-E6A4BB603288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AF35AE73-4BAE-F36C-25DC-B3C01FF859E6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7EC0C75A-6637-4017-A551-B13764342ADF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320</Words>
  <Application>Microsoft Office PowerPoint</Application>
  <PresentationFormat>宽屏</PresentationFormat>
  <Paragraphs>61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ExtraLight</vt:lpstr>
      <vt:lpstr>等线 Light</vt:lpstr>
      <vt:lpstr>MiSans Semibold</vt:lpstr>
      <vt:lpstr>MiSans</vt:lpstr>
      <vt:lpstr>MiSans Demibold</vt:lpstr>
      <vt:lpstr>MiSans Light</vt:lpstr>
      <vt:lpstr>思源黑体 CN Normal</vt:lpstr>
      <vt:lpstr>MiSans Normal</vt:lpstr>
      <vt:lpstr>MiSans Medium</vt:lpstr>
      <vt:lpstr>等线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2026-07-08T12:37:45Z</dcterms:modified>
</cp:coreProperties>
</file>