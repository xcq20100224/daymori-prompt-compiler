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 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封面：牛顿第二定律课堂讲解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FFEFF0A-3275-0482-1F9D-DDD39D7C6BF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结论：本章聚焦目录与学习路径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结论：本章聚焦问题引入与知识回顾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E92018-27DE-41C6-9462-E51AABF866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D40C58-9B14-6CB9-E4BC-4B6AB58CE67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证据：以</a:t>
            </a:r>
            <a:r>
              <a:rPr lang="en-US" altLang="zh-CN" sz="1000"/>
              <a:t>2</a:t>
            </a:r>
            <a:r>
              <a:rPr lang="zh-CN" altLang="en-US" sz="1000"/>
              <a:t>组数据和</a:t>
            </a:r>
            <a:r>
              <a:rPr lang="en-US" altLang="zh-CN" sz="1000"/>
              <a:t>1</a:t>
            </a:r>
            <a:r>
              <a:rPr lang="zh-CN" altLang="en-US" sz="1000"/>
              <a:t>道例题验证本页结论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079032-7C4C-48A5-B9BA-B0BBE61CC46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结论：本章聚焦实验探究与定律发现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证据：以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组数据和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道例题验证本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页结论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61EC11-672A-00E8-93EE-5BB00C52126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376408-2303-9CFA-E4F6-8FE6D87F153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2D6B38-0198-4616-E4F1-DE09BCD14BE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</a:t>
            </a:r>
            <a:r>
              <a:rPr lang="en-US" altLang="zh-CN">
                <a:cs typeface="思源黑体 CN Normal" panose="020B0400000000000000" charset="-122"/>
              </a:rPr>
              <a:t>1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104072-9F94-385E-EA64-CED589A0BF2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</a:t>
            </a:r>
            <a:r>
              <a:rPr lang="en-US" altLang="zh-CN"/>
              <a:t>2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8635FA-D985-DE14-FDE0-FBDC5204907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4CC6AC-E06A-CF71-6E8D-D3F9129BCE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证据：以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道例题验证本页结论（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）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结论：本章聚焦课堂小结：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知识结构图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证据：本章通过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5DBD39-E237-FFED-529E-67E3222989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1612</Words>
  <Application>Microsoft Office PowerPoint</Application>
  <PresentationFormat>宽屏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Semibold</vt:lpstr>
      <vt:lpstr>Arial</vt:lpstr>
      <vt:lpstr>MiSans Light</vt:lpstr>
      <vt:lpstr>思源黑体 CN Normal</vt:lpstr>
      <vt:lpstr>MiSans Normal</vt:lpstr>
      <vt:lpstr>MiSans ExtraLight</vt:lpstr>
      <vt:lpstr>MiSans Medium</vt:lpstr>
      <vt:lpstr>等线</vt:lpstr>
      <vt:lpstr>MiSans</vt:lpstr>
      <vt:lpstr>MiSans Demibold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15</cp:revision>
  <dcterms:created xsi:type="dcterms:W3CDTF">2022-06-02T07:27:36Z</dcterms:created>
  <dcterms:modified xsi:type="dcterms:W3CDTF">2026-07-03T02:38:47Z</dcterms:modified>
</cp:coreProperties>
</file>