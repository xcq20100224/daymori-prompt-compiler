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B2A315-1D5A-4970-9D2F-A1A82ADD2182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D731E5-3334-4609-9591-8C906CE19E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5257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D731E5-3334-4609-9591-8C906CE19EE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29598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D731E5-3334-4609-9591-8C906CE19EE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36291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D731E5-3334-4609-9591-8C906CE19EE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59545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D731E5-3334-4609-9591-8C906CE19EE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28756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D731E5-3334-4609-9591-8C906CE19EE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624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D731E5-3334-4609-9591-8C906CE19EE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61640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D731E5-3334-4609-9591-8C906CE19EE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024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D731E5-3334-4609-9591-8C906CE19EE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1770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导入：压强与浮力为什么重要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建立压强与浮力学习动机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84F2263-C5A3-664D-6EA5-9A51269C792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265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 Semibold</vt:lpstr>
      <vt:lpstr>MiSans Medium</vt:lpstr>
      <vt:lpstr>Arial</vt:lpstr>
      <vt:lpstr>等线</vt:lpstr>
      <vt:lpstr>思源黑体 CN Normal</vt:lpstr>
      <vt:lpstr>MiSans ExtraLight</vt:lpstr>
      <vt:lpstr>MiSans</vt:lpstr>
      <vt:lpstr>等线 Light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2026-07-02T08:01:19Z</dcterms:modified>
</cp:coreProperties>
</file>