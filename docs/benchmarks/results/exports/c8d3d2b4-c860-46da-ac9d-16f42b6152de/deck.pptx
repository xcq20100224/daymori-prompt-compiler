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076C7-344F-493F-8EDE-BC2ACB6FE8B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B97470-ECB9-4AF1-88F7-98D0AC9792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793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97470-ECB9-4AF1-88F7-98D0AC97929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832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97470-ECB9-4AF1-88F7-98D0AC97929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966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97470-ECB9-4AF1-88F7-98D0AC97929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401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97470-ECB9-4AF1-88F7-98D0AC97929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346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97470-ECB9-4AF1-88F7-98D0AC97929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301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B97470-ECB9-4AF1-88F7-98D0AC97929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486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76FEAFB-79B9-3825-B84F-BE23046BEB4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6C20F90-927F-91B5-2988-ABD9D053669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C8A0054-3EF7-6F76-E2C4-D9175F0106E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AAF797-A5F2-CC4B-0FF9-A33D9D271BC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83C21B-539B-9E59-077E-713F8608B53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764B658-16C6-638F-8C6D-16DA160E7E9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B1052F5-09DE-C5DB-2815-B5B2F2477AD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C59CE55-4B2B-D365-210F-5C741948A5C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AA7B3D-9CC1-0C83-B99A-FBC2E9F48F3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2026-07-07T08:34:35Z</dcterms:modified>
</cp:coreProperties>
</file>