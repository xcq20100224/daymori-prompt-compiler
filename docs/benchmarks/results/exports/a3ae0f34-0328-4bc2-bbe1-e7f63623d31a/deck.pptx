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1A5CF-85AE-4552-B16F-D20459DA1E5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BF4BD-03BF-43B3-BC9B-5738EC2A6B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98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90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83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455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60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66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BF4BD-03BF-43B3-BC9B-5738EC2A6B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1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DA52BD-5F7C-1B7D-D204-467D6CD92C1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BDD477-FE80-A0F4-D60B-6F4A766C86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7DE961-B374-F966-CFFF-AD02D278884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040B88-3CFD-C727-0061-AA366C4F571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B429A3-3C09-DF5D-368A-0A75079F8C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2DB0BE-6E1A-E2DA-F002-19E7018CA89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D3B4F9-08F3-2F7F-B17B-2EA4550A287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258CC3-0440-FA12-8309-E7A4B081588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BD0937-1819-3EAB-E369-58331F6C337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2026-07-07T07:55:57Z</dcterms:modified>
</cp:coreProperties>
</file>