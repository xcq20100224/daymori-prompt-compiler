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0E215B-10AD-4C1C-8BC9-F532BAC740BD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5A2F1-48FD-4EB4-9467-688426FCAE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200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5A2F1-48FD-4EB4-9467-688426FCAE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075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5A2F1-48FD-4EB4-9467-688426FCAE0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701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5A2F1-48FD-4EB4-9467-688426FCAE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239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5A2F1-48FD-4EB4-9467-688426FCAE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585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5A2F1-48FD-4EB4-9467-688426FCAE0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897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5A2F1-48FD-4EB4-9467-688426FCAE0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23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 • </a:t>
            </a:r>
            <a:r>
              <a:rPr lang="zh-CN" altLang="en-US"/>
              <a:t>关键点</a:t>
            </a:r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5A2F1-48FD-4EB4-9467-688426FCAE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762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5A2F1-48FD-4EB4-9467-688426FCAE0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8509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5A2F1-48FD-4EB4-9467-688426FCAE0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554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5A2F1-48FD-4EB4-9467-688426FCAE0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510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对齐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Lazyman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排版并避免占位泄漏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关键点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B...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对齐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Lazyman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排版并避免占位泄漏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B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关键点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C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66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2026-07-02T05:42:58Z</dcterms:modified>
</cp:coreProperties>
</file>