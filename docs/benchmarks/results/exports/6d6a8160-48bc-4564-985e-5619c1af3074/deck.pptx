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881D9-1C9A-402A-B3F1-B548F748B30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01204-1536-48A4-ADD8-48280122C1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93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1204-1536-48A4-ADD8-48280122C1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83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1204-1536-48A4-ADD8-48280122C1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268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1204-1536-48A4-ADD8-48280122C1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87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1204-1536-48A4-ADD8-48280122C1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142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1204-1536-48A4-ADD8-48280122C1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651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1204-1536-48A4-ADD8-48280122C1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433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89B7BC-ADA1-2AB4-0E2F-6C1FA16DFF7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A1DE4CC-D21E-DBBA-927E-22510E1E80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D6DE42C-30B9-542F-8CD9-768DE759AB1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B96F27-939B-3248-7B50-089F0E2D624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96785C-AEC9-37F7-C784-F6F734A0B45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7CA7C0-E388-8D21-9268-9592B0C8C07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DA4A14-21EA-1624-C84D-554040546EF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0A9095-A343-97C4-62FA-E664E65C15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89761E-42AC-C00B-F72B-83B466D08F0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2026-07-07T07:47:22Z</dcterms:modified>
</cp:coreProperties>
</file>