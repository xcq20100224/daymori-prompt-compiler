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A46AD-C8E2-4AFA-8688-6B8CA0B3D3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21A98-2B09-43B1-AACE-2E55592F62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36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04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800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095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44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21A98-2B09-43B1-AACE-2E55592F62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0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9E90CB-5C54-AABA-E7C8-52F40747F08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B119EC-3F95-6294-C193-38475F98DC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5EBA9D-80E5-D54C-4022-397FA61EA59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5305F6-5027-AA02-A8B8-B738C595E9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050890-F55A-EA6A-1AA8-5C707FD6CC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DD796A-9790-BB1E-3D74-3774F2FB1CD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0685AC-9E0F-C14E-E869-0E01875E2D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EEE4FE-B0FE-61D3-EC5C-75E30DAAD5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C54F97-DDC4-4661-7B6E-851EA83C921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919163-C8E4-D268-D98E-005D826BA3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9BE502-DDF1-E545-8438-92AAB392AC9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D2DF60-CF98-AF59-776D-25E8950255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B53995-D20E-9650-E5F1-50D65C02B8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ED1D89-DFE9-6D42-A256-5393230828B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237EF6-E072-639F-6D6F-F58FAEE336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8C31D0-A566-FB52-5FB3-437A7D886B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2026-07-08T14:18:29Z</dcterms:modified>
</cp:coreProperties>
</file>