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BFA48-71AE-4A05-A976-D95319E2326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8DF5E-6AC1-4792-A90A-CA200AC9F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79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44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490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220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621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42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8DF5E-6AC1-4792-A90A-CA200AC9FA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2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43A50-5400-C90E-D5D1-AE465DE0FAE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FB14378-2CC5-B597-2398-283FC1BD42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664DF6-6C73-890B-1D9F-BC53D3627B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DC653-559A-5A03-F6A9-D655D9ECB35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1B26DE-C27C-7432-9EE9-952E150EF19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BD02CA-6BA2-F07A-A06C-6BFE611A37B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C0E93E-205F-B06B-3FCE-7FBFE1855C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B54541-1A90-A30C-A0BC-BB192A3C1EF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332A4C-8AC8-20C4-D313-B51E402EDC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2026-07-08T12:19:43Z</dcterms:modified>
</cp:coreProperties>
</file>