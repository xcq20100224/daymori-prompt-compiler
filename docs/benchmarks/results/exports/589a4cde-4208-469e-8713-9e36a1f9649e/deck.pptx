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284FB-6169-47AA-BD8E-72A9DB12FBC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2F26A-B224-40AA-8852-9258AED5E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714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2F26A-B224-40AA-8852-9258AED5EC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494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2F26A-B224-40AA-8852-9258AED5EC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484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2F26A-B224-40AA-8852-9258AED5EC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50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2F26A-B224-40AA-8852-9258AED5EC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235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2F26A-B224-40AA-8852-9258AED5EC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05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2F26A-B224-40AA-8852-9258AED5EC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890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CA8176-9A3F-9661-6D80-9A20423493D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C170D28-BACE-78B8-E8AB-272374EB98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39F738-CA27-2886-56C2-47B42DA14AF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13DA3A-EF78-8B93-2141-DA718145A47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9BBC8E-704E-C9BA-FD57-3D6A918F78D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EE3A51-DAFA-AA15-8064-654765B591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E36079-DED8-6366-81CA-A80D5210C30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ADB0AA-DB65-0E59-BB27-44ADADC764C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5E5826-8CD0-08B5-CA7C-BC755FB070A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2026-07-08T04:52:51Z</dcterms:modified>
</cp:coreProperties>
</file>