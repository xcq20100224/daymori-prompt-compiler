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93D16-D887-472F-9605-9D74364CB95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E9BEF-7F26-4342-84C2-AFED76A5A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27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E9BEF-7F26-4342-84C2-AFED76A5AD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754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E9BEF-7F26-4342-84C2-AFED76A5AD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90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E9BEF-7F26-4342-84C2-AFED76A5AD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50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E9BEF-7F26-4342-84C2-AFED76A5AD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230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E9BEF-7F26-4342-84C2-AFED76A5AD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07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E9BEF-7F26-4342-84C2-AFED76A5AD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6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14BEE4-520E-5B2D-D1E7-2C8FE5AFEC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338073C-69CE-966E-42F2-AFAD92F0021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64940D-EB7C-8F09-2380-C8C215FB3FC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9D9363-09AB-A9C7-3238-3E1D164FA14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960B67-FCA7-F7BD-27E4-1D94E718AB9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8BC836-60EA-9903-130A-FCD54EB0755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EB256A-A08A-B41A-54A2-CD844026217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2FECB4-676E-1EDE-E411-964FA6DB82A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FD5B43-9269-C7DF-55F9-FF5EA300C99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2026-07-08T13:06:45Z</dcterms:modified>
</cp:coreProperties>
</file>