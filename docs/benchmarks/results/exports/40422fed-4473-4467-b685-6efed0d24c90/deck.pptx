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56B1AA-9372-454D-9AD4-AA910E69F049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556B7-E114-4B46-8556-84B3E9823A7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1676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819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6782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4136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8170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14322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6556B7-E114-4B46-8556-84B3E9823A7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42558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3778F54-CC13-7D70-B427-6758A9B3745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848D6954-2CAA-AC55-7515-4C60CFF48DE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1CF2B57-C455-B9B6-8391-8DE575182035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888878F-A4A2-E9B1-696C-2C8F14F4746C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0CAD7D0-C171-727E-20AA-6C277F24906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8A03A98-9D44-51B2-7B7B-FDD8785CD18B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6B64B98-7ACD-6F47-87A1-1CF480C01332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9FEF9BBF-A501-DC0C-84BE-BC54C8819389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AC5A797-5E05-CBE5-4803-B225B62C354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2026-07-07T08:10:34Z</dcterms:modified>
</cp:coreProperties>
</file>