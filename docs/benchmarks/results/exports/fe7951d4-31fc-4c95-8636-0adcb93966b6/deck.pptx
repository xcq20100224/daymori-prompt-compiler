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89E6AAD-305A-44FE-AAA1-4E0832C9C099}" type="datetimeFigureOut">
              <a:rPr lang="zh-CN" altLang="en-US" smtClean="0"/>
              <a:t>2026/7/9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F5478B6-754B-4DEA-89A0-E7EF26BF912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531599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客服降本增效方案现状结构图 需要先完成问题分层与优先级重排。 图示：</a:t>
            </a:r>
            <a:r>
              <a:rPr lang="en-US" altLang="zh-CN"/>
              <a:t>AI</a:t>
            </a:r>
            <a:r>
              <a:rPr lang="zh-CN" altLang="en-US"/>
              <a:t>客服降本增效方案现状结构图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5478B6-754B-4DEA-89A0-E7EF26BF912C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2839054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客服降本增效方案问题分层卡片 执行能力与反馈闭环四个层面。 先聚焦高频高影响环节， 再逐步覆盖复杂场景， 可显著降低试点风险。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5478B6-754B-4DEA-89A0-E7EF26BF912C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3364003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客服降本增效方案方案架构图 先完成基线与关键能力 建设， 再通过迭代机制优化质 量， 形成可复制的执行闭环。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5478B6-754B-4DEA-89A0-E7EF26BF912C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2963050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5478B6-754B-4DEA-89A0-E7EF26BF912C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8145357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才进入下一阶段投入。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5478B6-754B-4DEA-89A0-E7EF26BF912C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5491813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5478B6-754B-4DEA-89A0-E7EF26BF912C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619975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AI</a:t>
            </a:r>
            <a:r>
              <a:rPr lang="zh-CN" altLang="en-US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客服降本增效方案</a:t>
            </a:r>
            <a:endParaRPr lang="zh-CN" altLang="en-US" sz="30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客服降本增效方案提案汇报 内容由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生成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09679B44-9CDE-ECEC-A1AA-F1CE3F980753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客服降本增效方案提案汇报</a:t>
            </a:r>
            <a:r>
              <a:rPr lang="en-US" altLang="zh-CN" sz="1400"/>
              <a:t>AI</a:t>
            </a:r>
            <a:r>
              <a:rPr lang="zh-CN" altLang="en-US" sz="1400"/>
              <a:t>客服降本增效方案提案汇报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zh-CN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客服降本增效方案的</a:t>
            </a:r>
          </a:p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核心约束与机会</a:t>
            </a:r>
            <a:endParaRPr lang="en-US" altLang="zh-CN" sz="10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A8B2FBDC-92E6-0F5D-1D64-E282F8986D90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DF99CA71-5D62-9CDA-0FCA-14A6FC9A1FEA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客服降本增效方案的核心约束与机会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4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客服降本增效方案当前在目标达成、资源配置与执行路径上存在明显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瓶颈。若继续沿用现有方式，成本、效率与可持续性将同步承压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现状评估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关键问题拆解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客服降本增效方案问题分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层卡片 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围绕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客服降本增效方案可将问题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拆为目标定义、流程协同、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客服降本增效方案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的分阶段落地方案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281443A3-219C-7F4C-560E-D6FEE5870BBD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客服降本增效方案的分阶段落地方案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方案架构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方案设计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</a:p>
          <a:p>
            <a:pPr>
              <a:lnSpc>
                <a:spcPct val="150000"/>
              </a:lnSpc>
            </a:pPr>
            <a:r>
              <a:rPr lang="en-US" altLang="zh-CN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</a:t>
            </a:r>
          </a:p>
          <a:p>
            <a:pPr>
              <a:lnSpc>
                <a:spcPct val="150000"/>
              </a:lnSpc>
            </a:pP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方案架构图</a:t>
            </a:r>
          </a:p>
          <a:p>
            <a:pPr>
              <a:lnSpc>
                <a:spcPct val="150000"/>
              </a:lnSpc>
            </a:pP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  <a:endParaRPr lang="zh-CN" altLang="en-US" sz="12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方案建议采用“目标对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齐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-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能力建设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-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效果验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证”三层架构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阶段：明确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客服降本增效方案目标与边界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完成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客服降本增效方案试点并跟踪关键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阶段：复盘优化后推进规模化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建议围绕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客服降本增效方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案建立统一指标集，至少覆盖效率、质量、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成本与稳定性四类指标。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只有当关键指标持续改善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812ED8C4-E85D-6692-E527-08073BABFDFA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44C2DF04-AE87-2C18-076F-EBBEE578E9A3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A9AAB06F-8B84-B784-2BCB-7EDDDD799318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B25B8BF8-EFE4-5C3A-C13C-F6BF2FB07325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0CF2D6B1-6E86-B216-14CB-7D11D2CAF1B5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 nodePh="1">
                                  <p:stCondLst>
                                    <p:cond delay="3000"/>
                                  </p:stCondLst>
                                  <p:endCondLst>
                                    <p:cond evt="begin" delay="0">
                                      <p:tn val="5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603</Words>
  <Application>Microsoft Office PowerPoint</Application>
  <PresentationFormat>宽屏</PresentationFormat>
  <Paragraphs>80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 Semibold</vt:lpstr>
      <vt:lpstr>MiSans</vt:lpstr>
      <vt:lpstr>MiSans Demibold</vt:lpstr>
      <vt:lpstr>MiSans Light</vt:lpstr>
      <vt:lpstr>思源黑体 CN Normal</vt:lpstr>
      <vt:lpstr>等线 Light</vt:lpstr>
      <vt:lpstr>MiSans Normal</vt:lpstr>
      <vt:lpstr>MiSans Medium</vt:lpstr>
      <vt:lpstr>Arial</vt:lpstr>
      <vt:lpstr>MiSans ExtraLight</vt:lpstr>
      <vt:lpstr>等线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2026-07-09T02:45:57Z</dcterms:modified>
</cp:coreProperties>
</file>