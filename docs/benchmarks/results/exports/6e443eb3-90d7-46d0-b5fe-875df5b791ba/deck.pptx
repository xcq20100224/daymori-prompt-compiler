
<file path=[Content_Types].xml><?xml version="1.0" encoding="utf-8"?>
<Types xmlns="http://schemas.openxmlformats.org/package/2006/content-types">
  <Default Extension="fntdata" ContentType="application/x-fontdata"/>
  <Default Extension="jpeg" ContentType="image/jpe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theme/theme2.xml" ContentType="application/vnd.openxmlformats-officedocument.theme+xml"/>
  <Override PartName="/ppt/tags/tag1.xml" ContentType="application/vnd.openxmlformats-officedocument.presentationml.tags+xml"/>
  <Override PartName="/ppt/tags/tag2.xml" ContentType="application/vnd.openxmlformats-officedocument.presentationml.tags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tags/tag3.xml" ContentType="application/vnd.openxmlformats-officedocument.presentationml.tags+xml"/>
  <Override PartName="/ppt/tags/tag4.xml" ContentType="application/vnd.openxmlformats-officedocument.presentationml.tags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embedTrueTypeFonts="1" saveSubsetFonts="1" autoCompressPictures="0">
  <p:sldMasterIdLst>
    <p:sldMasterId id="2147483648" r:id="rId1"/>
  </p:sldMasterIdLst>
  <p:notesMasterIdLst>
    <p:notesMasterId r:id="rId12"/>
  </p:notesMasterIdLst>
  <p:sldIdLst>
    <p:sldId id="257" r:id="rId2"/>
    <p:sldId id="258" r:id="rId3"/>
    <p:sldId id="259" r:id="rId4"/>
    <p:sldId id="1382" r:id="rId5"/>
    <p:sldId id="1167" r:id="rId6"/>
    <p:sldId id="1381" r:id="rId7"/>
    <p:sldId id="261" r:id="rId8"/>
    <p:sldId id="1181" r:id="rId9"/>
    <p:sldId id="474" r:id="rId10"/>
    <p:sldId id="915" r:id="rId11"/>
  </p:sldIdLst>
  <p:sldSz cx="12192000" cy="6858000"/>
  <p:notesSz cx="6858000" cy="9144000"/>
  <p:embeddedFontLst>
    <p:embeddedFont>
      <p:font typeface="MiSans" panose="02010600030101010101" charset="-122"/>
      <p:regular r:id="rId13"/>
      <p:bold r:id="rId14"/>
    </p:embeddedFont>
    <p:embeddedFont>
      <p:font typeface="MiSans Demibold" panose="02010600030101010101" charset="-122"/>
      <p:bold r:id="rId15"/>
    </p:embeddedFont>
    <p:embeddedFont>
      <p:font typeface="MiSans ExtraLight" panose="02010600030101010101" charset="-122"/>
      <p:regular r:id="rId16"/>
    </p:embeddedFont>
    <p:embeddedFont>
      <p:font typeface="MiSans Light" panose="02010600030101010101" charset="-122"/>
      <p:regular r:id="rId17"/>
    </p:embeddedFont>
    <p:embeddedFont>
      <p:font typeface="MiSans Medium" panose="02010600030101010101" charset="-122"/>
      <p:regular r:id="rId18"/>
    </p:embeddedFont>
    <p:embeddedFont>
      <p:font typeface="MiSans Normal" panose="02010600030101010101" charset="-122"/>
      <p:regular r:id="rId19"/>
    </p:embeddedFont>
    <p:embeddedFont>
      <p:font typeface="MiSans Semibold" panose="02010600030101010101" charset="-122"/>
      <p:bold r:id="rId20"/>
    </p:embeddedFont>
    <p:embeddedFont>
      <p:font typeface="等线" panose="02010600030101010101" pitchFamily="2" charset="-122"/>
      <p:regular r:id="rId21"/>
      <p:bold r:id="rId22"/>
    </p:embeddedFont>
    <p:embeddedFont>
      <p:font typeface="等线 Light" panose="02010600030101010101" pitchFamily="2" charset="-122"/>
      <p:regular r:id="rId23"/>
    </p:embeddedFont>
  </p:embeddedFontLst>
  <p:defaultTextStyle>
    <a:defPPr>
      <a:defRPr lang="zh-CN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16006" autoAdjust="0"/>
    <p:restoredTop sz="94694"/>
  </p:normalViewPr>
  <p:slideViewPr>
    <p:cSldViewPr snapToGrid="0" snapToObjects="1">
      <p:cViewPr varScale="1">
        <p:scale>
          <a:sx n="83" d="100"/>
          <a:sy n="83" d="100"/>
        </p:scale>
        <p:origin x="210" y="54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2008" cy="72008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font" Target="fonts/font1.fntdata"/><Relationship Id="rId18" Type="http://schemas.openxmlformats.org/officeDocument/2006/relationships/font" Target="fonts/font6.fntdata"/><Relationship Id="rId26" Type="http://schemas.openxmlformats.org/officeDocument/2006/relationships/theme" Target="theme/theme1.xml"/><Relationship Id="rId3" Type="http://schemas.openxmlformats.org/officeDocument/2006/relationships/slide" Target="slides/slide2.xml"/><Relationship Id="rId21" Type="http://schemas.openxmlformats.org/officeDocument/2006/relationships/font" Target="fonts/font9.fntdata"/><Relationship Id="rId7" Type="http://schemas.openxmlformats.org/officeDocument/2006/relationships/slide" Target="slides/slide6.xml"/><Relationship Id="rId12" Type="http://schemas.openxmlformats.org/officeDocument/2006/relationships/notesMaster" Target="notesMasters/notesMaster1.xml"/><Relationship Id="rId17" Type="http://schemas.openxmlformats.org/officeDocument/2006/relationships/font" Target="fonts/font5.fntdata"/><Relationship Id="rId25" Type="http://schemas.openxmlformats.org/officeDocument/2006/relationships/viewProps" Target="viewProps.xml"/><Relationship Id="rId2" Type="http://schemas.openxmlformats.org/officeDocument/2006/relationships/slide" Target="slides/slide1.xml"/><Relationship Id="rId16" Type="http://schemas.openxmlformats.org/officeDocument/2006/relationships/font" Target="fonts/font4.fntdata"/><Relationship Id="rId20" Type="http://schemas.openxmlformats.org/officeDocument/2006/relationships/font" Target="fonts/font8.fntdata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24" Type="http://schemas.openxmlformats.org/officeDocument/2006/relationships/presProps" Target="presProps.xml"/><Relationship Id="rId5" Type="http://schemas.openxmlformats.org/officeDocument/2006/relationships/slide" Target="slides/slide4.xml"/><Relationship Id="rId15" Type="http://schemas.openxmlformats.org/officeDocument/2006/relationships/font" Target="fonts/font3.fntdata"/><Relationship Id="rId23" Type="http://schemas.openxmlformats.org/officeDocument/2006/relationships/font" Target="fonts/font11.fntdata"/><Relationship Id="rId10" Type="http://schemas.openxmlformats.org/officeDocument/2006/relationships/slide" Target="slides/slide9.xml"/><Relationship Id="rId19" Type="http://schemas.openxmlformats.org/officeDocument/2006/relationships/font" Target="fonts/font7.fntdata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font" Target="fonts/font2.fntdata"/><Relationship Id="rId22" Type="http://schemas.openxmlformats.org/officeDocument/2006/relationships/font" Target="fonts/font10.fntdata"/><Relationship Id="rId27" Type="http://schemas.openxmlformats.org/officeDocument/2006/relationships/tableStyles" Target="tableStyles.xml"/></Relationships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页眉占位符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zh-CN" altLang="en-US"/>
          </a:p>
        </p:txBody>
      </p:sp>
      <p:sp>
        <p:nvSpPr>
          <p:cNvPr id="3" name="日期占位符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446B43CE-686A-4C66-B746-EE99C6E35D4B}" type="datetimeFigureOut">
              <a:rPr lang="zh-CN" altLang="en-US" smtClean="0"/>
              <a:t>2026/7/9</a:t>
            </a:fld>
            <a:endParaRPr lang="zh-CN" altLang="en-US"/>
          </a:p>
        </p:txBody>
      </p:sp>
      <p:sp>
        <p:nvSpPr>
          <p:cNvPr id="4" name="幻灯片图像占位符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zh-CN" altLang="en-US"/>
          </a:p>
        </p:txBody>
      </p:sp>
      <p:sp>
        <p:nvSpPr>
          <p:cNvPr id="5" name="备注占位符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zh-CN" altLang="en-US"/>
              <a:t>单击此处编辑母版文本样式</a:t>
            </a:r>
          </a:p>
          <a:p>
            <a:pPr lvl="1"/>
            <a:r>
              <a:rPr lang="zh-CN" altLang="en-US"/>
              <a:t>二级</a:t>
            </a:r>
          </a:p>
          <a:p>
            <a:pPr lvl="2"/>
            <a:r>
              <a:rPr lang="zh-CN" altLang="en-US"/>
              <a:t>三级</a:t>
            </a:r>
          </a:p>
          <a:p>
            <a:pPr lvl="3"/>
            <a:r>
              <a:rPr lang="zh-CN" altLang="en-US"/>
              <a:t>四级</a:t>
            </a:r>
          </a:p>
          <a:p>
            <a:pPr lvl="4"/>
            <a:r>
              <a:rPr lang="zh-CN" altLang="en-US"/>
              <a:t>五级</a:t>
            </a:r>
          </a:p>
        </p:txBody>
      </p:sp>
      <p:sp>
        <p:nvSpPr>
          <p:cNvPr id="6" name="页脚占位符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zh-CN" altLang="en-US"/>
          </a:p>
        </p:txBody>
      </p:sp>
      <p:sp>
        <p:nvSpPr>
          <p:cNvPr id="7" name="灯片编号占位符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051C57C4-A23C-4656-AB1E-319E0C648745}" type="slidenum">
              <a:rPr lang="zh-CN" altLang="en-US" smtClean="0"/>
              <a:t>‹#›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4213933258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.xml"/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.xml"/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6.xml"/><Relationship Id="rId1" Type="http://schemas.openxmlformats.org/officeDocument/2006/relationships/notesMaster" Target="../notesMasters/notesMaster1.xml"/></Relationships>
</file>

<file path=ppt/notesSlides/_rels/notesSlide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7.xml"/><Relationship Id="rId1" Type="http://schemas.openxmlformats.org/officeDocument/2006/relationships/notesMaster" Target="../notesMasters/notesMaster1.xml"/></Relationships>
</file>

<file path=ppt/notesSlides/_rels/notesSlide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8.xml"/><Relationship Id="rId1" Type="http://schemas.openxmlformats.org/officeDocument/2006/relationships/notesMaster" Target="../notesMasters/notesMaster1.xml"/></Relationships>
</file>

<file path=ppt/notesSlides/_rels/notesSlide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9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幻灯片图像占位符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备注占位符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altLang="zh-CN"/>
              <a:t>AI</a:t>
            </a:r>
            <a:r>
              <a:rPr lang="zh-CN" altLang="en-US"/>
              <a:t>客服降本增效方案现状结构图 需要先完成问题分层与优先级重排。 图示：</a:t>
            </a:r>
            <a:r>
              <a:rPr lang="en-US" altLang="zh-CN"/>
              <a:t>AI</a:t>
            </a:r>
            <a:r>
              <a:rPr lang="zh-CN" altLang="en-US"/>
              <a:t>客服降本增效方案现状结构图 内容由</a:t>
            </a:r>
            <a:r>
              <a:rPr lang="en-US" altLang="zh-CN"/>
              <a:t>AI</a:t>
            </a:r>
            <a:r>
              <a:rPr lang="zh-CN" altLang="en-US"/>
              <a:t>生成</a:t>
            </a:r>
          </a:p>
        </p:txBody>
      </p:sp>
      <p:sp>
        <p:nvSpPr>
          <p:cNvPr id="4" name="灯片编号占位符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051C57C4-A23C-4656-AB1E-319E0C648745}" type="slidenum">
              <a:rPr lang="zh-CN" altLang="en-US" smtClean="0"/>
              <a:t>3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3557055643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幻灯片图像占位符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备注占位符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altLang="zh-CN"/>
              <a:t>AI</a:t>
            </a:r>
            <a:r>
              <a:rPr lang="zh-CN" altLang="en-US"/>
              <a:t>客服降本增效方案问题分层卡片 执行能力与反馈闭环四个层面。 先聚焦高频高影响环节， 再逐步覆盖复杂场景， 可显著降低试点风险。</a:t>
            </a:r>
          </a:p>
        </p:txBody>
      </p:sp>
      <p:sp>
        <p:nvSpPr>
          <p:cNvPr id="4" name="灯片编号占位符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051C57C4-A23C-4656-AB1E-319E0C648745}" type="slidenum">
              <a:rPr lang="zh-CN" altLang="en-US" smtClean="0"/>
              <a:t>4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3039158481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幻灯片图像占位符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备注占位符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altLang="zh-CN"/>
              <a:t>AI</a:t>
            </a:r>
            <a:r>
              <a:rPr lang="zh-CN" altLang="en-US"/>
              <a:t>客服降本增效方案方案架构图 先完成基线与关键能力 建设， 再通过迭代机制优化质 量， 形成可复制的执行闭环。</a:t>
            </a:r>
          </a:p>
        </p:txBody>
      </p:sp>
      <p:sp>
        <p:nvSpPr>
          <p:cNvPr id="4" name="灯片编号占位符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051C57C4-A23C-4656-AB1E-319E0C648745}" type="slidenum">
              <a:rPr lang="zh-CN" altLang="en-US" smtClean="0"/>
              <a:t>6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1971146628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幻灯片图像占位符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备注占位符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zh-CN" altLang="en-US"/>
              <a:t>阶段里程碑流程图</a:t>
            </a:r>
          </a:p>
        </p:txBody>
      </p:sp>
      <p:sp>
        <p:nvSpPr>
          <p:cNvPr id="4" name="灯片编号占位符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051C57C4-A23C-4656-AB1E-319E0C648745}" type="slidenum">
              <a:rPr lang="zh-CN" altLang="en-US" smtClean="0"/>
              <a:t>7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1699318644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幻灯片图像占位符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备注占位符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zh-CN" altLang="en-US"/>
              <a:t>试点指标仪表盘 才进入下一阶段投入。 图示： 试点指标仪表盘 内容由</a:t>
            </a:r>
            <a:r>
              <a:rPr lang="en-US" altLang="zh-CN"/>
              <a:t>AI</a:t>
            </a:r>
            <a:r>
              <a:rPr lang="zh-CN" altLang="en-US"/>
              <a:t>生成</a:t>
            </a:r>
          </a:p>
        </p:txBody>
      </p:sp>
      <p:sp>
        <p:nvSpPr>
          <p:cNvPr id="4" name="灯片编号占位符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051C57C4-A23C-4656-AB1E-319E0C648745}" type="slidenum">
              <a:rPr lang="zh-CN" altLang="en-US" smtClean="0"/>
              <a:t>8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2137275560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幻灯片图像占位符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备注占位符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zh-CN" altLang="en-US"/>
              <a:t>决策事项清单</a:t>
            </a:r>
          </a:p>
        </p:txBody>
      </p:sp>
      <p:sp>
        <p:nvSpPr>
          <p:cNvPr id="4" name="灯片编号占位符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051C57C4-A23C-4656-AB1E-319E0C648745}" type="slidenum">
              <a:rPr lang="zh-CN" altLang="en-US" smtClean="0"/>
              <a:t>9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1441544783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标题幻灯片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>
            <a:extLst>
              <a:ext uri="{FF2B5EF4-FFF2-40B4-BE49-F238E27FC236}">
                <a16:creationId xmlns:a16="http://schemas.microsoft.com/office/drawing/2014/main" id="{B751551E-05D2-284A-866A-3A1C1D4313A0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1524000" y="1122363"/>
            <a:ext cx="9144000" cy="2387600"/>
          </a:xfrm>
        </p:spPr>
        <p:txBody>
          <a:bodyPr anchor="b"/>
          <a:lstStyle>
            <a:lvl1pPr algn="ctr">
              <a:defRPr sz="6000"/>
            </a:lvl1pPr>
          </a:lstStyle>
          <a:p>
            <a:r>
              <a:rPr kumimoji="1" lang="zh-CN" altLang="en-US"/>
              <a:t>单击此处编辑母版标题样式</a:t>
            </a:r>
          </a:p>
        </p:txBody>
      </p:sp>
      <p:sp>
        <p:nvSpPr>
          <p:cNvPr id="3" name="副标题 2">
            <a:extLst>
              <a:ext uri="{FF2B5EF4-FFF2-40B4-BE49-F238E27FC236}">
                <a16:creationId xmlns:a16="http://schemas.microsoft.com/office/drawing/2014/main" id="{44E9A8A2-FD04-2244-8421-6736AD57235C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1524000" y="3602038"/>
            <a:ext cx="9144000" cy="1655762"/>
          </a:xfrm>
        </p:spPr>
        <p:txBody>
          <a:bodyPr/>
          <a:lstStyle>
            <a:lvl1pPr marL="0" indent="0" algn="ctr">
              <a:buNone/>
              <a:defRPr sz="2400"/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kumimoji="1" lang="zh-CN" altLang="en-US"/>
              <a:t>单击此处编辑母版副标题样式</a:t>
            </a:r>
          </a:p>
        </p:txBody>
      </p:sp>
      <p:sp>
        <p:nvSpPr>
          <p:cNvPr id="4" name="日期占位符 3">
            <a:extLst>
              <a:ext uri="{FF2B5EF4-FFF2-40B4-BE49-F238E27FC236}">
                <a16:creationId xmlns:a16="http://schemas.microsoft.com/office/drawing/2014/main" id="{31C597FA-3052-AC44-8325-3F74083D7F44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8F0EB0E-2E49-E142-A4B9-DDDF65D8C85B}" type="datetimeFigureOut">
              <a:t>2026/7/9</a:t>
            </a:fld>
            <a:endParaRPr kumimoji="1" lang="zh-CN" altLang="en-US"/>
          </a:p>
        </p:txBody>
      </p:sp>
      <p:sp>
        <p:nvSpPr>
          <p:cNvPr id="5" name="页脚占位符 4">
            <a:extLst>
              <a:ext uri="{FF2B5EF4-FFF2-40B4-BE49-F238E27FC236}">
                <a16:creationId xmlns:a16="http://schemas.microsoft.com/office/drawing/2014/main" id="{73446B59-E837-B94F-B183-33E9C9489CA8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kumimoji="1" lang="zh-CN" altLang="en-US"/>
          </a:p>
        </p:txBody>
      </p:sp>
      <p:sp>
        <p:nvSpPr>
          <p:cNvPr id="6" name="灯片编号占位符 5">
            <a:extLst>
              <a:ext uri="{FF2B5EF4-FFF2-40B4-BE49-F238E27FC236}">
                <a16:creationId xmlns:a16="http://schemas.microsoft.com/office/drawing/2014/main" id="{864C1C2E-EABE-0647-9E91-086729E48469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2E93B86-DA6C-6046-9BEB-EF77AD689EEC}" type="slidenum">
              <a:t>‹#›</a:t>
            </a:fld>
            <a:endParaRPr kumimoji="1" lang="zh-CN" altLang="en-US"/>
          </a:p>
        </p:txBody>
      </p:sp>
    </p:spTree>
    <p:extLst>
      <p:ext uri="{BB962C8B-B14F-4D97-AF65-F5344CB8AC3E}">
        <p14:creationId xmlns:p14="http://schemas.microsoft.com/office/powerpoint/2010/main" val="2170954149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标题和内容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>
            <a:extLst>
              <a:ext uri="{FF2B5EF4-FFF2-40B4-BE49-F238E27FC236}">
                <a16:creationId xmlns:a16="http://schemas.microsoft.com/office/drawing/2014/main" id="{420DEE9E-1038-1741-BD22-14E17E9F76B4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kumimoji="1" lang="zh-CN" altLang="en-US"/>
              <a:t>单击此处编辑母版标题样式</a:t>
            </a:r>
          </a:p>
        </p:txBody>
      </p:sp>
      <p:sp>
        <p:nvSpPr>
          <p:cNvPr id="3" name="内容占位符 2">
            <a:extLst>
              <a:ext uri="{FF2B5EF4-FFF2-40B4-BE49-F238E27FC236}">
                <a16:creationId xmlns:a16="http://schemas.microsoft.com/office/drawing/2014/main" id="{A1170B1A-DE41-4844-88B3-30F482330CEC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kumimoji="1" lang="zh-CN" altLang="en-US"/>
              <a:t>单击此处编辑母版文本样式</a:t>
            </a:r>
          </a:p>
          <a:p>
            <a:pPr lvl="1"/>
            <a:r>
              <a:rPr kumimoji="1" lang="zh-CN" altLang="en-US"/>
              <a:t>二级</a:t>
            </a:r>
          </a:p>
          <a:p>
            <a:pPr lvl="2"/>
            <a:r>
              <a:rPr kumimoji="1" lang="zh-CN" altLang="en-US"/>
              <a:t>三级</a:t>
            </a:r>
          </a:p>
          <a:p>
            <a:pPr lvl="3"/>
            <a:r>
              <a:rPr kumimoji="1" lang="zh-CN" altLang="en-US"/>
              <a:t>四级</a:t>
            </a:r>
          </a:p>
          <a:p>
            <a:pPr lvl="4"/>
            <a:r>
              <a:rPr kumimoji="1" lang="zh-CN" altLang="en-US"/>
              <a:t>五级</a:t>
            </a:r>
          </a:p>
        </p:txBody>
      </p:sp>
      <p:sp>
        <p:nvSpPr>
          <p:cNvPr id="4" name="日期占位符 3">
            <a:extLst>
              <a:ext uri="{FF2B5EF4-FFF2-40B4-BE49-F238E27FC236}">
                <a16:creationId xmlns:a16="http://schemas.microsoft.com/office/drawing/2014/main" id="{33488412-D6E8-4744-93D7-AD09AE1C8BA1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8F0EB0E-2E49-E142-A4B9-DDDF65D8C85B}" type="datetimeFigureOut">
              <a:t>2026/7/9</a:t>
            </a:fld>
            <a:endParaRPr kumimoji="1" lang="zh-CN" altLang="en-US"/>
          </a:p>
        </p:txBody>
      </p:sp>
      <p:sp>
        <p:nvSpPr>
          <p:cNvPr id="5" name="页脚占位符 4">
            <a:extLst>
              <a:ext uri="{FF2B5EF4-FFF2-40B4-BE49-F238E27FC236}">
                <a16:creationId xmlns:a16="http://schemas.microsoft.com/office/drawing/2014/main" id="{4BA7FE07-3A22-C549-8BA1-9144E9B9AA29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kumimoji="1" lang="zh-CN" altLang="en-US"/>
          </a:p>
        </p:txBody>
      </p:sp>
      <p:sp>
        <p:nvSpPr>
          <p:cNvPr id="6" name="灯片编号占位符 5">
            <a:extLst>
              <a:ext uri="{FF2B5EF4-FFF2-40B4-BE49-F238E27FC236}">
                <a16:creationId xmlns:a16="http://schemas.microsoft.com/office/drawing/2014/main" id="{B77E1FA5-2F5B-084B-9554-09F84F95E1E9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2E93B86-DA6C-6046-9BEB-EF77AD689EEC}" type="slidenum">
              <a:t>‹#›</a:t>
            </a:fld>
            <a:endParaRPr kumimoji="1" lang="zh-CN" altLang="en-US"/>
          </a:p>
        </p:txBody>
      </p:sp>
    </p:spTree>
    <p:extLst>
      <p:ext uri="{BB962C8B-B14F-4D97-AF65-F5344CB8AC3E}">
        <p14:creationId xmlns:p14="http://schemas.microsoft.com/office/powerpoint/2010/main" val="3082567556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节标题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>
            <a:extLst>
              <a:ext uri="{FF2B5EF4-FFF2-40B4-BE49-F238E27FC236}">
                <a16:creationId xmlns:a16="http://schemas.microsoft.com/office/drawing/2014/main" id="{5DD7166E-B6BB-5344-9AA3-E0DBE114423A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1850" y="1709738"/>
            <a:ext cx="10515600" cy="2852737"/>
          </a:xfrm>
        </p:spPr>
        <p:txBody>
          <a:bodyPr anchor="b"/>
          <a:lstStyle>
            <a:lvl1pPr>
              <a:defRPr sz="6000"/>
            </a:lvl1pPr>
          </a:lstStyle>
          <a:p>
            <a:r>
              <a:rPr kumimoji="1" lang="zh-CN" altLang="en-US"/>
              <a:t>单击此处编辑母版标题样式</a:t>
            </a:r>
          </a:p>
        </p:txBody>
      </p:sp>
      <p:sp>
        <p:nvSpPr>
          <p:cNvPr id="3" name="文本占位符 2">
            <a:extLst>
              <a:ext uri="{FF2B5EF4-FFF2-40B4-BE49-F238E27FC236}">
                <a16:creationId xmlns:a16="http://schemas.microsoft.com/office/drawing/2014/main" id="{86002FDE-E74D-344D-BFF6-D11D6C111FDE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1850" y="4589463"/>
            <a:ext cx="10515600" cy="1500187"/>
          </a:xfrm>
        </p:spPr>
        <p:txBody>
          <a:bodyPr/>
          <a:lstStyle>
            <a:lvl1pPr marL="0" indent="0">
              <a:buNone/>
              <a:defRPr sz="24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kumimoji="1" lang="zh-CN" altLang="en-US"/>
              <a:t>单击此处编辑母版文本样式</a:t>
            </a:r>
          </a:p>
        </p:txBody>
      </p:sp>
      <p:sp>
        <p:nvSpPr>
          <p:cNvPr id="4" name="日期占位符 3">
            <a:extLst>
              <a:ext uri="{FF2B5EF4-FFF2-40B4-BE49-F238E27FC236}">
                <a16:creationId xmlns:a16="http://schemas.microsoft.com/office/drawing/2014/main" id="{21C7EEA8-2ADF-CC4B-B675-FE199081D4CB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8F0EB0E-2E49-E142-A4B9-DDDF65D8C85B}" type="datetimeFigureOut">
              <a:t>2026/7/9</a:t>
            </a:fld>
            <a:endParaRPr kumimoji="1" lang="zh-CN" altLang="en-US"/>
          </a:p>
        </p:txBody>
      </p:sp>
      <p:sp>
        <p:nvSpPr>
          <p:cNvPr id="5" name="页脚占位符 4">
            <a:extLst>
              <a:ext uri="{FF2B5EF4-FFF2-40B4-BE49-F238E27FC236}">
                <a16:creationId xmlns:a16="http://schemas.microsoft.com/office/drawing/2014/main" id="{312B4834-C1BB-1B44-BF19-1B50911F2C42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kumimoji="1" lang="zh-CN" altLang="en-US"/>
          </a:p>
        </p:txBody>
      </p:sp>
      <p:sp>
        <p:nvSpPr>
          <p:cNvPr id="6" name="灯片编号占位符 5">
            <a:extLst>
              <a:ext uri="{FF2B5EF4-FFF2-40B4-BE49-F238E27FC236}">
                <a16:creationId xmlns:a16="http://schemas.microsoft.com/office/drawing/2014/main" id="{5BE8B649-B321-0C4D-B9AA-67A5BEB6FDC7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2E93B86-DA6C-6046-9BEB-EF77AD689EEC}" type="slidenum">
              <a:t>‹#›</a:t>
            </a:fld>
            <a:endParaRPr kumimoji="1" lang="zh-CN" altLang="en-US"/>
          </a:p>
        </p:txBody>
      </p:sp>
    </p:spTree>
    <p:extLst>
      <p:ext uri="{BB962C8B-B14F-4D97-AF65-F5344CB8AC3E}">
        <p14:creationId xmlns:p14="http://schemas.microsoft.com/office/powerpoint/2010/main" val="3679077593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两栏内容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>
            <a:extLst>
              <a:ext uri="{FF2B5EF4-FFF2-40B4-BE49-F238E27FC236}">
                <a16:creationId xmlns:a16="http://schemas.microsoft.com/office/drawing/2014/main" id="{FBA99348-69F5-DF4B-9272-7D0BA01CD598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kumimoji="1" lang="zh-CN" altLang="en-US"/>
              <a:t>单击此处编辑母版标题样式</a:t>
            </a:r>
          </a:p>
        </p:txBody>
      </p:sp>
      <p:sp>
        <p:nvSpPr>
          <p:cNvPr id="3" name="内容占位符 2">
            <a:extLst>
              <a:ext uri="{FF2B5EF4-FFF2-40B4-BE49-F238E27FC236}">
                <a16:creationId xmlns:a16="http://schemas.microsoft.com/office/drawing/2014/main" id="{5950AD84-240D-9843-ABCF-574C274E4A9B}"/>
              </a:ext>
            </a:extLst>
          </p:cNvPr>
          <p:cNvSpPr>
            <a:spLocks noGrp="1"/>
          </p:cNvSpPr>
          <p:nvPr>
            <p:ph sz="half" idx="1"/>
          </p:nvPr>
        </p:nvSpPr>
        <p:spPr>
          <a:xfrm>
            <a:off x="838200" y="1825625"/>
            <a:ext cx="5181600" cy="4351338"/>
          </a:xfrm>
        </p:spPr>
        <p:txBody>
          <a:bodyPr/>
          <a:lstStyle/>
          <a:p>
            <a:pPr lvl="0"/>
            <a:r>
              <a:rPr kumimoji="1" lang="zh-CN" altLang="en-US"/>
              <a:t>单击此处编辑母版文本样式</a:t>
            </a:r>
          </a:p>
          <a:p>
            <a:pPr lvl="1"/>
            <a:r>
              <a:rPr kumimoji="1" lang="zh-CN" altLang="en-US"/>
              <a:t>二级</a:t>
            </a:r>
          </a:p>
          <a:p>
            <a:pPr lvl="2"/>
            <a:r>
              <a:rPr kumimoji="1" lang="zh-CN" altLang="en-US"/>
              <a:t>三级</a:t>
            </a:r>
          </a:p>
          <a:p>
            <a:pPr lvl="3"/>
            <a:r>
              <a:rPr kumimoji="1" lang="zh-CN" altLang="en-US"/>
              <a:t>四级</a:t>
            </a:r>
          </a:p>
          <a:p>
            <a:pPr lvl="4"/>
            <a:r>
              <a:rPr kumimoji="1" lang="zh-CN" altLang="en-US"/>
              <a:t>五级</a:t>
            </a:r>
          </a:p>
        </p:txBody>
      </p:sp>
      <p:sp>
        <p:nvSpPr>
          <p:cNvPr id="4" name="内容占位符 3">
            <a:extLst>
              <a:ext uri="{FF2B5EF4-FFF2-40B4-BE49-F238E27FC236}">
                <a16:creationId xmlns:a16="http://schemas.microsoft.com/office/drawing/2014/main" id="{11B1F8CE-1B4E-674D-8F4A-CA1287EB74B7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6172200" y="1825625"/>
            <a:ext cx="5181600" cy="4351338"/>
          </a:xfrm>
        </p:spPr>
        <p:txBody>
          <a:bodyPr/>
          <a:lstStyle/>
          <a:p>
            <a:pPr lvl="0"/>
            <a:r>
              <a:rPr kumimoji="1" lang="zh-CN" altLang="en-US"/>
              <a:t>单击此处编辑母版文本样式</a:t>
            </a:r>
          </a:p>
          <a:p>
            <a:pPr lvl="1"/>
            <a:r>
              <a:rPr kumimoji="1" lang="zh-CN" altLang="en-US"/>
              <a:t>二级</a:t>
            </a:r>
          </a:p>
          <a:p>
            <a:pPr lvl="2"/>
            <a:r>
              <a:rPr kumimoji="1" lang="zh-CN" altLang="en-US"/>
              <a:t>三级</a:t>
            </a:r>
          </a:p>
          <a:p>
            <a:pPr lvl="3"/>
            <a:r>
              <a:rPr kumimoji="1" lang="zh-CN" altLang="en-US"/>
              <a:t>四级</a:t>
            </a:r>
          </a:p>
          <a:p>
            <a:pPr lvl="4"/>
            <a:r>
              <a:rPr kumimoji="1" lang="zh-CN" altLang="en-US"/>
              <a:t>五级</a:t>
            </a:r>
          </a:p>
        </p:txBody>
      </p:sp>
      <p:sp>
        <p:nvSpPr>
          <p:cNvPr id="5" name="日期占位符 4">
            <a:extLst>
              <a:ext uri="{FF2B5EF4-FFF2-40B4-BE49-F238E27FC236}">
                <a16:creationId xmlns:a16="http://schemas.microsoft.com/office/drawing/2014/main" id="{A5E679F6-CC2D-C440-BBA3-00B9BCACCA58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8F0EB0E-2E49-E142-A4B9-DDDF65D8C85B}" type="datetimeFigureOut">
              <a:t>2026/7/9</a:t>
            </a:fld>
            <a:endParaRPr kumimoji="1" lang="zh-CN" altLang="en-US"/>
          </a:p>
        </p:txBody>
      </p:sp>
      <p:sp>
        <p:nvSpPr>
          <p:cNvPr id="6" name="页脚占位符 5">
            <a:extLst>
              <a:ext uri="{FF2B5EF4-FFF2-40B4-BE49-F238E27FC236}">
                <a16:creationId xmlns:a16="http://schemas.microsoft.com/office/drawing/2014/main" id="{19E43B05-B98B-F74C-9B0D-D350AFB75BD5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kumimoji="1" lang="zh-CN" altLang="en-US"/>
          </a:p>
        </p:txBody>
      </p:sp>
      <p:sp>
        <p:nvSpPr>
          <p:cNvPr id="7" name="灯片编号占位符 6">
            <a:extLst>
              <a:ext uri="{FF2B5EF4-FFF2-40B4-BE49-F238E27FC236}">
                <a16:creationId xmlns:a16="http://schemas.microsoft.com/office/drawing/2014/main" id="{226DDFE0-2BE5-B04A-B5A7-1266ECEB196C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2E93B86-DA6C-6046-9BEB-EF77AD689EEC}" type="slidenum">
              <a:t>‹#›</a:t>
            </a:fld>
            <a:endParaRPr kumimoji="1" lang="zh-CN" altLang="en-US"/>
          </a:p>
        </p:txBody>
      </p:sp>
    </p:spTree>
    <p:extLst>
      <p:ext uri="{BB962C8B-B14F-4D97-AF65-F5344CB8AC3E}">
        <p14:creationId xmlns:p14="http://schemas.microsoft.com/office/powerpoint/2010/main" val="193764262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比较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>
            <a:extLst>
              <a:ext uri="{FF2B5EF4-FFF2-40B4-BE49-F238E27FC236}">
                <a16:creationId xmlns:a16="http://schemas.microsoft.com/office/drawing/2014/main" id="{C5AAA9D8-56EB-7C4A-A672-599F7B9E96EB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365125"/>
            <a:ext cx="10515600" cy="1325563"/>
          </a:xfrm>
        </p:spPr>
        <p:txBody>
          <a:bodyPr/>
          <a:lstStyle/>
          <a:p>
            <a:r>
              <a:rPr kumimoji="1" lang="zh-CN" altLang="en-US"/>
              <a:t>单击此处编辑母版标题样式</a:t>
            </a:r>
          </a:p>
        </p:txBody>
      </p:sp>
      <p:sp>
        <p:nvSpPr>
          <p:cNvPr id="3" name="文本占位符 2">
            <a:extLst>
              <a:ext uri="{FF2B5EF4-FFF2-40B4-BE49-F238E27FC236}">
                <a16:creationId xmlns:a16="http://schemas.microsoft.com/office/drawing/2014/main" id="{81A48748-22F6-474D-9F71-2EA189003BC4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9788" y="1681163"/>
            <a:ext cx="5157787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kumimoji="1" lang="zh-CN" altLang="en-US"/>
              <a:t>单击此处编辑母版文本样式</a:t>
            </a:r>
          </a:p>
        </p:txBody>
      </p:sp>
      <p:sp>
        <p:nvSpPr>
          <p:cNvPr id="4" name="内容占位符 3">
            <a:extLst>
              <a:ext uri="{FF2B5EF4-FFF2-40B4-BE49-F238E27FC236}">
                <a16:creationId xmlns:a16="http://schemas.microsoft.com/office/drawing/2014/main" id="{D46CDD65-02A6-8546-B189-0822B63EC36E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839788" y="2505075"/>
            <a:ext cx="5157787" cy="3684588"/>
          </a:xfrm>
        </p:spPr>
        <p:txBody>
          <a:bodyPr/>
          <a:lstStyle/>
          <a:p>
            <a:pPr lvl="0"/>
            <a:r>
              <a:rPr kumimoji="1" lang="zh-CN" altLang="en-US"/>
              <a:t>单击此处编辑母版文本样式</a:t>
            </a:r>
          </a:p>
          <a:p>
            <a:pPr lvl="1"/>
            <a:r>
              <a:rPr kumimoji="1" lang="zh-CN" altLang="en-US"/>
              <a:t>二级</a:t>
            </a:r>
          </a:p>
          <a:p>
            <a:pPr lvl="2"/>
            <a:r>
              <a:rPr kumimoji="1" lang="zh-CN" altLang="en-US"/>
              <a:t>三级</a:t>
            </a:r>
          </a:p>
          <a:p>
            <a:pPr lvl="3"/>
            <a:r>
              <a:rPr kumimoji="1" lang="zh-CN" altLang="en-US"/>
              <a:t>四级</a:t>
            </a:r>
          </a:p>
          <a:p>
            <a:pPr lvl="4"/>
            <a:r>
              <a:rPr kumimoji="1" lang="zh-CN" altLang="en-US"/>
              <a:t>五级</a:t>
            </a:r>
          </a:p>
        </p:txBody>
      </p:sp>
      <p:sp>
        <p:nvSpPr>
          <p:cNvPr id="5" name="文本占位符 4">
            <a:extLst>
              <a:ext uri="{FF2B5EF4-FFF2-40B4-BE49-F238E27FC236}">
                <a16:creationId xmlns:a16="http://schemas.microsoft.com/office/drawing/2014/main" id="{BB900841-9656-E548-ABE9-00F00C53A193}"/>
              </a:ext>
            </a:extLst>
          </p:cNvPr>
          <p:cNvSpPr>
            <a:spLocks noGrp="1"/>
          </p:cNvSpPr>
          <p:nvPr>
            <p:ph type="body" sz="quarter" idx="3"/>
          </p:nvPr>
        </p:nvSpPr>
        <p:spPr>
          <a:xfrm>
            <a:off x="6172200" y="1681163"/>
            <a:ext cx="5183188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kumimoji="1" lang="zh-CN" altLang="en-US"/>
              <a:t>单击此处编辑母版文本样式</a:t>
            </a:r>
          </a:p>
        </p:txBody>
      </p:sp>
      <p:sp>
        <p:nvSpPr>
          <p:cNvPr id="6" name="内容占位符 5">
            <a:extLst>
              <a:ext uri="{FF2B5EF4-FFF2-40B4-BE49-F238E27FC236}">
                <a16:creationId xmlns:a16="http://schemas.microsoft.com/office/drawing/2014/main" id="{143552ED-6CC3-B240-BA51-ED73A4B77948}"/>
              </a:ext>
            </a:extLst>
          </p:cNvPr>
          <p:cNvSpPr>
            <a:spLocks noGrp="1"/>
          </p:cNvSpPr>
          <p:nvPr>
            <p:ph sz="quarter" idx="4"/>
          </p:nvPr>
        </p:nvSpPr>
        <p:spPr>
          <a:xfrm>
            <a:off x="6172200" y="2505075"/>
            <a:ext cx="5183188" cy="3684588"/>
          </a:xfrm>
        </p:spPr>
        <p:txBody>
          <a:bodyPr/>
          <a:lstStyle/>
          <a:p>
            <a:pPr lvl="0"/>
            <a:r>
              <a:rPr kumimoji="1" lang="zh-CN" altLang="en-US"/>
              <a:t>单击此处编辑母版文本样式</a:t>
            </a:r>
          </a:p>
          <a:p>
            <a:pPr lvl="1"/>
            <a:r>
              <a:rPr kumimoji="1" lang="zh-CN" altLang="en-US"/>
              <a:t>二级</a:t>
            </a:r>
          </a:p>
          <a:p>
            <a:pPr lvl="2"/>
            <a:r>
              <a:rPr kumimoji="1" lang="zh-CN" altLang="en-US"/>
              <a:t>三级</a:t>
            </a:r>
          </a:p>
          <a:p>
            <a:pPr lvl="3"/>
            <a:r>
              <a:rPr kumimoji="1" lang="zh-CN" altLang="en-US"/>
              <a:t>四级</a:t>
            </a:r>
          </a:p>
          <a:p>
            <a:pPr lvl="4"/>
            <a:r>
              <a:rPr kumimoji="1" lang="zh-CN" altLang="en-US"/>
              <a:t>五级</a:t>
            </a:r>
          </a:p>
        </p:txBody>
      </p:sp>
      <p:sp>
        <p:nvSpPr>
          <p:cNvPr id="7" name="日期占位符 6">
            <a:extLst>
              <a:ext uri="{FF2B5EF4-FFF2-40B4-BE49-F238E27FC236}">
                <a16:creationId xmlns:a16="http://schemas.microsoft.com/office/drawing/2014/main" id="{A6DE226E-E9C3-EB47-B287-A7D7FEFDEC61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8F0EB0E-2E49-E142-A4B9-DDDF65D8C85B}" type="datetimeFigureOut">
              <a:t>2026/7/9</a:t>
            </a:fld>
            <a:endParaRPr kumimoji="1" lang="zh-CN" altLang="en-US"/>
          </a:p>
        </p:txBody>
      </p:sp>
      <p:sp>
        <p:nvSpPr>
          <p:cNvPr id="8" name="页脚占位符 7">
            <a:extLst>
              <a:ext uri="{FF2B5EF4-FFF2-40B4-BE49-F238E27FC236}">
                <a16:creationId xmlns:a16="http://schemas.microsoft.com/office/drawing/2014/main" id="{B3B0F7AA-053C-AA4D-AD80-35331F75E5E1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kumimoji="1" lang="zh-CN" altLang="en-US"/>
          </a:p>
        </p:txBody>
      </p:sp>
      <p:sp>
        <p:nvSpPr>
          <p:cNvPr id="9" name="灯片编号占位符 8">
            <a:extLst>
              <a:ext uri="{FF2B5EF4-FFF2-40B4-BE49-F238E27FC236}">
                <a16:creationId xmlns:a16="http://schemas.microsoft.com/office/drawing/2014/main" id="{B2666E5C-73BC-5642-9E7E-E0C5BEA027D3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2E93B86-DA6C-6046-9BEB-EF77AD689EEC}" type="slidenum">
              <a:t>‹#›</a:t>
            </a:fld>
            <a:endParaRPr kumimoji="1" lang="zh-CN" altLang="en-US"/>
          </a:p>
        </p:txBody>
      </p:sp>
    </p:spTree>
    <p:extLst>
      <p:ext uri="{BB962C8B-B14F-4D97-AF65-F5344CB8AC3E}">
        <p14:creationId xmlns:p14="http://schemas.microsoft.com/office/powerpoint/2010/main" val="2095560849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仅标题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>
            <a:extLst>
              <a:ext uri="{FF2B5EF4-FFF2-40B4-BE49-F238E27FC236}">
                <a16:creationId xmlns:a16="http://schemas.microsoft.com/office/drawing/2014/main" id="{8F37DBB6-7BD2-ED41-873E-1DFBD912CA68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kumimoji="1" lang="zh-CN" altLang="en-US"/>
              <a:t>单击此处编辑母版标题样式</a:t>
            </a:r>
          </a:p>
        </p:txBody>
      </p:sp>
      <p:sp>
        <p:nvSpPr>
          <p:cNvPr id="3" name="日期占位符 2">
            <a:extLst>
              <a:ext uri="{FF2B5EF4-FFF2-40B4-BE49-F238E27FC236}">
                <a16:creationId xmlns:a16="http://schemas.microsoft.com/office/drawing/2014/main" id="{E6F0EC03-0534-EE4C-A881-7AAE8148AAA5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8F0EB0E-2E49-E142-A4B9-DDDF65D8C85B}" type="datetimeFigureOut">
              <a:t>2026/7/9</a:t>
            </a:fld>
            <a:endParaRPr kumimoji="1" lang="zh-CN" altLang="en-US"/>
          </a:p>
        </p:txBody>
      </p:sp>
      <p:sp>
        <p:nvSpPr>
          <p:cNvPr id="4" name="页脚占位符 3">
            <a:extLst>
              <a:ext uri="{FF2B5EF4-FFF2-40B4-BE49-F238E27FC236}">
                <a16:creationId xmlns:a16="http://schemas.microsoft.com/office/drawing/2014/main" id="{D5265618-A896-5647-87D0-565E9C3C9A57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kumimoji="1" lang="zh-CN" altLang="en-US"/>
          </a:p>
        </p:txBody>
      </p:sp>
      <p:sp>
        <p:nvSpPr>
          <p:cNvPr id="5" name="灯片编号占位符 4">
            <a:extLst>
              <a:ext uri="{FF2B5EF4-FFF2-40B4-BE49-F238E27FC236}">
                <a16:creationId xmlns:a16="http://schemas.microsoft.com/office/drawing/2014/main" id="{15ED62D5-37C2-8943-B536-9EA13774E3CB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2E93B86-DA6C-6046-9BEB-EF77AD689EEC}" type="slidenum">
              <a:t>‹#›</a:t>
            </a:fld>
            <a:endParaRPr kumimoji="1" lang="zh-CN" altLang="en-US"/>
          </a:p>
        </p:txBody>
      </p:sp>
    </p:spTree>
    <p:extLst>
      <p:ext uri="{BB962C8B-B14F-4D97-AF65-F5344CB8AC3E}">
        <p14:creationId xmlns:p14="http://schemas.microsoft.com/office/powerpoint/2010/main" val="2127052850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空白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日期占位符 1">
            <a:extLst>
              <a:ext uri="{FF2B5EF4-FFF2-40B4-BE49-F238E27FC236}">
                <a16:creationId xmlns:a16="http://schemas.microsoft.com/office/drawing/2014/main" id="{1034DFB2-B536-0243-B59D-05BAD3B0ED39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8F0EB0E-2E49-E142-A4B9-DDDF65D8C85B}" type="datetimeFigureOut">
              <a:t>2026/7/9</a:t>
            </a:fld>
            <a:endParaRPr kumimoji="1" lang="zh-CN" altLang="en-US"/>
          </a:p>
        </p:txBody>
      </p:sp>
      <p:sp>
        <p:nvSpPr>
          <p:cNvPr id="3" name="页脚占位符 2">
            <a:extLst>
              <a:ext uri="{FF2B5EF4-FFF2-40B4-BE49-F238E27FC236}">
                <a16:creationId xmlns:a16="http://schemas.microsoft.com/office/drawing/2014/main" id="{1DA39024-C9AE-734F-8496-D6A531AD30E3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kumimoji="1" lang="zh-CN" altLang="en-US"/>
          </a:p>
        </p:txBody>
      </p:sp>
      <p:sp>
        <p:nvSpPr>
          <p:cNvPr id="4" name="灯片编号占位符 3">
            <a:extLst>
              <a:ext uri="{FF2B5EF4-FFF2-40B4-BE49-F238E27FC236}">
                <a16:creationId xmlns:a16="http://schemas.microsoft.com/office/drawing/2014/main" id="{5131C14F-A223-0E4B-8346-E1790BBF10C7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2E93B86-DA6C-6046-9BEB-EF77AD689EEC}" type="slidenum">
              <a:t>‹#›</a:t>
            </a:fld>
            <a:endParaRPr kumimoji="1" lang="zh-CN" altLang="en-US"/>
          </a:p>
        </p:txBody>
      </p:sp>
    </p:spTree>
    <p:extLst>
      <p:ext uri="{BB962C8B-B14F-4D97-AF65-F5344CB8AC3E}">
        <p14:creationId xmlns:p14="http://schemas.microsoft.com/office/powerpoint/2010/main" val="618939804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内容与标题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>
            <a:extLst>
              <a:ext uri="{FF2B5EF4-FFF2-40B4-BE49-F238E27FC236}">
                <a16:creationId xmlns:a16="http://schemas.microsoft.com/office/drawing/2014/main" id="{4FE759F3-0D81-B04C-9073-3B0C87F1C60F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kumimoji="1" lang="zh-CN" altLang="en-US"/>
              <a:t>单击此处编辑母版标题样式</a:t>
            </a:r>
          </a:p>
        </p:txBody>
      </p:sp>
      <p:sp>
        <p:nvSpPr>
          <p:cNvPr id="3" name="内容占位符 2">
            <a:extLst>
              <a:ext uri="{FF2B5EF4-FFF2-40B4-BE49-F238E27FC236}">
                <a16:creationId xmlns:a16="http://schemas.microsoft.com/office/drawing/2014/main" id="{8B52E6C3-B624-8948-AA1F-3E0DA765FF01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kumimoji="1" lang="zh-CN" altLang="en-US"/>
              <a:t>单击此处编辑母版文本样式</a:t>
            </a:r>
          </a:p>
          <a:p>
            <a:pPr lvl="1"/>
            <a:r>
              <a:rPr kumimoji="1" lang="zh-CN" altLang="en-US"/>
              <a:t>二级</a:t>
            </a:r>
          </a:p>
          <a:p>
            <a:pPr lvl="2"/>
            <a:r>
              <a:rPr kumimoji="1" lang="zh-CN" altLang="en-US"/>
              <a:t>三级</a:t>
            </a:r>
          </a:p>
          <a:p>
            <a:pPr lvl="3"/>
            <a:r>
              <a:rPr kumimoji="1" lang="zh-CN" altLang="en-US"/>
              <a:t>四级</a:t>
            </a:r>
          </a:p>
          <a:p>
            <a:pPr lvl="4"/>
            <a:r>
              <a:rPr kumimoji="1" lang="zh-CN" altLang="en-US"/>
              <a:t>五级</a:t>
            </a:r>
          </a:p>
        </p:txBody>
      </p:sp>
      <p:sp>
        <p:nvSpPr>
          <p:cNvPr id="4" name="文本占位符 3">
            <a:extLst>
              <a:ext uri="{FF2B5EF4-FFF2-40B4-BE49-F238E27FC236}">
                <a16:creationId xmlns:a16="http://schemas.microsoft.com/office/drawing/2014/main" id="{B803A5E2-4299-1846-9C45-DC3739B15EC7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kumimoji="1" lang="zh-CN" altLang="en-US"/>
              <a:t>单击此处编辑母版文本样式</a:t>
            </a:r>
          </a:p>
        </p:txBody>
      </p:sp>
      <p:sp>
        <p:nvSpPr>
          <p:cNvPr id="5" name="日期占位符 4">
            <a:extLst>
              <a:ext uri="{FF2B5EF4-FFF2-40B4-BE49-F238E27FC236}">
                <a16:creationId xmlns:a16="http://schemas.microsoft.com/office/drawing/2014/main" id="{171828AD-2240-5D4F-A2DD-EC93A07C5340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8F0EB0E-2E49-E142-A4B9-DDDF65D8C85B}" type="datetimeFigureOut">
              <a:t>2026/7/9</a:t>
            </a:fld>
            <a:endParaRPr kumimoji="1" lang="zh-CN" altLang="en-US"/>
          </a:p>
        </p:txBody>
      </p:sp>
      <p:sp>
        <p:nvSpPr>
          <p:cNvPr id="6" name="页脚占位符 5">
            <a:extLst>
              <a:ext uri="{FF2B5EF4-FFF2-40B4-BE49-F238E27FC236}">
                <a16:creationId xmlns:a16="http://schemas.microsoft.com/office/drawing/2014/main" id="{844B726F-C8A7-7540-9FF1-C2016538FA5F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kumimoji="1" lang="zh-CN" altLang="en-US"/>
          </a:p>
        </p:txBody>
      </p:sp>
      <p:sp>
        <p:nvSpPr>
          <p:cNvPr id="7" name="灯片编号占位符 6">
            <a:extLst>
              <a:ext uri="{FF2B5EF4-FFF2-40B4-BE49-F238E27FC236}">
                <a16:creationId xmlns:a16="http://schemas.microsoft.com/office/drawing/2014/main" id="{564C09E4-5391-E54A-BD26-D9BC2E02458A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2E93B86-DA6C-6046-9BEB-EF77AD689EEC}" type="slidenum">
              <a:t>‹#›</a:t>
            </a:fld>
            <a:endParaRPr kumimoji="1" lang="zh-CN" altLang="en-US"/>
          </a:p>
        </p:txBody>
      </p:sp>
    </p:spTree>
    <p:extLst>
      <p:ext uri="{BB962C8B-B14F-4D97-AF65-F5344CB8AC3E}">
        <p14:creationId xmlns:p14="http://schemas.microsoft.com/office/powerpoint/2010/main" val="1515356768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图片与标题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>
            <a:extLst>
              <a:ext uri="{FF2B5EF4-FFF2-40B4-BE49-F238E27FC236}">
                <a16:creationId xmlns:a16="http://schemas.microsoft.com/office/drawing/2014/main" id="{3A9CDA7F-0E32-7E4B-82BD-DF6C34963308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kumimoji="1" lang="zh-CN" altLang="en-US"/>
              <a:t>单击此处编辑母版标题样式</a:t>
            </a:r>
          </a:p>
        </p:txBody>
      </p:sp>
      <p:sp>
        <p:nvSpPr>
          <p:cNvPr id="3" name="图片占位符 2">
            <a:extLst>
              <a:ext uri="{FF2B5EF4-FFF2-40B4-BE49-F238E27FC236}">
                <a16:creationId xmlns:a16="http://schemas.microsoft.com/office/drawing/2014/main" id="{5268411B-BDDC-1C49-BF72-B19E63DB8482}"/>
              </a:ext>
            </a:extLst>
          </p:cNvPr>
          <p:cNvSpPr>
            <a:spLocks noGrp="1"/>
          </p:cNvSpPr>
          <p:nvPr>
            <p:ph type="pic"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kumimoji="1" lang="zh-CN" altLang="en-US"/>
          </a:p>
        </p:txBody>
      </p:sp>
      <p:sp>
        <p:nvSpPr>
          <p:cNvPr id="4" name="文本占位符 3">
            <a:extLst>
              <a:ext uri="{FF2B5EF4-FFF2-40B4-BE49-F238E27FC236}">
                <a16:creationId xmlns:a16="http://schemas.microsoft.com/office/drawing/2014/main" id="{B1160554-4A80-054E-9D5D-399F4A638C10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kumimoji="1" lang="zh-CN" altLang="en-US"/>
              <a:t>单击此处编辑母版文本样式</a:t>
            </a:r>
          </a:p>
        </p:txBody>
      </p:sp>
      <p:sp>
        <p:nvSpPr>
          <p:cNvPr id="5" name="日期占位符 4">
            <a:extLst>
              <a:ext uri="{FF2B5EF4-FFF2-40B4-BE49-F238E27FC236}">
                <a16:creationId xmlns:a16="http://schemas.microsoft.com/office/drawing/2014/main" id="{61EFA97E-1663-854F-AF1C-79DCA1531B46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8F0EB0E-2E49-E142-A4B9-DDDF65D8C85B}" type="datetimeFigureOut">
              <a:t>2026/7/9</a:t>
            </a:fld>
            <a:endParaRPr kumimoji="1" lang="zh-CN" altLang="en-US"/>
          </a:p>
        </p:txBody>
      </p:sp>
      <p:sp>
        <p:nvSpPr>
          <p:cNvPr id="6" name="页脚占位符 5">
            <a:extLst>
              <a:ext uri="{FF2B5EF4-FFF2-40B4-BE49-F238E27FC236}">
                <a16:creationId xmlns:a16="http://schemas.microsoft.com/office/drawing/2014/main" id="{6971A4EC-9A7E-5746-A4F8-84CFCAFB1838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kumimoji="1" lang="zh-CN" altLang="en-US"/>
          </a:p>
        </p:txBody>
      </p:sp>
      <p:sp>
        <p:nvSpPr>
          <p:cNvPr id="7" name="灯片编号占位符 6">
            <a:extLst>
              <a:ext uri="{FF2B5EF4-FFF2-40B4-BE49-F238E27FC236}">
                <a16:creationId xmlns:a16="http://schemas.microsoft.com/office/drawing/2014/main" id="{CDB44E9F-C89A-FE48-94B7-92BCBD7694C0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2E93B86-DA6C-6046-9BEB-EF77AD689EEC}" type="slidenum">
              <a:t>‹#›</a:t>
            </a:fld>
            <a:endParaRPr kumimoji="1" lang="zh-CN" altLang="en-US"/>
          </a:p>
        </p:txBody>
      </p:sp>
    </p:spTree>
    <p:extLst>
      <p:ext uri="{BB962C8B-B14F-4D97-AF65-F5344CB8AC3E}">
        <p14:creationId xmlns:p14="http://schemas.microsoft.com/office/powerpoint/2010/main" val="4098025255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标题和竖排文字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>
            <a:extLst>
              <a:ext uri="{FF2B5EF4-FFF2-40B4-BE49-F238E27FC236}">
                <a16:creationId xmlns:a16="http://schemas.microsoft.com/office/drawing/2014/main" id="{E81A56D8-8561-0F42-9781-8E542A948F15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kumimoji="1" lang="zh-CN" altLang="en-US"/>
              <a:t>单击此处编辑母版标题样式</a:t>
            </a:r>
          </a:p>
        </p:txBody>
      </p:sp>
      <p:sp>
        <p:nvSpPr>
          <p:cNvPr id="3" name="竖排文字占位符 2">
            <a:extLst>
              <a:ext uri="{FF2B5EF4-FFF2-40B4-BE49-F238E27FC236}">
                <a16:creationId xmlns:a16="http://schemas.microsoft.com/office/drawing/2014/main" id="{4270B4ED-6FD2-F641-BD35-A681DB60F8B1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kumimoji="1" lang="zh-CN" altLang="en-US"/>
              <a:t>单击此处编辑母版文本样式</a:t>
            </a:r>
          </a:p>
          <a:p>
            <a:pPr lvl="1"/>
            <a:r>
              <a:rPr kumimoji="1" lang="zh-CN" altLang="en-US"/>
              <a:t>二级</a:t>
            </a:r>
          </a:p>
          <a:p>
            <a:pPr lvl="2"/>
            <a:r>
              <a:rPr kumimoji="1" lang="zh-CN" altLang="en-US"/>
              <a:t>三级</a:t>
            </a:r>
          </a:p>
          <a:p>
            <a:pPr lvl="3"/>
            <a:r>
              <a:rPr kumimoji="1" lang="zh-CN" altLang="en-US"/>
              <a:t>四级</a:t>
            </a:r>
          </a:p>
          <a:p>
            <a:pPr lvl="4"/>
            <a:r>
              <a:rPr kumimoji="1" lang="zh-CN" altLang="en-US"/>
              <a:t>五级</a:t>
            </a:r>
          </a:p>
        </p:txBody>
      </p:sp>
      <p:sp>
        <p:nvSpPr>
          <p:cNvPr id="4" name="日期占位符 3">
            <a:extLst>
              <a:ext uri="{FF2B5EF4-FFF2-40B4-BE49-F238E27FC236}">
                <a16:creationId xmlns:a16="http://schemas.microsoft.com/office/drawing/2014/main" id="{F4478DD9-04F2-1949-B704-18F760F35AD1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8F0EB0E-2E49-E142-A4B9-DDDF65D8C85B}" type="datetimeFigureOut">
              <a:t>2026/7/9</a:t>
            </a:fld>
            <a:endParaRPr kumimoji="1" lang="zh-CN" altLang="en-US"/>
          </a:p>
        </p:txBody>
      </p:sp>
      <p:sp>
        <p:nvSpPr>
          <p:cNvPr id="5" name="页脚占位符 4">
            <a:extLst>
              <a:ext uri="{FF2B5EF4-FFF2-40B4-BE49-F238E27FC236}">
                <a16:creationId xmlns:a16="http://schemas.microsoft.com/office/drawing/2014/main" id="{12235E66-F75A-2943-A9E5-3FEC636D486F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kumimoji="1" lang="zh-CN" altLang="en-US"/>
          </a:p>
        </p:txBody>
      </p:sp>
      <p:sp>
        <p:nvSpPr>
          <p:cNvPr id="6" name="灯片编号占位符 5">
            <a:extLst>
              <a:ext uri="{FF2B5EF4-FFF2-40B4-BE49-F238E27FC236}">
                <a16:creationId xmlns:a16="http://schemas.microsoft.com/office/drawing/2014/main" id="{36520BEF-2CBD-4C4D-B31B-294BA6B299F3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2E93B86-DA6C-6046-9BEB-EF77AD689EEC}" type="slidenum">
              <a:t>‹#›</a:t>
            </a:fld>
            <a:endParaRPr kumimoji="1" lang="zh-CN" altLang="en-US"/>
          </a:p>
        </p:txBody>
      </p:sp>
    </p:spTree>
    <p:extLst>
      <p:ext uri="{BB962C8B-B14F-4D97-AF65-F5344CB8AC3E}">
        <p14:creationId xmlns:p14="http://schemas.microsoft.com/office/powerpoint/2010/main" val="2569972612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竖排标题与文本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竖排标题 1">
            <a:extLst>
              <a:ext uri="{FF2B5EF4-FFF2-40B4-BE49-F238E27FC236}">
                <a16:creationId xmlns:a16="http://schemas.microsoft.com/office/drawing/2014/main" id="{D7C986AE-AA07-B44D-B641-0854DB776513}"/>
              </a:ext>
            </a:extLst>
          </p:cNvPr>
          <p:cNvSpPr>
            <a:spLocks noGrp="1"/>
          </p:cNvSpPr>
          <p:nvPr>
            <p:ph type="title" orient="vert"/>
          </p:nvPr>
        </p:nvSpPr>
        <p:spPr>
          <a:xfrm>
            <a:off x="8724900" y="365125"/>
            <a:ext cx="2628900" cy="5811838"/>
          </a:xfrm>
        </p:spPr>
        <p:txBody>
          <a:bodyPr vert="eaVert"/>
          <a:lstStyle/>
          <a:p>
            <a:r>
              <a:rPr kumimoji="1" lang="zh-CN" altLang="en-US"/>
              <a:t>单击此处编辑母版标题样式</a:t>
            </a:r>
          </a:p>
        </p:txBody>
      </p:sp>
      <p:sp>
        <p:nvSpPr>
          <p:cNvPr id="3" name="竖排文字占位符 2">
            <a:extLst>
              <a:ext uri="{FF2B5EF4-FFF2-40B4-BE49-F238E27FC236}">
                <a16:creationId xmlns:a16="http://schemas.microsoft.com/office/drawing/2014/main" id="{89389C9E-00A2-3249-A76A-B6904BD75BCE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>
          <a:xfrm>
            <a:off x="838200" y="365125"/>
            <a:ext cx="7734300" cy="5811838"/>
          </a:xfrm>
        </p:spPr>
        <p:txBody>
          <a:bodyPr vert="eaVert"/>
          <a:lstStyle/>
          <a:p>
            <a:pPr lvl="0"/>
            <a:r>
              <a:rPr kumimoji="1" lang="zh-CN" altLang="en-US"/>
              <a:t>单击此处编辑母版文本样式</a:t>
            </a:r>
          </a:p>
          <a:p>
            <a:pPr lvl="1"/>
            <a:r>
              <a:rPr kumimoji="1" lang="zh-CN" altLang="en-US"/>
              <a:t>二级</a:t>
            </a:r>
          </a:p>
          <a:p>
            <a:pPr lvl="2"/>
            <a:r>
              <a:rPr kumimoji="1" lang="zh-CN" altLang="en-US"/>
              <a:t>三级</a:t>
            </a:r>
          </a:p>
          <a:p>
            <a:pPr lvl="3"/>
            <a:r>
              <a:rPr kumimoji="1" lang="zh-CN" altLang="en-US"/>
              <a:t>四级</a:t>
            </a:r>
          </a:p>
          <a:p>
            <a:pPr lvl="4"/>
            <a:r>
              <a:rPr kumimoji="1" lang="zh-CN" altLang="en-US"/>
              <a:t>五级</a:t>
            </a:r>
          </a:p>
        </p:txBody>
      </p:sp>
      <p:sp>
        <p:nvSpPr>
          <p:cNvPr id="4" name="日期占位符 3">
            <a:extLst>
              <a:ext uri="{FF2B5EF4-FFF2-40B4-BE49-F238E27FC236}">
                <a16:creationId xmlns:a16="http://schemas.microsoft.com/office/drawing/2014/main" id="{2F069BE1-A486-B94A-87F0-696E58A18CB4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8F0EB0E-2E49-E142-A4B9-DDDF65D8C85B}" type="datetimeFigureOut">
              <a:t>2026/7/9</a:t>
            </a:fld>
            <a:endParaRPr kumimoji="1" lang="zh-CN" altLang="en-US"/>
          </a:p>
        </p:txBody>
      </p:sp>
      <p:sp>
        <p:nvSpPr>
          <p:cNvPr id="5" name="页脚占位符 4">
            <a:extLst>
              <a:ext uri="{FF2B5EF4-FFF2-40B4-BE49-F238E27FC236}">
                <a16:creationId xmlns:a16="http://schemas.microsoft.com/office/drawing/2014/main" id="{6CB046B9-28CD-7E40-B865-CBD300AB80AF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kumimoji="1" lang="zh-CN" altLang="en-US"/>
          </a:p>
        </p:txBody>
      </p:sp>
      <p:sp>
        <p:nvSpPr>
          <p:cNvPr id="6" name="灯片编号占位符 5">
            <a:extLst>
              <a:ext uri="{FF2B5EF4-FFF2-40B4-BE49-F238E27FC236}">
                <a16:creationId xmlns:a16="http://schemas.microsoft.com/office/drawing/2014/main" id="{DDD294F4-F89D-5844-BD93-2FFA4BC91736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2E93B86-DA6C-6046-9BEB-EF77AD689EEC}" type="slidenum">
              <a:t>‹#›</a:t>
            </a:fld>
            <a:endParaRPr kumimoji="1" lang="zh-CN" altLang="en-US"/>
          </a:p>
        </p:txBody>
      </p:sp>
    </p:spTree>
    <p:extLst>
      <p:ext uri="{BB962C8B-B14F-4D97-AF65-F5344CB8AC3E}">
        <p14:creationId xmlns:p14="http://schemas.microsoft.com/office/powerpoint/2010/main" val="1165462308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占位符 1">
            <a:extLst>
              <a:ext uri="{FF2B5EF4-FFF2-40B4-BE49-F238E27FC236}">
                <a16:creationId xmlns:a16="http://schemas.microsoft.com/office/drawing/2014/main" id="{55EE0B3D-9C23-3448-BD26-226ED697D7F1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kumimoji="1" lang="zh-CN" altLang="en-US"/>
              <a:t>单击此处编辑母版标题样式</a:t>
            </a:r>
          </a:p>
        </p:txBody>
      </p:sp>
      <p:sp>
        <p:nvSpPr>
          <p:cNvPr id="3" name="文本占位符 2">
            <a:extLst>
              <a:ext uri="{FF2B5EF4-FFF2-40B4-BE49-F238E27FC236}">
                <a16:creationId xmlns:a16="http://schemas.microsoft.com/office/drawing/2014/main" id="{70B3608D-8C36-294D-B08B-171371E724EE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8200" y="1825625"/>
            <a:ext cx="10515600" cy="4351338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kumimoji="1" lang="zh-CN" altLang="en-US"/>
              <a:t>单击此处编辑母版文本样式</a:t>
            </a:r>
          </a:p>
          <a:p>
            <a:pPr lvl="1"/>
            <a:r>
              <a:rPr kumimoji="1" lang="zh-CN" altLang="en-US"/>
              <a:t>二级</a:t>
            </a:r>
          </a:p>
          <a:p>
            <a:pPr lvl="2"/>
            <a:r>
              <a:rPr kumimoji="1" lang="zh-CN" altLang="en-US"/>
              <a:t>三级</a:t>
            </a:r>
          </a:p>
          <a:p>
            <a:pPr lvl="3"/>
            <a:r>
              <a:rPr kumimoji="1" lang="zh-CN" altLang="en-US"/>
              <a:t>四级</a:t>
            </a:r>
          </a:p>
          <a:p>
            <a:pPr lvl="4"/>
            <a:r>
              <a:rPr kumimoji="1" lang="zh-CN" altLang="en-US"/>
              <a:t>五级</a:t>
            </a:r>
          </a:p>
        </p:txBody>
      </p:sp>
      <p:sp>
        <p:nvSpPr>
          <p:cNvPr id="4" name="日期占位符 3">
            <a:extLst>
              <a:ext uri="{FF2B5EF4-FFF2-40B4-BE49-F238E27FC236}">
                <a16:creationId xmlns:a16="http://schemas.microsoft.com/office/drawing/2014/main" id="{D7E82BA3-A707-2A45-9B90-94A1BD03CCE1}"/>
              </a:ext>
            </a:extLst>
          </p:cNvPr>
          <p:cNvSpPr>
            <a:spLocks noGrp="1"/>
          </p:cNvSpPr>
          <p:nvPr>
            <p:ph type="dt" sz="half" idx="2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78F0EB0E-2E49-E142-A4B9-DDDF65D8C85B}" type="datetimeFigureOut">
              <a:t>2026/7/9</a:t>
            </a:fld>
            <a:endParaRPr kumimoji="1" lang="zh-CN" altLang="en-US"/>
          </a:p>
        </p:txBody>
      </p:sp>
      <p:sp>
        <p:nvSpPr>
          <p:cNvPr id="5" name="页脚占位符 4">
            <a:extLst>
              <a:ext uri="{FF2B5EF4-FFF2-40B4-BE49-F238E27FC236}">
                <a16:creationId xmlns:a16="http://schemas.microsoft.com/office/drawing/2014/main" id="{F55AADAB-895A-224B-959D-A5C11A166F58}"/>
              </a:ext>
            </a:extLst>
          </p:cNvPr>
          <p:cNvSpPr>
            <a:spLocks noGrp="1"/>
          </p:cNvSpPr>
          <p:nvPr>
            <p:ph type="ftr" sz="quarter" idx="3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kumimoji="1" lang="zh-CN" altLang="en-US"/>
          </a:p>
        </p:txBody>
      </p:sp>
      <p:sp>
        <p:nvSpPr>
          <p:cNvPr id="6" name="灯片编号占位符 5">
            <a:extLst>
              <a:ext uri="{FF2B5EF4-FFF2-40B4-BE49-F238E27FC236}">
                <a16:creationId xmlns:a16="http://schemas.microsoft.com/office/drawing/2014/main" id="{DC4F2E14-B202-2E49-AEA2-F543C7927A69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42E93B86-DA6C-6046-9BEB-EF77AD689EEC}" type="slidenum">
              <a:t>‹#›</a:t>
            </a:fld>
            <a:endParaRPr kumimoji="1" lang="zh-CN" altLang="en-US"/>
          </a:p>
        </p:txBody>
      </p:sp>
    </p:spTree>
    <p:extLst>
      <p:ext uri="{BB962C8B-B14F-4D97-AF65-F5344CB8AC3E}">
        <p14:creationId xmlns:p14="http://schemas.microsoft.com/office/powerpoint/2010/main" val="107116188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28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zh-CN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.xml.rels><?xml version="1.0" encoding="UTF-8" standalone="yes"?>
<Relationships xmlns="http://schemas.openxmlformats.org/package/2006/relationships"><Relationship Id="rId3" Type="http://schemas.openxmlformats.org/officeDocument/2006/relationships/slideLayout" Target="../slideLayouts/slideLayout7.xml"/><Relationship Id="rId2" Type="http://schemas.openxmlformats.org/officeDocument/2006/relationships/tags" Target="../tags/tag2.xml"/><Relationship Id="rId1" Type="http://schemas.openxmlformats.org/officeDocument/2006/relationships/tags" Target="../tags/tag1.xml"/><Relationship Id="rId4" Type="http://schemas.openxmlformats.org/officeDocument/2006/relationships/notesSlide" Target="../notesSlides/notesSlide1.xml"/></Relationships>
</file>

<file path=ppt/slides/_rels/slide4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jpeg"/><Relationship Id="rId2" Type="http://schemas.openxmlformats.org/officeDocument/2006/relationships/notesSlide" Target="../notesSlides/notesSlide2.xml"/><Relationship Id="rId1" Type="http://schemas.openxmlformats.org/officeDocument/2006/relationships/slideLayout" Target="../slideLayouts/slideLayout7.xml"/><Relationship Id="rId5" Type="http://schemas.openxmlformats.org/officeDocument/2006/relationships/image" Target="../media/image3.jpeg"/><Relationship Id="rId4" Type="http://schemas.openxmlformats.org/officeDocument/2006/relationships/image" Target="../media/image2.jpeg"/></Relationships>
</file>

<file path=ppt/slides/_rels/slide5.xml.rels><?xml version="1.0" encoding="UTF-8" standalone="yes"?>
<Relationships xmlns="http://schemas.openxmlformats.org/package/2006/relationships"><Relationship Id="rId2" Type="http://schemas.openxmlformats.org/officeDocument/2006/relationships/image" Target="../media/image4.jpeg"/><Relationship Id="rId1" Type="http://schemas.openxmlformats.org/officeDocument/2006/relationships/slideLayout" Target="../slideLayouts/slideLayout7.xml"/></Relationships>
</file>

<file path=ppt/slides/_rels/slide6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3.xml"/><Relationship Id="rId1" Type="http://schemas.openxmlformats.org/officeDocument/2006/relationships/slideLayout" Target="../slideLayouts/slideLayout7.xml"/></Relationships>
</file>

<file path=ppt/slides/_rels/slide7.xml.rels><?xml version="1.0" encoding="UTF-8" standalone="yes"?>
<Relationships xmlns="http://schemas.openxmlformats.org/package/2006/relationships"><Relationship Id="rId3" Type="http://schemas.openxmlformats.org/officeDocument/2006/relationships/slideLayout" Target="../slideLayouts/slideLayout7.xml"/><Relationship Id="rId2" Type="http://schemas.openxmlformats.org/officeDocument/2006/relationships/tags" Target="../tags/tag4.xml"/><Relationship Id="rId1" Type="http://schemas.openxmlformats.org/officeDocument/2006/relationships/tags" Target="../tags/tag3.xml"/><Relationship Id="rId4" Type="http://schemas.openxmlformats.org/officeDocument/2006/relationships/notesSlide" Target="../notesSlides/notesSlide4.xml"/></Relationships>
</file>

<file path=ppt/slides/_rels/slide8.xml.rels><?xml version="1.0" encoding="UTF-8" standalone="yes"?>
<Relationships xmlns="http://schemas.openxmlformats.org/package/2006/relationships"><Relationship Id="rId3" Type="http://schemas.openxmlformats.org/officeDocument/2006/relationships/image" Target="../media/image5.jpeg"/><Relationship Id="rId2" Type="http://schemas.openxmlformats.org/officeDocument/2006/relationships/notesSlide" Target="../notesSlides/notesSlide5.xml"/><Relationship Id="rId1" Type="http://schemas.openxmlformats.org/officeDocument/2006/relationships/slideLayout" Target="../slideLayouts/slideLayout7.xml"/><Relationship Id="rId4" Type="http://schemas.openxmlformats.org/officeDocument/2006/relationships/image" Target="../media/image6.jpeg"/></Relationships>
</file>

<file path=ppt/slides/_rels/slide9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6.xml"/><Relationship Id="rId1" Type="http://schemas.openxmlformats.org/officeDocument/2006/relationships/slideLayout" Target="../slideLayouts/slideLayout7.xml"/></Relationships>
</file>

<file path=ppt/slides/_rels/slide1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矩形 5">
            <a:extLst>
              <a:ext uri="{FF2B5EF4-FFF2-40B4-BE49-F238E27FC236}">
                <a16:creationId xmlns:a16="http://schemas.microsoft.com/office/drawing/2014/main" id="{96B56FCE-D382-9A47-B298-756FE2A6998C}"/>
              </a:ext>
            </a:extLst>
          </p:cNvPr>
          <p:cNvSpPr/>
          <p:nvPr/>
        </p:nvSpPr>
        <p:spPr>
          <a:xfrm>
            <a:off x="1" y="6524171"/>
            <a:ext cx="12192000" cy="333829"/>
          </a:xfrm>
          <a:prstGeom prst="rect">
            <a:avLst/>
          </a:prstGeom>
          <a:solidFill>
            <a:schemeClr val="accent2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>
              <a:cs typeface="思源黑体 CN Normal" panose="020B0400000000000000" charset="-122"/>
            </a:endParaRPr>
          </a:p>
        </p:txBody>
      </p:sp>
      <p:sp>
        <p:nvSpPr>
          <p:cNvPr id="3" name="矩形 2">
            <a:extLst>
              <a:ext uri="{FF2B5EF4-FFF2-40B4-BE49-F238E27FC236}">
                <a16:creationId xmlns:a16="http://schemas.microsoft.com/office/drawing/2014/main" id="{CB8B7575-E930-9C4F-AB9B-EB8DD97D0562}"/>
              </a:ext>
            </a:extLst>
          </p:cNvPr>
          <p:cNvSpPr/>
          <p:nvPr/>
        </p:nvSpPr>
        <p:spPr>
          <a:xfrm>
            <a:off x="1" y="0"/>
            <a:ext cx="12192000" cy="333829"/>
          </a:xfrm>
          <a:prstGeom prst="rect">
            <a:avLst/>
          </a:prstGeom>
          <a:solidFill>
            <a:schemeClr val="accent2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>
              <a:cs typeface="思源黑体 CN Normal" panose="020B0400000000000000" charset="-122"/>
            </a:endParaRPr>
          </a:p>
        </p:txBody>
      </p:sp>
      <p:sp>
        <p:nvSpPr>
          <p:cNvPr id="2" name="任意多边形: 形状 1">
            <a:extLst>
              <a:ext uri="{FF2B5EF4-FFF2-40B4-BE49-F238E27FC236}">
                <a16:creationId xmlns:a16="http://schemas.microsoft.com/office/drawing/2014/main" id="{AC4AC1AA-F08F-D640-A726-776DEA9EE7EB}"/>
              </a:ext>
            </a:extLst>
          </p:cNvPr>
          <p:cNvSpPr/>
          <p:nvPr/>
        </p:nvSpPr>
        <p:spPr>
          <a:xfrm>
            <a:off x="832303" y="0"/>
            <a:ext cx="1965183" cy="2148114"/>
          </a:xfrm>
          <a:custGeom>
            <a:avLst/>
            <a:gdLst>
              <a:gd name="idx" fmla="cos wd2 2700000"/>
              <a:gd name="idy" fmla="sin hd2 2700000"/>
              <a:gd name="il" fmla="+- hc 0 idx"/>
              <a:gd name="ir" fmla="+- hc idx 0"/>
              <a:gd name="it" fmla="+- vc 0 idy"/>
              <a:gd name="ib" fmla="+- vc idy 0"/>
            </a:gdLst>
            <a:ahLst/>
            <a:cxnLst>
              <a:cxn ang="3cd4">
                <a:pos x="hc" y="t"/>
              </a:cxn>
              <a:cxn ang="3cd4">
                <a:pos x="il" y="it"/>
              </a:cxn>
              <a:cxn ang="cd2">
                <a:pos x="l" y="vc"/>
              </a:cxn>
              <a:cxn ang="cd4">
                <a:pos x="il" y="ib"/>
              </a:cxn>
              <a:cxn ang="cd4">
                <a:pos x="hc" y="b"/>
              </a:cxn>
              <a:cxn ang="cd4">
                <a:pos x="ir" y="ib"/>
              </a:cxn>
              <a:cxn ang="0">
                <a:pos x="r" y="vc"/>
              </a:cxn>
              <a:cxn ang="3cd4">
                <a:pos x="ir" y="it"/>
              </a:cxn>
            </a:cxnLst>
            <a:rect l="l" t="t" r="r" b="b"/>
            <a:pathLst>
              <a:path w="2401" h="2624">
                <a:moveTo>
                  <a:pt x="7" y="0"/>
                </a:moveTo>
                <a:lnTo>
                  <a:pt x="2395" y="0"/>
                </a:lnTo>
                <a:lnTo>
                  <a:pt x="2395" y="1298"/>
                </a:lnTo>
                <a:lnTo>
                  <a:pt x="2395" y="1301"/>
                </a:lnTo>
                <a:cubicBezTo>
                  <a:pt x="2399" y="1341"/>
                  <a:pt x="2401" y="1382"/>
                  <a:pt x="2401" y="1424"/>
                </a:cubicBezTo>
                <a:cubicBezTo>
                  <a:pt x="2401" y="2087"/>
                  <a:pt x="1864" y="2624"/>
                  <a:pt x="1201" y="2624"/>
                </a:cubicBezTo>
                <a:cubicBezTo>
                  <a:pt x="537" y="2624"/>
                  <a:pt x="0" y="2087"/>
                  <a:pt x="0" y="1424"/>
                </a:cubicBezTo>
                <a:cubicBezTo>
                  <a:pt x="0" y="1382"/>
                  <a:pt x="2" y="1341"/>
                  <a:pt x="6" y="1301"/>
                </a:cubicBezTo>
                <a:lnTo>
                  <a:pt x="7" y="1298"/>
                </a:lnTo>
                <a:lnTo>
                  <a:pt x="7" y="0"/>
                </a:lnTo>
                <a:close/>
              </a:path>
            </a:pathLst>
          </a:custGeom>
          <a:solidFill>
            <a:schemeClr val="accent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rtlCol="0" anchor="ctr">
            <a:noAutofit/>
          </a:bodyPr>
          <a:lstStyle/>
          <a:p>
            <a:pPr algn="ctr"/>
            <a:endParaRPr lang="zh-CN" altLang="en-US">
              <a:cs typeface="思源黑体 CN Normal" panose="020B0400000000000000" charset="-122"/>
            </a:endParaRPr>
          </a:p>
        </p:txBody>
      </p:sp>
      <p:sp>
        <p:nvSpPr>
          <p:cNvPr id="4" name="任意多边形: 形状 3">
            <a:extLst>
              <a:ext uri="{FF2B5EF4-FFF2-40B4-BE49-F238E27FC236}">
                <a16:creationId xmlns:a16="http://schemas.microsoft.com/office/drawing/2014/main" id="{8488DA47-B789-4C4D-AA77-CEAB2C46DB59}"/>
              </a:ext>
            </a:extLst>
          </p:cNvPr>
          <p:cNvSpPr/>
          <p:nvPr/>
        </p:nvSpPr>
        <p:spPr>
          <a:xfrm flipV="1">
            <a:off x="0" y="6236335"/>
            <a:ext cx="6502400" cy="621665"/>
          </a:xfrm>
          <a:custGeom>
            <a:avLst/>
            <a:gdLst/>
            <a:ahLst/>
            <a:cxnLst>
              <a:cxn ang="3cd4">
                <a:pos x="hc" y="t"/>
              </a:cxn>
              <a:cxn ang="cd2">
                <a:pos x="l" y="vc"/>
              </a:cxn>
              <a:cxn ang="cd4">
                <a:pos x="hc" y="b"/>
              </a:cxn>
              <a:cxn ang="0">
                <a:pos x="r" y="vc"/>
              </a:cxn>
            </a:cxnLst>
            <a:rect l="l" t="t" r="r" b="b"/>
            <a:pathLst>
              <a:path w="11444" h="795">
                <a:moveTo>
                  <a:pt x="0" y="0"/>
                </a:moveTo>
                <a:lnTo>
                  <a:pt x="10649" y="0"/>
                </a:lnTo>
                <a:lnTo>
                  <a:pt x="11444" y="795"/>
                </a:lnTo>
                <a:lnTo>
                  <a:pt x="10649" y="795"/>
                </a:lnTo>
                <a:lnTo>
                  <a:pt x="0" y="795"/>
                </a:lnTo>
                <a:lnTo>
                  <a:pt x="0" y="0"/>
                </a:lnTo>
                <a:close/>
              </a:path>
            </a:pathLst>
          </a:custGeom>
          <a:solidFill>
            <a:schemeClr val="accent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rtlCol="0" anchor="ctr">
            <a:noAutofit/>
          </a:bodyPr>
          <a:lstStyle/>
          <a:p>
            <a:pPr algn="ctr"/>
            <a:endParaRPr lang="zh-CN" altLang="en-US">
              <a:cs typeface="思源黑体 CN Normal" panose="020B0400000000000000" charset="-122"/>
            </a:endParaRPr>
          </a:p>
        </p:txBody>
      </p:sp>
      <p:sp>
        <p:nvSpPr>
          <p:cNvPr id="5" name="任意多边形: 形状 4">
            <a:extLst>
              <a:ext uri="{FF2B5EF4-FFF2-40B4-BE49-F238E27FC236}">
                <a16:creationId xmlns:a16="http://schemas.microsoft.com/office/drawing/2014/main" id="{C8DC4124-F39D-3E43-8CEF-879BFB4CA96C}"/>
              </a:ext>
            </a:extLst>
          </p:cNvPr>
          <p:cNvSpPr/>
          <p:nvPr/>
        </p:nvSpPr>
        <p:spPr>
          <a:xfrm flipH="1">
            <a:off x="10745470" y="0"/>
            <a:ext cx="1446530" cy="621665"/>
          </a:xfrm>
          <a:custGeom>
            <a:avLst/>
            <a:gdLst/>
            <a:ahLst/>
            <a:cxnLst>
              <a:cxn ang="3">
                <a:pos x="hc" y="t"/>
              </a:cxn>
              <a:cxn ang="cd2">
                <a:pos x="l" y="vc"/>
              </a:cxn>
              <a:cxn ang="cd4">
                <a:pos x="hc" y="b"/>
              </a:cxn>
              <a:cxn ang="0">
                <a:pos x="r" y="vc"/>
              </a:cxn>
            </a:cxnLst>
            <a:rect l="l" t="t" r="r" b="b"/>
            <a:pathLst>
              <a:path w="2278" h="979">
                <a:moveTo>
                  <a:pt x="0" y="0"/>
                </a:moveTo>
                <a:lnTo>
                  <a:pt x="1567" y="0"/>
                </a:lnTo>
                <a:lnTo>
                  <a:pt x="2278" y="979"/>
                </a:lnTo>
                <a:lnTo>
                  <a:pt x="1567" y="979"/>
                </a:lnTo>
                <a:lnTo>
                  <a:pt x="0" y="979"/>
                </a:lnTo>
                <a:lnTo>
                  <a:pt x="0" y="0"/>
                </a:lnTo>
                <a:close/>
              </a:path>
            </a:pathLst>
          </a:custGeom>
          <a:solidFill>
            <a:schemeClr val="accent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rtlCol="0" anchor="ctr">
            <a:noAutofit/>
          </a:bodyPr>
          <a:lstStyle/>
          <a:p>
            <a:pPr algn="ctr"/>
            <a:endParaRPr lang="zh-CN" altLang="en-US">
              <a:cs typeface="思源黑体 CN Normal" panose="020B0400000000000000" charset="-122"/>
            </a:endParaRPr>
          </a:p>
        </p:txBody>
      </p:sp>
      <p:sp>
        <p:nvSpPr>
          <p:cNvPr id="7" name="文本框 6">
            <a:extLst>
              <a:ext uri="{FF2B5EF4-FFF2-40B4-BE49-F238E27FC236}">
                <a16:creationId xmlns:a16="http://schemas.microsoft.com/office/drawing/2014/main" id="{9B2C7E6A-EDD4-5041-856B-54F366EED311}"/>
              </a:ext>
            </a:extLst>
          </p:cNvPr>
          <p:cNvSpPr txBox="1"/>
          <p:nvPr/>
        </p:nvSpPr>
        <p:spPr bwMode="auto">
          <a:xfrm>
            <a:off x="1092330" y="421866"/>
            <a:ext cx="1445127" cy="584775"/>
          </a:xfrm>
          <a:prstGeom prst="rect">
            <a:avLst/>
          </a:prstGeom>
          <a:noFill/>
        </p:spPr>
        <p:txBody>
          <a:bodyPr wrap="square">
            <a:spAutoFit/>
          </a:bodyPr>
          <a:lstStyle>
            <a:defPPr>
              <a:defRPr lang="en-US"/>
            </a:defPPr>
            <a:lvl1pPr marL="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4572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defRPr/>
            </a:pPr>
            <a:endParaRPr kumimoji="0" lang="zh-CN" altLang="en-US" sz="3200" kern="0" spc="170" baseline="0" noProof="0" dirty="0">
              <a:ln>
                <a:noFill/>
              </a:ln>
              <a:solidFill>
                <a:schemeClr val="bg1"/>
              </a:solidFill>
              <a:effectLst/>
              <a:uLnTx/>
              <a:uFillTx/>
              <a:latin typeface="MiSans ExtraLight" pitchFamily="2" charset="-122"/>
              <a:ea typeface="MiSans ExtraLight" pitchFamily="2" charset="-122"/>
              <a:cs typeface="+mn-ea"/>
              <a:sym typeface="+mn-lt"/>
            </a:endParaRPr>
          </a:p>
        </p:txBody>
      </p:sp>
      <p:sp>
        <p:nvSpPr>
          <p:cNvPr id="8" name="文本框 7">
            <a:extLst>
              <a:ext uri="{FF2B5EF4-FFF2-40B4-BE49-F238E27FC236}">
                <a16:creationId xmlns:a16="http://schemas.microsoft.com/office/drawing/2014/main" id="{27D54464-74AD-CE4E-95A3-45E11B9943C9}"/>
              </a:ext>
            </a:extLst>
          </p:cNvPr>
          <p:cNvSpPr txBox="1"/>
          <p:nvPr/>
        </p:nvSpPr>
        <p:spPr bwMode="auto">
          <a:xfrm>
            <a:off x="1092330" y="1221907"/>
            <a:ext cx="1445127" cy="523220"/>
          </a:xfrm>
          <a:prstGeom prst="rect">
            <a:avLst/>
          </a:prstGeom>
          <a:noFill/>
        </p:spPr>
        <p:txBody>
          <a:bodyPr wrap="square">
            <a:spAutoFit/>
          </a:bodyPr>
          <a:lstStyle>
            <a:defPPr>
              <a:defRPr lang="en-US"/>
            </a:defPPr>
            <a:lvl1pPr marL="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4572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defRPr/>
            </a:pPr>
            <a:endParaRPr kumimoji="0" lang="zh-CN" altLang="en-US" sz="2800" b="1" i="0" kern="0" spc="170" baseline="0" noProof="0" dirty="0">
              <a:ln>
                <a:noFill/>
              </a:ln>
              <a:solidFill>
                <a:schemeClr val="bg1"/>
              </a:solidFill>
              <a:effectLst/>
              <a:uLnTx/>
              <a:uFillTx/>
              <a:latin typeface="MiSans Normal" pitchFamily="2" charset="-122"/>
              <a:ea typeface="MiSans Normal" pitchFamily="2" charset="-122"/>
              <a:cs typeface="+mn-ea"/>
              <a:sym typeface="+mn-lt"/>
            </a:endParaRPr>
          </a:p>
        </p:txBody>
      </p:sp>
      <p:sp>
        <p:nvSpPr>
          <p:cNvPr id="9" name="文本框 8">
            <a:extLst>
              <a:ext uri="{FF2B5EF4-FFF2-40B4-BE49-F238E27FC236}">
                <a16:creationId xmlns:a16="http://schemas.microsoft.com/office/drawing/2014/main" id="{6F56A912-5953-9B40-B949-9B16B3CCAE2A}"/>
              </a:ext>
            </a:extLst>
          </p:cNvPr>
          <p:cNvSpPr txBox="1"/>
          <p:nvPr/>
        </p:nvSpPr>
        <p:spPr>
          <a:xfrm>
            <a:off x="2701472" y="2481345"/>
            <a:ext cx="7890783" cy="1107996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>
            <a:defPPr>
              <a:defRPr lang="zh-CN"/>
            </a:defPPr>
            <a:lvl1pPr marL="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algn="r"/>
            <a:endParaRPr lang="zh-CN" altLang="en-US" sz="6600" b="1" dirty="0">
              <a:solidFill>
                <a:schemeClr val="tx1">
                  <a:lumMod val="75000"/>
                  <a:lumOff val="25000"/>
                </a:schemeClr>
              </a:solidFill>
              <a:latin typeface="MiSans Normal" pitchFamily="2" charset="-122"/>
              <a:ea typeface="MiSans Normal" pitchFamily="2" charset="-122"/>
              <a:cs typeface="+mn-ea"/>
              <a:sym typeface="+mn-lt"/>
            </a:endParaRPr>
          </a:p>
        </p:txBody>
      </p:sp>
      <p:sp>
        <p:nvSpPr>
          <p:cNvPr id="10" name="矩形 9">
            <a:extLst>
              <a:ext uri="{FF2B5EF4-FFF2-40B4-BE49-F238E27FC236}">
                <a16:creationId xmlns:a16="http://schemas.microsoft.com/office/drawing/2014/main" id="{2E86A1FA-13CC-9945-9A33-DD6B2693D7C9}"/>
              </a:ext>
            </a:extLst>
          </p:cNvPr>
          <p:cNvSpPr/>
          <p:nvPr/>
        </p:nvSpPr>
        <p:spPr>
          <a:xfrm>
            <a:off x="6781800" y="1935853"/>
            <a:ext cx="3675382" cy="584775"/>
          </a:xfrm>
          <a:prstGeom prst="rect">
            <a:avLst/>
          </a:prstGeom>
          <a:ln>
            <a:noFill/>
          </a:ln>
        </p:spPr>
        <p:txBody>
          <a:bodyPr wrap="square">
            <a:noAutofit/>
          </a:bodyPr>
          <a:lstStyle>
            <a:defPPr>
              <a:defRPr lang="zh-CN"/>
            </a:defPPr>
            <a:lvl1pPr marL="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algn="dist"/>
            <a:r>
              <a:rPr lang="en-US" altLang="zh-CN" sz="3000">
                <a:latin typeface="MiSans Normal" pitchFamily="2" charset="-122"/>
                <a:ea typeface="MiSans Normal" pitchFamily="2" charset="-122"/>
                <a:cs typeface="+mn-ea"/>
                <a:sym typeface="+mn-lt"/>
              </a:rPr>
              <a:t>AI</a:t>
            </a:r>
            <a:r>
              <a:rPr lang="zh-CN" altLang="en-US" sz="3000">
                <a:latin typeface="MiSans Normal" pitchFamily="2" charset="-122"/>
                <a:ea typeface="MiSans Normal" pitchFamily="2" charset="-122"/>
                <a:cs typeface="+mn-ea"/>
                <a:sym typeface="+mn-lt"/>
              </a:rPr>
              <a:t>客服降本增效方案</a:t>
            </a:r>
            <a:endParaRPr lang="zh-CN" altLang="en-US" sz="3000" dirty="0">
              <a:latin typeface="MiSans Normal" pitchFamily="2" charset="-122"/>
              <a:ea typeface="MiSans Normal" pitchFamily="2" charset="-122"/>
              <a:cs typeface="+mn-ea"/>
              <a:sym typeface="+mn-lt"/>
            </a:endParaRPr>
          </a:p>
        </p:txBody>
      </p:sp>
      <p:grpSp>
        <p:nvGrpSpPr>
          <p:cNvPr id="11" name="组合 10">
            <a:extLst>
              <a:ext uri="{FF2B5EF4-FFF2-40B4-BE49-F238E27FC236}">
                <a16:creationId xmlns:a16="http://schemas.microsoft.com/office/drawing/2014/main" id="{776CFD52-1AD6-5E49-AAE9-B813656875AB}"/>
              </a:ext>
            </a:extLst>
          </p:cNvPr>
          <p:cNvGrpSpPr/>
          <p:nvPr/>
        </p:nvGrpSpPr>
        <p:grpSpPr>
          <a:xfrm>
            <a:off x="5962114" y="4541098"/>
            <a:ext cx="4524564" cy="392282"/>
            <a:chOff x="3756545" y="3956695"/>
            <a:chExt cx="4524564" cy="392282"/>
          </a:xfrm>
          <a:solidFill>
            <a:schemeClr val="accent1"/>
          </a:solidFill>
        </p:grpSpPr>
        <p:sp>
          <p:nvSpPr>
            <p:cNvPr id="12" name="矩形: 圆角 11">
              <a:extLst>
                <a:ext uri="{FF2B5EF4-FFF2-40B4-BE49-F238E27FC236}">
                  <a16:creationId xmlns:a16="http://schemas.microsoft.com/office/drawing/2014/main" id="{A0605EA5-AAB6-D74E-9810-0C2932F00B97}"/>
                </a:ext>
              </a:extLst>
            </p:cNvPr>
            <p:cNvSpPr/>
            <p:nvPr/>
          </p:nvSpPr>
          <p:spPr>
            <a:xfrm>
              <a:off x="3756545" y="3956695"/>
              <a:ext cx="2037731" cy="392282"/>
            </a:xfrm>
            <a:prstGeom prst="roundRect">
              <a:avLst>
                <a:gd name="adj" fmla="val 50000"/>
              </a:avLst>
            </a:prstGeom>
            <a:grpFill/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>
              <a:defPPr>
                <a:defRPr lang="zh-CN">
                  <a:solidFill>
                    <a:schemeClr val="lt1"/>
                  </a:solidFill>
                </a:defRPr>
              </a:defPPr>
              <a:lvl1pPr marL="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1pPr>
              <a:lvl2pPr marL="4572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2pPr>
              <a:lvl3pPr marL="9144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3pPr>
              <a:lvl4pPr marL="13716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4pPr>
              <a:lvl5pPr marL="18288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5pPr>
              <a:lvl6pPr marL="22860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6pPr>
              <a:lvl7pPr marL="27432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7pPr>
              <a:lvl8pPr marL="32004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8pPr>
              <a:lvl9pPr marL="36576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pPr algn="ctr"/>
              <a:endParaRPr lang="zh-CN" altLang="en-US" sz="1600" dirty="0">
                <a:solidFill>
                  <a:schemeClr val="bg1"/>
                </a:solidFill>
                <a:latin typeface="MiSans Normal" pitchFamily="2" charset="-122"/>
                <a:ea typeface="MiSans Normal" pitchFamily="2" charset="-122"/>
                <a:cs typeface="+mn-ea"/>
                <a:sym typeface="+mn-lt"/>
              </a:endParaRPr>
            </a:p>
          </p:txBody>
        </p:sp>
        <p:sp>
          <p:nvSpPr>
            <p:cNvPr id="13" name="矩形: 圆角 12">
              <a:extLst>
                <a:ext uri="{FF2B5EF4-FFF2-40B4-BE49-F238E27FC236}">
                  <a16:creationId xmlns:a16="http://schemas.microsoft.com/office/drawing/2014/main" id="{8592C978-1561-B34D-93A2-BE68B1B05D73}"/>
                </a:ext>
              </a:extLst>
            </p:cNvPr>
            <p:cNvSpPr/>
            <p:nvPr/>
          </p:nvSpPr>
          <p:spPr>
            <a:xfrm>
              <a:off x="6243378" y="3956695"/>
              <a:ext cx="2037731" cy="392282"/>
            </a:xfrm>
            <a:prstGeom prst="roundRect">
              <a:avLst>
                <a:gd name="adj" fmla="val 50000"/>
              </a:avLst>
            </a:prstGeom>
            <a:grpFill/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>
              <a:defPPr>
                <a:defRPr lang="zh-CN">
                  <a:solidFill>
                    <a:schemeClr val="lt1"/>
                  </a:solidFill>
                </a:defRPr>
              </a:defPPr>
              <a:lvl1pPr marL="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1pPr>
              <a:lvl2pPr marL="4572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2pPr>
              <a:lvl3pPr marL="9144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3pPr>
              <a:lvl4pPr marL="13716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4pPr>
              <a:lvl5pPr marL="18288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5pPr>
              <a:lvl6pPr marL="22860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6pPr>
              <a:lvl7pPr marL="27432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7pPr>
              <a:lvl8pPr marL="32004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8pPr>
              <a:lvl9pPr marL="36576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pPr algn="ctr"/>
              <a:r>
                <a:rPr lang="zh-CN" altLang="en-US" sz="1600" dirty="0">
                  <a:solidFill>
                    <a:schemeClr val="bg1"/>
                  </a:solidFill>
                  <a:latin typeface="MiSans Normal" pitchFamily="2" charset="-122"/>
                  <a:ea typeface="MiSans Normal" pitchFamily="2" charset="-122"/>
                  <a:cs typeface="+mn-ea"/>
                  <a:sym typeface="+mn-lt"/>
                </a:rPr>
                <a:t/>
              </a:r>
              <a:r>
                <a:rPr lang="en-US" altLang="zh-CN" sz="1600" dirty="0">
                  <a:solidFill>
                    <a:schemeClr val="bg1"/>
                  </a:solidFill>
                  <a:latin typeface="MiSans Normal" pitchFamily="2" charset="-122"/>
                  <a:ea typeface="MiSans Normal" pitchFamily="2" charset="-122"/>
                  <a:cs typeface="+mn-ea"/>
                  <a:sym typeface="+mn-lt"/>
                </a:rPr>
                <a:t/>
              </a:r>
              <a:endParaRPr lang="zh-CN" altLang="en-US" sz="1600" dirty="0">
                <a:solidFill>
                  <a:schemeClr val="bg1"/>
                </a:solidFill>
                <a:latin typeface="MiSans Normal" pitchFamily="2" charset="-122"/>
                <a:ea typeface="MiSans Normal" pitchFamily="2" charset="-122"/>
                <a:cs typeface="+mn-ea"/>
                <a:sym typeface="+mn-lt"/>
              </a:endParaRPr>
            </a:p>
          </p:txBody>
        </p:sp>
      </p:grpSp>
      <p:sp>
        <p:nvSpPr>
          <p:cNvPr id="14" name="矩形 13">
            <a:extLst>
              <a:ext uri="{FF2B5EF4-FFF2-40B4-BE49-F238E27FC236}">
                <a16:creationId xmlns:a16="http://schemas.microsoft.com/office/drawing/2014/main" id="{B4F8DA04-0260-1146-96A2-811FC5BF64BF}"/>
              </a:ext>
            </a:extLst>
          </p:cNvPr>
          <p:cNvSpPr/>
          <p:nvPr/>
        </p:nvSpPr>
        <p:spPr>
          <a:xfrm>
            <a:off x="4377878" y="3691230"/>
            <a:ext cx="6108799" cy="616323"/>
          </a:xfrm>
          <a:prstGeom prst="rect">
            <a:avLst/>
          </a:prstGeom>
        </p:spPr>
        <p:txBody>
          <a:bodyPr wrap="square">
            <a:normAutofit/>
          </a:bodyPr>
          <a:lstStyle/>
          <a:p>
            <a:pPr algn="r" defTabSz="914400">
              <a:lnSpc>
                <a:spcPct val="150000"/>
              </a:lnSpc>
              <a:defRPr/>
            </a:pPr>
            <a:r>
              <a:rPr lang="en-US" altLang="zh-CN" sz="1400" kern="0">
                <a:solidFill>
                  <a:schemeClr val="bg1">
                    <a:lumMod val="50000"/>
                  </a:schemeClr>
                </a:solidFill>
                <a:latin typeface="MiSans Normal" pitchFamily="2" charset="-122"/>
                <a:ea typeface="MiSans Normal" pitchFamily="2" charset="-122"/>
                <a:cs typeface="Arial" panose="020B0604020202020204" pitchFamily="34" charset="0"/>
              </a:rPr>
              <a:t>AI</a:t>
            </a:r>
            <a:r>
              <a:rPr lang="zh-CN" altLang="en-US" sz="1400" kern="0">
                <a:solidFill>
                  <a:schemeClr val="bg1">
                    <a:lumMod val="50000"/>
                  </a:schemeClr>
                </a:solidFill>
                <a:latin typeface="MiSans Normal" pitchFamily="2" charset="-122"/>
                <a:ea typeface="MiSans Normal" pitchFamily="2" charset="-122"/>
                <a:cs typeface="Arial" panose="020B0604020202020204" pitchFamily="34" charset="0"/>
              </a:rPr>
              <a:t>客服降本增效方案提案汇报 内容由</a:t>
            </a:r>
            <a:r>
              <a:rPr lang="en-US" altLang="zh-CN" sz="1400" kern="0">
                <a:solidFill>
                  <a:schemeClr val="bg1">
                    <a:lumMod val="50000"/>
                  </a:schemeClr>
                </a:solidFill>
                <a:latin typeface="MiSans Normal" pitchFamily="2" charset="-122"/>
                <a:ea typeface="MiSans Normal" pitchFamily="2" charset="-122"/>
                <a:cs typeface="Arial" panose="020B0604020202020204" pitchFamily="34" charset="0"/>
              </a:rPr>
              <a:t>AI</a:t>
            </a:r>
            <a:r>
              <a:rPr lang="zh-CN" altLang="en-US" sz="1400" kern="0">
                <a:solidFill>
                  <a:schemeClr val="bg1">
                    <a:lumMod val="50000"/>
                  </a:schemeClr>
                </a:solidFill>
                <a:latin typeface="MiSans Normal" pitchFamily="2" charset="-122"/>
                <a:ea typeface="MiSans Normal" pitchFamily="2" charset="-122"/>
                <a:cs typeface="Arial" panose="020B0604020202020204" pitchFamily="34" charset="0"/>
              </a:rPr>
              <a:t>生成</a:t>
            </a:r>
            <a:endParaRPr lang="en-US" altLang="zh-CN" sz="1400" kern="0">
              <a:solidFill>
                <a:schemeClr val="bg1">
                  <a:lumMod val="50000"/>
                </a:schemeClr>
              </a:solidFill>
              <a:latin typeface="MiSans Normal" pitchFamily="2" charset="-122"/>
              <a:ea typeface="MiSans Normal" pitchFamily="2" charset="-122"/>
              <a:cs typeface="Arial" panose="020B0604020202020204" pitchFamily="34" charset="0"/>
            </a:endParaRPr>
          </a:p>
        </p:txBody>
      </p:sp>
      <p:sp>
        <p:nvSpPr>
          <p:cNvPr id="15" name="文本框 14">
            <a:extLst>
              <a:ext uri="{FF2B5EF4-FFF2-40B4-BE49-F238E27FC236}">
                <a16:creationId xmlns:a16="http://schemas.microsoft.com/office/drawing/2014/main" id="{6AA19DED-5439-7700-D39C-93B62F410983}"/>
              </a:ext>
            </a:extLst>
          </p:cNvPr>
          <p:cNvSpPr txBox="1"/>
          <p:nvPr/>
        </p:nvSpPr>
        <p:spPr>
          <a:xfrm>
            <a:off x="1219200" y="3485236"/>
            <a:ext cx="9753600" cy="369332"/>
          </a:xfrm>
          <a:prstGeom prst="rect">
            <a:avLst/>
          </a:prstGeom>
          <a:noFill/>
        </p:spPr>
        <p:txBody>
          <a:bodyPr vert="horz" wrap="square" rtlCol="0">
            <a:normAutofit/>
          </a:bodyPr>
          <a:lstStyle/>
          <a:p>
            <a:r>
              <a:rPr lang="en-US" altLang="zh-CN" sz="1400"/>
              <a:t>AI</a:t>
            </a:r>
            <a:r>
              <a:rPr lang="zh-CN" altLang="en-US" sz="1400"/>
              <a:t>客服降本增效方案提案汇报</a:t>
            </a:r>
            <a:r>
              <a:rPr lang="en-US" altLang="zh-CN" sz="1400"/>
              <a:t>AI</a:t>
            </a:r>
            <a:r>
              <a:rPr lang="zh-CN" altLang="en-US" sz="1400"/>
              <a:t>客服降本增效方案提案汇报 内容由</a:t>
            </a:r>
            <a:r>
              <a:rPr lang="en-US" altLang="zh-CN" sz="1400"/>
              <a:t>AI</a:t>
            </a:r>
            <a:r>
              <a:rPr lang="zh-CN" altLang="en-US" sz="1400"/>
              <a:t>生成</a:t>
            </a:r>
          </a:p>
        </p:txBody>
      </p:sp>
    </p:spTree>
    <p:extLst>
      <p:ext uri="{BB962C8B-B14F-4D97-AF65-F5344CB8AC3E}">
        <p14:creationId xmlns:p14="http://schemas.microsoft.com/office/powerpoint/2010/main" val="2050759047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2" presetClass="entr" presetSubtype="1" accel="19000" decel="8100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7" dur="1000" fill="hold"/>
                                        <p:tgtEl>
                                          <p:spTgt spid="3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8" dur="1000" fill="hold"/>
                                        <p:tgtEl>
                                          <p:spTgt spid="3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0-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9" presetID="2" presetClass="entr" presetSubtype="1" accel="19000" decel="81000" fill="hold" grpId="0" nodeType="withEffect">
                                  <p:stCondLst>
                                    <p:cond delay="20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1" dur="1000" fill="hold"/>
                                        <p:tgtEl>
                                          <p:spTgt spid="5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12" dur="1000" fill="hold"/>
                                        <p:tgtEl>
                                          <p:spTgt spid="5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0-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13" presetID="2" presetClass="entr" presetSubtype="1" accel="19000" decel="81000" fill="hold" grpId="0" nodeType="withEffect">
                                  <p:stCondLst>
                                    <p:cond delay="40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5" dur="1000" fill="hold"/>
                                        <p:tgtEl>
                                          <p:spTgt spid="2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16" dur="1000" fill="hold"/>
                                        <p:tgtEl>
                                          <p:spTgt spid="2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0-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17" presetID="2" presetClass="entr" presetSubtype="1" accel="19000" decel="81000" fill="hold" grpId="0" nodeType="withEffect">
                                  <p:stCondLst>
                                    <p:cond delay="60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9" dur="1000" fill="hold"/>
                                        <p:tgtEl>
                                          <p:spTgt spid="8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20" dur="1000" fill="hold"/>
                                        <p:tgtEl>
                                          <p:spTgt spid="8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0-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21" presetID="2" presetClass="entr" presetSubtype="1" accel="19000" decel="81000" fill="hold" grpId="0" nodeType="withEffect">
                                  <p:stCondLst>
                                    <p:cond delay="800"/>
                                  </p:stCondLst>
                                  <p:childTnLst>
                                    <p:set>
                                      <p:cBhvr>
                                        <p:cTn id="2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23" dur="1000" fill="hold"/>
                                        <p:tgtEl>
                                          <p:spTgt spid="7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24" dur="1000" fill="hold"/>
                                        <p:tgtEl>
                                          <p:spTgt spid="7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0-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25" presetID="2" presetClass="entr" presetSubtype="4" accel="19000" decel="81000" fill="hold" grpId="0" nodeType="withEffect">
                                  <p:stCondLst>
                                    <p:cond delay="100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27" dur="1000" fill="hold"/>
                                        <p:tgtEl>
                                          <p:spTgt spid="4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28" dur="1000" fill="hold"/>
                                        <p:tgtEl>
                                          <p:spTgt spid="4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29" presetID="2" presetClass="entr" presetSubtype="4" accel="19000" decel="81000" fill="hold" grpId="0" nodeType="withEffect">
                                  <p:stCondLst>
                                    <p:cond delay="1200"/>
                                  </p:stCondLst>
                                  <p:childTnLst>
                                    <p:set>
                                      <p:cBhvr>
                                        <p:cTn id="3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31" dur="1000" fill="hold"/>
                                        <p:tgtEl>
                                          <p:spTgt spid="6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32" dur="1000" fill="hold"/>
                                        <p:tgtEl>
                                          <p:spTgt spid="6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33" presetID="2" presetClass="entr" presetSubtype="2" decel="100000" fill="hold" grpId="0" nodeType="withEffect">
                                  <p:stCondLst>
                                    <p:cond delay="1400"/>
                                  </p:stCondLst>
                                  <p:childTnLst>
                                    <p:set>
                                      <p:cBhvr>
                                        <p:cTn id="3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35" dur="1000" fill="hold"/>
                                        <p:tgtEl>
                                          <p:spTgt spid="10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w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36" dur="1000" fill="hold"/>
                                        <p:tgtEl>
                                          <p:spTgt spid="10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37" presetID="2" presetClass="entr" presetSubtype="2" decel="100000" fill="hold" grpId="0" nodeType="withEffect" nodePh="1">
                                  <p:stCondLst>
                                    <p:cond delay="1600"/>
                                  </p:stCondLst>
                                  <p:endCondLst>
                                    <p:cond evt="begin" delay="0">
                                      <p:tn val="37"/>
                                    </p:cond>
                                  </p:endCondLst>
                                  <p:childTnLst>
                                    <p:set>
                                      <p:cBhvr>
                                        <p:cTn id="3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39" dur="1000" fill="hold"/>
                                        <p:tgtEl>
                                          <p:spTgt spid="9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w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40" dur="1000" fill="hold"/>
                                        <p:tgtEl>
                                          <p:spTgt spid="9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41" presetID="2" presetClass="entr" presetSubtype="2" decel="100000" fill="hold" grpId="0" nodeType="withEffect">
                                  <p:stCondLst>
                                    <p:cond delay="1800"/>
                                  </p:stCondLst>
                                  <p:childTnLst>
                                    <p:set>
                                      <p:cBhvr>
                                        <p:cTn id="4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43" dur="1000" fill="hold"/>
                                        <p:tgtEl>
                                          <p:spTgt spid="14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w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44" dur="1000" fill="hold"/>
                                        <p:tgtEl>
                                          <p:spTgt spid="14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45" presetID="2" presetClass="entr" presetSubtype="2" decel="100000" fill="hold" nodeType="withEffect">
                                  <p:stCondLst>
                                    <p:cond delay="2000"/>
                                  </p:stCondLst>
                                  <p:childTnLst>
                                    <p:set>
                                      <p:cBhvr>
                                        <p:cTn id="4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47" dur="1000" fill="hold"/>
                                        <p:tgtEl>
                                          <p:spTgt spid="11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w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48" dur="1000" fill="hold"/>
                                        <p:tgtEl>
                                          <p:spTgt spid="11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6" grpId="0" animBg="1"/>
      <p:bldP spid="3" grpId="0" animBg="1"/>
      <p:bldP spid="2" grpId="0" animBg="1"/>
      <p:bldP spid="4" grpId="0" animBg="1"/>
      <p:bldP spid="5" grpId="0" animBg="1"/>
      <p:bldP spid="7" grpId="0"/>
      <p:bldP spid="8" grpId="0"/>
      <p:bldP spid="9" grpId="0"/>
      <p:bldP spid="10" grpId="0"/>
      <p:bldP spid="14" grpId="0"/>
    </p:bldLst>
  </p:timing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矩形 1">
            <a:extLst>
              <a:ext uri="{FF2B5EF4-FFF2-40B4-BE49-F238E27FC236}">
                <a16:creationId xmlns:a16="http://schemas.microsoft.com/office/drawing/2014/main" id="{A5D82E8D-9BED-AE47-A376-21815715B4A0}"/>
              </a:ext>
            </a:extLst>
          </p:cNvPr>
          <p:cNvSpPr/>
          <p:nvPr/>
        </p:nvSpPr>
        <p:spPr>
          <a:xfrm>
            <a:off x="1" y="6524171"/>
            <a:ext cx="12192000" cy="333829"/>
          </a:xfrm>
          <a:prstGeom prst="rect">
            <a:avLst/>
          </a:prstGeom>
          <a:solidFill>
            <a:schemeClr val="accent2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>
              <a:cs typeface="思源黑体 CN Normal" panose="020B0400000000000000" charset="-122"/>
            </a:endParaRPr>
          </a:p>
        </p:txBody>
      </p:sp>
      <p:sp>
        <p:nvSpPr>
          <p:cNvPr id="3" name="任意多边形: 形状 2">
            <a:extLst>
              <a:ext uri="{FF2B5EF4-FFF2-40B4-BE49-F238E27FC236}">
                <a16:creationId xmlns:a16="http://schemas.microsoft.com/office/drawing/2014/main" id="{522018C2-487E-CA45-9C6C-5DE183BA7CC9}"/>
              </a:ext>
            </a:extLst>
          </p:cNvPr>
          <p:cNvSpPr/>
          <p:nvPr/>
        </p:nvSpPr>
        <p:spPr>
          <a:xfrm flipV="1">
            <a:off x="0" y="6236335"/>
            <a:ext cx="6502400" cy="621665"/>
          </a:xfrm>
          <a:custGeom>
            <a:avLst/>
            <a:gdLst/>
            <a:ahLst/>
            <a:cxnLst>
              <a:cxn ang="3cd4">
                <a:pos x="hc" y="t"/>
              </a:cxn>
              <a:cxn ang="cd2">
                <a:pos x="l" y="vc"/>
              </a:cxn>
              <a:cxn ang="cd4">
                <a:pos x="hc" y="b"/>
              </a:cxn>
              <a:cxn ang="0">
                <a:pos x="r" y="vc"/>
              </a:cxn>
            </a:cxnLst>
            <a:rect l="l" t="t" r="r" b="b"/>
            <a:pathLst>
              <a:path w="11444" h="795">
                <a:moveTo>
                  <a:pt x="0" y="0"/>
                </a:moveTo>
                <a:lnTo>
                  <a:pt x="10649" y="0"/>
                </a:lnTo>
                <a:lnTo>
                  <a:pt x="11444" y="795"/>
                </a:lnTo>
                <a:lnTo>
                  <a:pt x="10649" y="795"/>
                </a:lnTo>
                <a:lnTo>
                  <a:pt x="0" y="795"/>
                </a:lnTo>
                <a:lnTo>
                  <a:pt x="0" y="0"/>
                </a:lnTo>
                <a:close/>
              </a:path>
            </a:pathLst>
          </a:custGeom>
          <a:solidFill>
            <a:schemeClr val="accent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rtlCol="0" anchor="ctr">
            <a:noAutofit/>
          </a:bodyPr>
          <a:lstStyle/>
          <a:p>
            <a:pPr algn="ctr"/>
            <a:endParaRPr lang="zh-CN" altLang="en-US">
              <a:cs typeface="思源黑体 CN Normal" panose="020B0400000000000000" charset="-122"/>
            </a:endParaRPr>
          </a:p>
        </p:txBody>
      </p:sp>
      <p:sp>
        <p:nvSpPr>
          <p:cNvPr id="4" name="文本框 3">
            <a:extLst>
              <a:ext uri="{FF2B5EF4-FFF2-40B4-BE49-F238E27FC236}">
                <a16:creationId xmlns:a16="http://schemas.microsoft.com/office/drawing/2014/main" id="{6D8D1F66-57AC-ED49-8F55-2546AF25CDE3}"/>
              </a:ext>
            </a:extLst>
          </p:cNvPr>
          <p:cNvSpPr txBox="1"/>
          <p:nvPr/>
        </p:nvSpPr>
        <p:spPr>
          <a:xfrm>
            <a:off x="4772706" y="704661"/>
            <a:ext cx="2646588" cy="1107996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>
            <a:defPPr>
              <a:defRPr lang="zh-CN"/>
            </a:defPPr>
            <a:lvl1pPr marL="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algn="ctr"/>
            <a:endParaRPr lang="zh-CN" altLang="en-US" sz="6600" b="1" dirty="0">
              <a:solidFill>
                <a:schemeClr val="tx1">
                  <a:lumMod val="75000"/>
                  <a:lumOff val="25000"/>
                </a:schemeClr>
              </a:solidFill>
              <a:latin typeface="MiSans Normal" pitchFamily="2" charset="-122"/>
              <a:ea typeface="MiSans Normal" pitchFamily="2" charset="-122"/>
              <a:cs typeface="+mn-ea"/>
              <a:sym typeface="+mn-lt"/>
            </a:endParaRPr>
          </a:p>
        </p:txBody>
      </p:sp>
      <p:sp>
        <p:nvSpPr>
          <p:cNvPr id="5" name="矩形 4">
            <a:extLst>
              <a:ext uri="{FF2B5EF4-FFF2-40B4-BE49-F238E27FC236}">
                <a16:creationId xmlns:a16="http://schemas.microsoft.com/office/drawing/2014/main" id="{1140EDF6-400B-1F40-B4FF-A8B98BDB06E7}"/>
              </a:ext>
            </a:extLst>
          </p:cNvPr>
          <p:cNvSpPr/>
          <p:nvPr/>
        </p:nvSpPr>
        <p:spPr>
          <a:xfrm>
            <a:off x="4180113" y="1812657"/>
            <a:ext cx="3831774" cy="646331"/>
          </a:xfrm>
          <a:prstGeom prst="rect">
            <a:avLst/>
          </a:prstGeom>
          <a:ln>
            <a:noFill/>
          </a:ln>
        </p:spPr>
        <p:txBody>
          <a:bodyPr wrap="square">
            <a:spAutoFit/>
          </a:bodyPr>
          <a:lstStyle>
            <a:defPPr>
              <a:defRPr lang="zh-CN"/>
            </a:defPPr>
            <a:lvl1pPr marL="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algn="ctr"/>
            <a:endParaRPr lang="zh-CN" altLang="en-US" sz="3600" dirty="0">
              <a:solidFill>
                <a:schemeClr val="accent2"/>
              </a:solidFill>
              <a:latin typeface="MiSans Normal" pitchFamily="2" charset="-122"/>
              <a:ea typeface="MiSans Normal" pitchFamily="2" charset="-122"/>
              <a:cs typeface="+mn-ea"/>
              <a:sym typeface="+mn-lt"/>
            </a:endParaRPr>
          </a:p>
        </p:txBody>
      </p:sp>
      <p:sp>
        <p:nvSpPr>
          <p:cNvPr id="7" name="文本框 6">
            <a:extLst>
              <a:ext uri="{FF2B5EF4-FFF2-40B4-BE49-F238E27FC236}">
                <a16:creationId xmlns:a16="http://schemas.microsoft.com/office/drawing/2014/main" id="{8AE0F473-7AD4-8C4B-8422-BFA9A865F526}"/>
              </a:ext>
            </a:extLst>
          </p:cNvPr>
          <p:cNvSpPr txBox="1"/>
          <p:nvPr/>
        </p:nvSpPr>
        <p:spPr>
          <a:xfrm>
            <a:off x="2741583" y="2872602"/>
            <a:ext cx="2876550" cy="46166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endParaRPr lang="zh-CN" altLang="en-US" sz="2400" b="1" dirty="0">
              <a:solidFill>
                <a:schemeClr val="tx1">
                  <a:lumMod val="75000"/>
                  <a:lumOff val="25000"/>
                </a:schemeClr>
              </a:solidFill>
              <a:latin typeface="MiSans Demibold" pitchFamily="2" charset="-122"/>
              <a:ea typeface="MiSans Demibold" pitchFamily="2" charset="-122"/>
            </a:endParaRPr>
          </a:p>
        </p:txBody>
      </p:sp>
      <p:sp>
        <p:nvSpPr>
          <p:cNvPr id="9" name="矩形 8">
            <a:extLst>
              <a:ext uri="{FF2B5EF4-FFF2-40B4-BE49-F238E27FC236}">
                <a16:creationId xmlns:a16="http://schemas.microsoft.com/office/drawing/2014/main" id="{D1FF1DA2-8DE5-5E45-B499-5D874F677035}"/>
              </a:ext>
            </a:extLst>
          </p:cNvPr>
          <p:cNvSpPr/>
          <p:nvPr/>
        </p:nvSpPr>
        <p:spPr>
          <a:xfrm>
            <a:off x="2741583" y="3226496"/>
            <a:ext cx="184731" cy="348237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pPr>
              <a:lnSpc>
                <a:spcPct val="130000"/>
              </a:lnSpc>
            </a:pPr>
            <a:endParaRPr lang="en-US" altLang="zh-CN" sz="1400" dirty="0">
              <a:solidFill>
                <a:schemeClr val="bg1">
                  <a:lumMod val="50000"/>
                </a:schemeClr>
              </a:solidFill>
              <a:latin typeface="MiSans Normal" pitchFamily="2" charset="-122"/>
              <a:ea typeface="MiSans Normal" pitchFamily="2" charset="-122"/>
            </a:endParaRPr>
          </a:p>
        </p:txBody>
      </p:sp>
      <p:grpSp>
        <p:nvGrpSpPr>
          <p:cNvPr id="6" name="组合 5">
            <a:extLst>
              <a:ext uri="{FF2B5EF4-FFF2-40B4-BE49-F238E27FC236}">
                <a16:creationId xmlns:a16="http://schemas.microsoft.com/office/drawing/2014/main" id="{C8C80633-BF42-FC72-0DFF-6723F8A3407B}"/>
              </a:ext>
            </a:extLst>
          </p:cNvPr>
          <p:cNvGrpSpPr/>
          <p:nvPr/>
        </p:nvGrpSpPr>
        <p:grpSpPr>
          <a:xfrm>
            <a:off x="1709980" y="2797475"/>
            <a:ext cx="952500" cy="794292"/>
            <a:chOff x="1709980" y="2797475"/>
            <a:chExt cx="952500" cy="794292"/>
          </a:xfrm>
        </p:grpSpPr>
        <p:sp>
          <p:nvSpPr>
            <p:cNvPr id="8" name="文本框 7">
              <a:extLst>
                <a:ext uri="{FF2B5EF4-FFF2-40B4-BE49-F238E27FC236}">
                  <a16:creationId xmlns:a16="http://schemas.microsoft.com/office/drawing/2014/main" id="{4673A9BA-218A-B24A-8994-3002E4CC53E4}"/>
                </a:ext>
              </a:extLst>
            </p:cNvPr>
            <p:cNvSpPr txBox="1"/>
            <p:nvPr/>
          </p:nvSpPr>
          <p:spPr>
            <a:xfrm>
              <a:off x="1709980" y="2871454"/>
              <a:ext cx="952500" cy="584775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pPr algn="ctr"/>
              <a:r>
                <a:rPr lang="en-US" altLang="zh-CN" sz="3200">
                  <a:solidFill>
                    <a:srgbClr val="4A4957"/>
                  </a:solidFill>
                  <a:latin typeface="MiSans Normal" pitchFamily="2" charset="-122"/>
                  <a:ea typeface="MiSans Normal" pitchFamily="2" charset="-122"/>
                  <a:cs typeface="Calibri" panose="020F0502020204030204" pitchFamily="34" charset="0"/>
                </a:rPr>
                <a:t>01</a:t>
              </a:r>
              <a:endParaRPr lang="zh-CN" altLang="en-US" sz="3200">
                <a:solidFill>
                  <a:srgbClr val="4A4957"/>
                </a:solidFill>
                <a:latin typeface="MiSans Normal" pitchFamily="2" charset="-122"/>
                <a:ea typeface="MiSans Normal" pitchFamily="2" charset="-122"/>
                <a:cs typeface="Calibri" panose="020F0502020204030204" pitchFamily="34" charset="0"/>
              </a:endParaRPr>
            </a:p>
          </p:txBody>
        </p:sp>
        <p:sp>
          <p:nvSpPr>
            <p:cNvPr id="10" name="椭圆 9">
              <a:extLst>
                <a:ext uri="{FF2B5EF4-FFF2-40B4-BE49-F238E27FC236}">
                  <a16:creationId xmlns:a16="http://schemas.microsoft.com/office/drawing/2014/main" id="{7FC5A057-9B04-9D42-AEB7-DCB5F28BD2BC}"/>
                </a:ext>
              </a:extLst>
            </p:cNvPr>
            <p:cNvSpPr/>
            <p:nvPr/>
          </p:nvSpPr>
          <p:spPr>
            <a:xfrm>
              <a:off x="1789083" y="2797475"/>
              <a:ext cx="794294" cy="794292"/>
            </a:xfrm>
            <a:prstGeom prst="ellipse">
              <a:avLst/>
            </a:prstGeom>
            <a:noFill/>
            <a:ln>
              <a:solidFill>
                <a:schemeClr val="bg1">
                  <a:lumMod val="75000"/>
                </a:schemeClr>
              </a:solidFill>
              <a:prstDash val="dash"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>
                <a:latin typeface="MiSans Normal" pitchFamily="2" charset="-122"/>
                <a:ea typeface="MiSans Normal" pitchFamily="2" charset="-122"/>
              </a:endParaRPr>
            </a:p>
          </p:txBody>
        </p:sp>
      </p:grpSp>
      <p:sp>
        <p:nvSpPr>
          <p:cNvPr id="11" name="文本框 10">
            <a:extLst>
              <a:ext uri="{FF2B5EF4-FFF2-40B4-BE49-F238E27FC236}">
                <a16:creationId xmlns:a16="http://schemas.microsoft.com/office/drawing/2014/main" id="{486BF147-410C-5E49-B6E9-8C3AC57A67AC}"/>
              </a:ext>
            </a:extLst>
          </p:cNvPr>
          <p:cNvSpPr txBox="1"/>
          <p:nvPr/>
        </p:nvSpPr>
        <p:spPr>
          <a:xfrm>
            <a:off x="2741583" y="4285920"/>
            <a:ext cx="2876550" cy="46166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endParaRPr lang="zh-CN" altLang="en-US" sz="2400" b="1" dirty="0">
              <a:solidFill>
                <a:schemeClr val="tx1">
                  <a:lumMod val="75000"/>
                  <a:lumOff val="25000"/>
                </a:schemeClr>
              </a:solidFill>
              <a:latin typeface="MiSans Demibold" pitchFamily="2" charset="-122"/>
              <a:ea typeface="MiSans Demibold" pitchFamily="2" charset="-122"/>
            </a:endParaRPr>
          </a:p>
        </p:txBody>
      </p:sp>
      <p:sp>
        <p:nvSpPr>
          <p:cNvPr id="13" name="矩形 12">
            <a:extLst>
              <a:ext uri="{FF2B5EF4-FFF2-40B4-BE49-F238E27FC236}">
                <a16:creationId xmlns:a16="http://schemas.microsoft.com/office/drawing/2014/main" id="{AA1080CB-1074-4C49-A4DF-306A5C029FE7}"/>
              </a:ext>
            </a:extLst>
          </p:cNvPr>
          <p:cNvSpPr/>
          <p:nvPr/>
        </p:nvSpPr>
        <p:spPr>
          <a:xfrm>
            <a:off x="2741583" y="4639814"/>
            <a:ext cx="184731" cy="348237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pPr>
              <a:lnSpc>
                <a:spcPct val="130000"/>
              </a:lnSpc>
            </a:pPr>
            <a:endParaRPr lang="en-US" altLang="zh-CN" sz="1400" dirty="0">
              <a:solidFill>
                <a:schemeClr val="bg1">
                  <a:lumMod val="50000"/>
                </a:schemeClr>
              </a:solidFill>
              <a:latin typeface="MiSans Normal" pitchFamily="2" charset="-122"/>
              <a:ea typeface="MiSans Normal" pitchFamily="2" charset="-122"/>
            </a:endParaRPr>
          </a:p>
        </p:txBody>
      </p:sp>
      <p:grpSp>
        <p:nvGrpSpPr>
          <p:cNvPr id="24" name="组合 23">
            <a:extLst>
              <a:ext uri="{FF2B5EF4-FFF2-40B4-BE49-F238E27FC236}">
                <a16:creationId xmlns:a16="http://schemas.microsoft.com/office/drawing/2014/main" id="{09ED1CF9-C59B-1843-15C2-E29F9206033F}"/>
              </a:ext>
            </a:extLst>
          </p:cNvPr>
          <p:cNvGrpSpPr/>
          <p:nvPr/>
        </p:nvGrpSpPr>
        <p:grpSpPr>
          <a:xfrm>
            <a:off x="1709980" y="4210793"/>
            <a:ext cx="952500" cy="794292"/>
            <a:chOff x="1709980" y="4210793"/>
            <a:chExt cx="952500" cy="794292"/>
          </a:xfrm>
        </p:grpSpPr>
        <p:sp>
          <p:nvSpPr>
            <p:cNvPr id="12" name="文本框 11">
              <a:extLst>
                <a:ext uri="{FF2B5EF4-FFF2-40B4-BE49-F238E27FC236}">
                  <a16:creationId xmlns:a16="http://schemas.microsoft.com/office/drawing/2014/main" id="{E8890FBB-3616-1942-BB50-8ABB72147ADE}"/>
                </a:ext>
              </a:extLst>
            </p:cNvPr>
            <p:cNvSpPr txBox="1"/>
            <p:nvPr/>
          </p:nvSpPr>
          <p:spPr>
            <a:xfrm>
              <a:off x="1709980" y="4284772"/>
              <a:ext cx="952500" cy="584775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pPr algn="ctr"/>
              <a:r>
                <a:rPr lang="en-US" altLang="zh-CN" sz="3200">
                  <a:solidFill>
                    <a:srgbClr val="4A4957"/>
                  </a:solidFill>
                  <a:latin typeface="MiSans Normal" pitchFamily="2" charset="-122"/>
                  <a:ea typeface="MiSans Normal" pitchFamily="2" charset="-122"/>
                  <a:cs typeface="Calibri" panose="020F0502020204030204" pitchFamily="34" charset="0"/>
                </a:rPr>
                <a:t>03</a:t>
              </a:r>
              <a:endParaRPr lang="zh-CN" altLang="en-US" sz="3200">
                <a:solidFill>
                  <a:srgbClr val="4A4957"/>
                </a:solidFill>
                <a:latin typeface="MiSans Normal" pitchFamily="2" charset="-122"/>
                <a:ea typeface="MiSans Normal" pitchFamily="2" charset="-122"/>
                <a:cs typeface="Calibri" panose="020F0502020204030204" pitchFamily="34" charset="0"/>
              </a:endParaRPr>
            </a:p>
          </p:txBody>
        </p:sp>
        <p:sp>
          <p:nvSpPr>
            <p:cNvPr id="14" name="椭圆 13">
              <a:extLst>
                <a:ext uri="{FF2B5EF4-FFF2-40B4-BE49-F238E27FC236}">
                  <a16:creationId xmlns:a16="http://schemas.microsoft.com/office/drawing/2014/main" id="{D96D374D-B5DF-B149-AEB7-648AAD3D53BE}"/>
                </a:ext>
              </a:extLst>
            </p:cNvPr>
            <p:cNvSpPr/>
            <p:nvPr/>
          </p:nvSpPr>
          <p:spPr>
            <a:xfrm>
              <a:off x="1789083" y="4210793"/>
              <a:ext cx="794294" cy="794292"/>
            </a:xfrm>
            <a:prstGeom prst="ellipse">
              <a:avLst/>
            </a:prstGeom>
            <a:noFill/>
            <a:ln>
              <a:solidFill>
                <a:schemeClr val="bg1">
                  <a:lumMod val="75000"/>
                </a:schemeClr>
              </a:solidFill>
              <a:prstDash val="dash"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>
                <a:latin typeface="MiSans Normal" pitchFamily="2" charset="-122"/>
                <a:ea typeface="MiSans Normal" pitchFamily="2" charset="-122"/>
              </a:endParaRPr>
            </a:p>
          </p:txBody>
        </p:sp>
      </p:grpSp>
      <p:sp>
        <p:nvSpPr>
          <p:cNvPr id="15" name="文本框 14">
            <a:extLst>
              <a:ext uri="{FF2B5EF4-FFF2-40B4-BE49-F238E27FC236}">
                <a16:creationId xmlns:a16="http://schemas.microsoft.com/office/drawing/2014/main" id="{47FC36D5-8B52-0343-B7B8-FDF8D8D19491}"/>
              </a:ext>
            </a:extLst>
          </p:cNvPr>
          <p:cNvSpPr txBox="1"/>
          <p:nvPr/>
        </p:nvSpPr>
        <p:spPr>
          <a:xfrm>
            <a:off x="7910483" y="2872602"/>
            <a:ext cx="2876550" cy="46166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endParaRPr lang="zh-CN" altLang="en-US" sz="2400" b="1" dirty="0">
              <a:solidFill>
                <a:schemeClr val="tx1">
                  <a:lumMod val="75000"/>
                  <a:lumOff val="25000"/>
                </a:schemeClr>
              </a:solidFill>
              <a:latin typeface="MiSans Demibold" pitchFamily="2" charset="-122"/>
              <a:ea typeface="MiSans Demibold" pitchFamily="2" charset="-122"/>
            </a:endParaRPr>
          </a:p>
        </p:txBody>
      </p:sp>
      <p:sp>
        <p:nvSpPr>
          <p:cNvPr id="17" name="矩形 16">
            <a:extLst>
              <a:ext uri="{FF2B5EF4-FFF2-40B4-BE49-F238E27FC236}">
                <a16:creationId xmlns:a16="http://schemas.microsoft.com/office/drawing/2014/main" id="{7C68F3CF-DEBB-AD49-9423-94692C2D2AC6}"/>
              </a:ext>
            </a:extLst>
          </p:cNvPr>
          <p:cNvSpPr/>
          <p:nvPr/>
        </p:nvSpPr>
        <p:spPr>
          <a:xfrm>
            <a:off x="7910483" y="3226496"/>
            <a:ext cx="2159566" cy="348942"/>
          </a:xfrm>
          <a:prstGeom prst="rect">
            <a:avLst/>
          </a:prstGeom>
        </p:spPr>
        <p:txBody>
          <a:bodyPr wrap="square">
            <a:normAutofit/>
          </a:bodyPr>
          <a:lstStyle/>
          <a:p>
            <a:pPr>
              <a:lnSpc>
                <a:spcPct val="130000"/>
              </a:lnSpc>
            </a:pPr>
            <a:r>
              <a:rPr lang="zh-CN" altLang="en-US" sz="1400">
                <a:solidFill>
                  <a:schemeClr val="bg1">
                    <a:lumMod val="50000"/>
                  </a:schemeClr>
                </a:solidFill>
                <a:latin typeface="MiSans Normal" pitchFamily="2" charset="-122"/>
                <a:ea typeface="MiSans Normal" pitchFamily="2" charset="-122"/>
              </a:rPr>
              <a:t>内容由</a:t>
            </a:r>
            <a:r>
              <a:rPr lang="en-US" altLang="zh-CN" sz="1400">
                <a:solidFill>
                  <a:schemeClr val="bg1">
                    <a:lumMod val="50000"/>
                  </a:schemeClr>
                </a:solidFill>
                <a:latin typeface="MiSans Normal" pitchFamily="2" charset="-122"/>
                <a:ea typeface="MiSans Normal" pitchFamily="2" charset="-122"/>
              </a:rPr>
              <a:t>AI</a:t>
            </a:r>
            <a:r>
              <a:rPr lang="zh-CN" altLang="en-US" sz="1400">
                <a:solidFill>
                  <a:schemeClr val="bg1">
                    <a:lumMod val="50000"/>
                  </a:schemeClr>
                </a:solidFill>
                <a:latin typeface="MiSans Normal" pitchFamily="2" charset="-122"/>
                <a:ea typeface="MiSans Normal" pitchFamily="2" charset="-122"/>
              </a:rPr>
              <a:t>生成</a:t>
            </a:r>
            <a:endParaRPr lang="en-US" altLang="zh-CN" sz="1400" dirty="0">
              <a:solidFill>
                <a:schemeClr val="bg1">
                  <a:lumMod val="50000"/>
                </a:schemeClr>
              </a:solidFill>
              <a:latin typeface="MiSans Normal" pitchFamily="2" charset="-122"/>
              <a:ea typeface="MiSans Normal" pitchFamily="2" charset="-122"/>
            </a:endParaRPr>
          </a:p>
        </p:txBody>
      </p:sp>
      <p:grpSp>
        <p:nvGrpSpPr>
          <p:cNvPr id="23" name="组合 22">
            <a:extLst>
              <a:ext uri="{FF2B5EF4-FFF2-40B4-BE49-F238E27FC236}">
                <a16:creationId xmlns:a16="http://schemas.microsoft.com/office/drawing/2014/main" id="{C44DB342-5E5C-8C53-1342-86419AC4E6D2}"/>
              </a:ext>
            </a:extLst>
          </p:cNvPr>
          <p:cNvGrpSpPr/>
          <p:nvPr/>
        </p:nvGrpSpPr>
        <p:grpSpPr>
          <a:xfrm>
            <a:off x="6878880" y="2797475"/>
            <a:ext cx="952500" cy="794292"/>
            <a:chOff x="6878880" y="2797475"/>
            <a:chExt cx="952500" cy="794292"/>
          </a:xfrm>
        </p:grpSpPr>
        <p:sp>
          <p:nvSpPr>
            <p:cNvPr id="16" name="文本框 15">
              <a:extLst>
                <a:ext uri="{FF2B5EF4-FFF2-40B4-BE49-F238E27FC236}">
                  <a16:creationId xmlns:a16="http://schemas.microsoft.com/office/drawing/2014/main" id="{C1F0C88D-C8D9-1E46-AA39-C0069CF7FA3B}"/>
                </a:ext>
              </a:extLst>
            </p:cNvPr>
            <p:cNvSpPr txBox="1"/>
            <p:nvPr/>
          </p:nvSpPr>
          <p:spPr>
            <a:xfrm>
              <a:off x="6878880" y="2871454"/>
              <a:ext cx="952500" cy="584775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pPr algn="ctr"/>
              <a:r>
                <a:rPr lang="en-US" altLang="zh-CN" sz="3200">
                  <a:solidFill>
                    <a:srgbClr val="4A4957"/>
                  </a:solidFill>
                  <a:latin typeface="MiSans Normal" pitchFamily="2" charset="-122"/>
                  <a:ea typeface="MiSans Normal" pitchFamily="2" charset="-122"/>
                  <a:cs typeface="Calibri" panose="020F0502020204030204" pitchFamily="34" charset="0"/>
                </a:rPr>
                <a:t>02</a:t>
              </a:r>
              <a:endParaRPr lang="zh-CN" altLang="en-US" sz="3200">
                <a:solidFill>
                  <a:srgbClr val="4A4957"/>
                </a:solidFill>
                <a:latin typeface="MiSans Normal" pitchFamily="2" charset="-122"/>
                <a:ea typeface="MiSans Normal" pitchFamily="2" charset="-122"/>
                <a:cs typeface="Calibri" panose="020F0502020204030204" pitchFamily="34" charset="0"/>
              </a:endParaRPr>
            </a:p>
          </p:txBody>
        </p:sp>
        <p:sp>
          <p:nvSpPr>
            <p:cNvPr id="18" name="椭圆 17">
              <a:extLst>
                <a:ext uri="{FF2B5EF4-FFF2-40B4-BE49-F238E27FC236}">
                  <a16:creationId xmlns:a16="http://schemas.microsoft.com/office/drawing/2014/main" id="{9F7FBD9C-21FD-D445-86D8-D21D3F3C7DE4}"/>
                </a:ext>
              </a:extLst>
            </p:cNvPr>
            <p:cNvSpPr/>
            <p:nvPr/>
          </p:nvSpPr>
          <p:spPr>
            <a:xfrm>
              <a:off x="6957983" y="2797475"/>
              <a:ext cx="794294" cy="794292"/>
            </a:xfrm>
            <a:prstGeom prst="ellipse">
              <a:avLst/>
            </a:prstGeom>
            <a:noFill/>
            <a:ln>
              <a:solidFill>
                <a:schemeClr val="bg1">
                  <a:lumMod val="75000"/>
                </a:schemeClr>
              </a:solidFill>
              <a:prstDash val="dash"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>
                <a:latin typeface="MiSans Normal" pitchFamily="2" charset="-122"/>
                <a:ea typeface="MiSans Normal" pitchFamily="2" charset="-122"/>
              </a:endParaRPr>
            </a:p>
          </p:txBody>
        </p:sp>
      </p:grpSp>
      <p:sp>
        <p:nvSpPr>
          <p:cNvPr id="19" name="文本框 18">
            <a:extLst>
              <a:ext uri="{FF2B5EF4-FFF2-40B4-BE49-F238E27FC236}">
                <a16:creationId xmlns:a16="http://schemas.microsoft.com/office/drawing/2014/main" id="{3DBE14C0-3ED6-6A40-9AD4-B058D85B3B20}"/>
              </a:ext>
            </a:extLst>
          </p:cNvPr>
          <p:cNvSpPr txBox="1"/>
          <p:nvPr/>
        </p:nvSpPr>
        <p:spPr>
          <a:xfrm>
            <a:off x="7910483" y="4285920"/>
            <a:ext cx="2876550" cy="46166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endParaRPr lang="zh-CN" altLang="en-US" sz="2400" b="1" dirty="0">
              <a:solidFill>
                <a:schemeClr val="tx1">
                  <a:lumMod val="75000"/>
                  <a:lumOff val="25000"/>
                </a:schemeClr>
              </a:solidFill>
              <a:latin typeface="MiSans Demibold" pitchFamily="2" charset="-122"/>
              <a:ea typeface="MiSans Demibold" pitchFamily="2" charset="-122"/>
            </a:endParaRPr>
          </a:p>
        </p:txBody>
      </p:sp>
      <p:sp>
        <p:nvSpPr>
          <p:cNvPr id="21" name="矩形 20">
            <a:extLst>
              <a:ext uri="{FF2B5EF4-FFF2-40B4-BE49-F238E27FC236}">
                <a16:creationId xmlns:a16="http://schemas.microsoft.com/office/drawing/2014/main" id="{F0BAAF3C-F406-654B-90DA-A6F0CF0DA6EF}"/>
              </a:ext>
            </a:extLst>
          </p:cNvPr>
          <p:cNvSpPr/>
          <p:nvPr/>
        </p:nvSpPr>
        <p:spPr>
          <a:xfrm>
            <a:off x="7910483" y="4639814"/>
            <a:ext cx="2159566" cy="348942"/>
          </a:xfrm>
          <a:prstGeom prst="rect">
            <a:avLst/>
          </a:prstGeom>
        </p:spPr>
        <p:txBody>
          <a:bodyPr wrap="square">
            <a:noAutofit/>
          </a:bodyPr>
          <a:lstStyle/>
          <a:p>
            <a:pPr>
              <a:lnSpc>
                <a:spcPct val="130000"/>
              </a:lnSpc>
            </a:pPr>
            <a:r>
              <a:rPr lang="en-US" altLang="zh-CN" sz="1000">
                <a:solidFill>
                  <a:schemeClr val="bg1">
                    <a:lumMod val="50000"/>
                  </a:schemeClr>
                </a:solidFill>
                <a:latin typeface="MiSans Normal" pitchFamily="2" charset="-122"/>
                <a:ea typeface="MiSans Normal" pitchFamily="2" charset="-122"/>
              </a:rPr>
              <a:t>AI</a:t>
            </a:r>
            <a:r>
              <a:rPr lang="zh-CN" altLang="en-US" sz="1000">
                <a:solidFill>
                  <a:schemeClr val="bg1">
                    <a:lumMod val="50000"/>
                  </a:schemeClr>
                </a:solidFill>
                <a:latin typeface="MiSans Normal" pitchFamily="2" charset="-122"/>
                <a:ea typeface="MiSans Normal" pitchFamily="2" charset="-122"/>
              </a:rPr>
              <a:t>客服降本增效方案的</a:t>
            </a:r>
          </a:p>
          <a:p>
            <a:pPr>
              <a:lnSpc>
                <a:spcPct val="130000"/>
              </a:lnSpc>
            </a:pPr>
            <a:r>
              <a:rPr lang="zh-CN" altLang="en-US" sz="1000">
                <a:solidFill>
                  <a:schemeClr val="bg1">
                    <a:lumMod val="50000"/>
                  </a:schemeClr>
                </a:solidFill>
                <a:latin typeface="MiSans Normal" pitchFamily="2" charset="-122"/>
                <a:ea typeface="MiSans Normal" pitchFamily="2" charset="-122"/>
              </a:rPr>
              <a:t>核心约束与机会</a:t>
            </a:r>
            <a:endParaRPr lang="en-US" altLang="zh-CN" sz="1000" dirty="0">
              <a:solidFill>
                <a:schemeClr val="bg1">
                  <a:lumMod val="50000"/>
                </a:schemeClr>
              </a:solidFill>
              <a:latin typeface="MiSans Normal" pitchFamily="2" charset="-122"/>
              <a:ea typeface="MiSans Normal" pitchFamily="2" charset="-122"/>
            </a:endParaRPr>
          </a:p>
        </p:txBody>
      </p:sp>
      <p:grpSp>
        <p:nvGrpSpPr>
          <p:cNvPr id="25" name="组合 24">
            <a:extLst>
              <a:ext uri="{FF2B5EF4-FFF2-40B4-BE49-F238E27FC236}">
                <a16:creationId xmlns:a16="http://schemas.microsoft.com/office/drawing/2014/main" id="{AC0E0E1C-AA5D-A2DE-2C46-CBCC328A54DA}"/>
              </a:ext>
            </a:extLst>
          </p:cNvPr>
          <p:cNvGrpSpPr/>
          <p:nvPr/>
        </p:nvGrpSpPr>
        <p:grpSpPr>
          <a:xfrm>
            <a:off x="6878880" y="4210793"/>
            <a:ext cx="952500" cy="794292"/>
            <a:chOff x="6878880" y="4210793"/>
            <a:chExt cx="952500" cy="794292"/>
          </a:xfrm>
        </p:grpSpPr>
        <p:sp>
          <p:nvSpPr>
            <p:cNvPr id="20" name="文本框 19">
              <a:extLst>
                <a:ext uri="{FF2B5EF4-FFF2-40B4-BE49-F238E27FC236}">
                  <a16:creationId xmlns:a16="http://schemas.microsoft.com/office/drawing/2014/main" id="{5A826746-7870-B844-A7EB-E7B7E9214F13}"/>
                </a:ext>
              </a:extLst>
            </p:cNvPr>
            <p:cNvSpPr txBox="1"/>
            <p:nvPr/>
          </p:nvSpPr>
          <p:spPr>
            <a:xfrm>
              <a:off x="6878880" y="4284772"/>
              <a:ext cx="952500" cy="584775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pPr algn="ctr"/>
              <a:r>
                <a:rPr lang="en-US" altLang="zh-CN" sz="3200">
                  <a:solidFill>
                    <a:srgbClr val="4A4957"/>
                  </a:solidFill>
                  <a:latin typeface="MiSans Normal" pitchFamily="2" charset="-122"/>
                  <a:ea typeface="MiSans Normal" pitchFamily="2" charset="-122"/>
                  <a:cs typeface="Calibri" panose="020F0502020204030204" pitchFamily="34" charset="0"/>
                </a:rPr>
                <a:t>04</a:t>
              </a:r>
              <a:endParaRPr lang="zh-CN" altLang="en-US" sz="3200">
                <a:solidFill>
                  <a:srgbClr val="4A4957"/>
                </a:solidFill>
                <a:latin typeface="MiSans Normal" pitchFamily="2" charset="-122"/>
                <a:ea typeface="MiSans Normal" pitchFamily="2" charset="-122"/>
                <a:cs typeface="Calibri" panose="020F0502020204030204" pitchFamily="34" charset="0"/>
              </a:endParaRPr>
            </a:p>
          </p:txBody>
        </p:sp>
        <p:sp>
          <p:nvSpPr>
            <p:cNvPr id="22" name="椭圆 21">
              <a:extLst>
                <a:ext uri="{FF2B5EF4-FFF2-40B4-BE49-F238E27FC236}">
                  <a16:creationId xmlns:a16="http://schemas.microsoft.com/office/drawing/2014/main" id="{301336F9-ABB2-5A4C-A0B2-BC29AFEDDBCC}"/>
                </a:ext>
              </a:extLst>
            </p:cNvPr>
            <p:cNvSpPr/>
            <p:nvPr/>
          </p:nvSpPr>
          <p:spPr>
            <a:xfrm>
              <a:off x="6957983" y="4210793"/>
              <a:ext cx="794294" cy="794292"/>
            </a:xfrm>
            <a:prstGeom prst="ellipse">
              <a:avLst/>
            </a:prstGeom>
            <a:noFill/>
            <a:ln>
              <a:solidFill>
                <a:schemeClr val="bg1">
                  <a:lumMod val="75000"/>
                </a:schemeClr>
              </a:solidFill>
              <a:prstDash val="dash"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>
                <a:latin typeface="MiSans Normal" pitchFamily="2" charset="-122"/>
                <a:ea typeface="MiSans Normal" pitchFamily="2" charset="-122"/>
              </a:endParaRPr>
            </a:p>
          </p:txBody>
        </p:sp>
      </p:grpSp>
      <p:sp>
        <p:nvSpPr>
          <p:cNvPr id="26" name="文本框 25">
            <a:extLst>
              <a:ext uri="{FF2B5EF4-FFF2-40B4-BE49-F238E27FC236}">
                <a16:creationId xmlns:a16="http://schemas.microsoft.com/office/drawing/2014/main" id="{1F85BB34-3F06-B4CF-74D6-23788D9037A2}"/>
              </a:ext>
            </a:extLst>
          </p:cNvPr>
          <p:cNvSpPr txBox="1"/>
          <p:nvPr/>
        </p:nvSpPr>
        <p:spPr>
          <a:xfrm>
            <a:off x="1219200" y="548640"/>
            <a:ext cx="9753600" cy="369332"/>
          </a:xfrm>
          <a:prstGeom prst="rect">
            <a:avLst/>
          </a:prstGeom>
          <a:noFill/>
        </p:spPr>
        <p:txBody>
          <a:bodyPr vert="horz" wrap="square" rtlCol="0">
            <a:normAutofit/>
          </a:bodyPr>
          <a:lstStyle/>
          <a:p>
            <a:r>
              <a:rPr lang="zh-CN" altLang="en-US"/>
              <a:t>现状与问题</a:t>
            </a:r>
          </a:p>
        </p:txBody>
      </p:sp>
      <p:sp>
        <p:nvSpPr>
          <p:cNvPr id="27" name="文本框 26">
            <a:extLst>
              <a:ext uri="{FF2B5EF4-FFF2-40B4-BE49-F238E27FC236}">
                <a16:creationId xmlns:a16="http://schemas.microsoft.com/office/drawing/2014/main" id="{13E4DEF0-5498-1ACF-DEFA-DF378C912EE7}"/>
              </a:ext>
            </a:extLst>
          </p:cNvPr>
          <p:cNvSpPr txBox="1"/>
          <p:nvPr/>
        </p:nvSpPr>
        <p:spPr>
          <a:xfrm>
            <a:off x="1219200" y="3020949"/>
            <a:ext cx="9753600" cy="369332"/>
          </a:xfrm>
          <a:prstGeom prst="rect">
            <a:avLst/>
          </a:prstGeom>
          <a:noFill/>
        </p:spPr>
        <p:txBody>
          <a:bodyPr vert="horz" wrap="square" rtlCol="0">
            <a:normAutofit/>
          </a:bodyPr>
          <a:lstStyle/>
          <a:p>
            <a:r>
              <a:rPr lang="en-US" altLang="zh-CN" sz="1400"/>
              <a:t>AI</a:t>
            </a:r>
            <a:r>
              <a:rPr lang="zh-CN" altLang="en-US" sz="1400"/>
              <a:t>客服降本增效方案的核心约束与机会 内容由</a:t>
            </a:r>
            <a:r>
              <a:rPr lang="en-US" altLang="zh-CN" sz="1400"/>
              <a:t>AI</a:t>
            </a:r>
            <a:r>
              <a:rPr lang="zh-CN" altLang="en-US" sz="1400"/>
              <a:t>生成</a:t>
            </a:r>
          </a:p>
        </p:txBody>
      </p:sp>
    </p:spTree>
    <p:extLst>
      <p:ext uri="{BB962C8B-B14F-4D97-AF65-F5344CB8AC3E}">
        <p14:creationId xmlns:p14="http://schemas.microsoft.com/office/powerpoint/2010/main" val="1612039584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2" presetClass="entr" presetSubtype="1" accel="19000" decel="8100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7" dur="1000" fill="hold"/>
                                        <p:tgtEl>
                                          <p:spTgt spid="5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8" dur="1000" fill="hold"/>
                                        <p:tgtEl>
                                          <p:spTgt spid="5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0-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9" presetID="2" presetClass="entr" presetSubtype="1" accel="19000" decel="81000" fill="hold" grpId="0" nodeType="withEffect" nodePh="1">
                                  <p:stCondLst>
                                    <p:cond delay="200"/>
                                  </p:stCondLst>
                                  <p:endCondLst>
                                    <p:cond evt="begin" delay="0">
                                      <p:tn val="9"/>
                                    </p:cond>
                                  </p:end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1" dur="1000" fill="hold"/>
                                        <p:tgtEl>
                                          <p:spTgt spid="4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12" dur="1000" fill="hold"/>
                                        <p:tgtEl>
                                          <p:spTgt spid="4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0-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13" presetID="2" presetClass="entr" presetSubtype="4" accel="19000" decel="81000" fill="hold" nodeType="withEffect">
                                  <p:stCondLst>
                                    <p:cond delay="40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5" dur="1000" fill="hold"/>
                                        <p:tgtEl>
                                          <p:spTgt spid="6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16" dur="1000" fill="hold"/>
                                        <p:tgtEl>
                                          <p:spTgt spid="6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17" presetID="2" presetClass="entr" presetSubtype="4" accel="19000" decel="81000" fill="hold" grpId="0" nodeType="withEffect" nodePh="1">
                                  <p:stCondLst>
                                    <p:cond delay="600"/>
                                  </p:stCondLst>
                                  <p:endCondLst>
                                    <p:cond evt="begin" delay="0">
                                      <p:tn val="17"/>
                                    </p:cond>
                                  </p:end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9" dur="1000" fill="hold"/>
                                        <p:tgtEl>
                                          <p:spTgt spid="7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20" dur="1000" fill="hold"/>
                                        <p:tgtEl>
                                          <p:spTgt spid="7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21" presetID="2" presetClass="entr" presetSubtype="4" accel="19000" decel="81000" fill="hold" grpId="0" nodeType="withEffect" nodePh="1">
                                  <p:stCondLst>
                                    <p:cond delay="800"/>
                                  </p:stCondLst>
                                  <p:endCondLst>
                                    <p:cond evt="begin" delay="0">
                                      <p:tn val="21"/>
                                    </p:cond>
                                  </p:endCondLst>
                                  <p:childTnLst>
                                    <p:set>
                                      <p:cBhvr>
                                        <p:cTn id="2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23" dur="1000" fill="hold"/>
                                        <p:tgtEl>
                                          <p:spTgt spid="9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24" dur="1000" fill="hold"/>
                                        <p:tgtEl>
                                          <p:spTgt spid="9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25" presetID="2" presetClass="entr" presetSubtype="4" accel="19000" decel="81000" fill="hold" nodeType="withEffect">
                                  <p:stCondLst>
                                    <p:cond delay="100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27" dur="1000" fill="hold"/>
                                        <p:tgtEl>
                                          <p:spTgt spid="23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28" dur="1000" fill="hold"/>
                                        <p:tgtEl>
                                          <p:spTgt spid="23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29" presetID="2" presetClass="entr" presetSubtype="4" accel="19000" decel="81000" fill="hold" grpId="0" nodeType="withEffect" nodePh="1">
                                  <p:stCondLst>
                                    <p:cond delay="1200"/>
                                  </p:stCondLst>
                                  <p:endCondLst>
                                    <p:cond evt="begin" delay="0">
                                      <p:tn val="29"/>
                                    </p:cond>
                                  </p:endCondLst>
                                  <p:childTnLst>
                                    <p:set>
                                      <p:cBhvr>
                                        <p:cTn id="3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31" dur="1000" fill="hold"/>
                                        <p:tgtEl>
                                          <p:spTgt spid="15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32" dur="1000" fill="hold"/>
                                        <p:tgtEl>
                                          <p:spTgt spid="15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33" presetID="2" presetClass="entr" presetSubtype="4" accel="19000" decel="81000" fill="hold" grpId="0" nodeType="withEffect">
                                  <p:stCondLst>
                                    <p:cond delay="1400"/>
                                  </p:stCondLst>
                                  <p:childTnLst>
                                    <p:set>
                                      <p:cBhvr>
                                        <p:cTn id="3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35" dur="1000" fill="hold"/>
                                        <p:tgtEl>
                                          <p:spTgt spid="17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36" dur="1000" fill="hold"/>
                                        <p:tgtEl>
                                          <p:spTgt spid="17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37" presetID="2" presetClass="entr" presetSubtype="4" accel="19000" decel="81000" fill="hold" nodeType="withEffect">
                                  <p:stCondLst>
                                    <p:cond delay="1600"/>
                                  </p:stCondLst>
                                  <p:childTnLst>
                                    <p:set>
                                      <p:cBhvr>
                                        <p:cTn id="3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39" dur="1000" fill="hold"/>
                                        <p:tgtEl>
                                          <p:spTgt spid="24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40" dur="1000" fill="hold"/>
                                        <p:tgtEl>
                                          <p:spTgt spid="24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41" presetID="2" presetClass="entr" presetSubtype="4" accel="19000" decel="81000" fill="hold" grpId="0" nodeType="withEffect" nodePh="1">
                                  <p:stCondLst>
                                    <p:cond delay="1800"/>
                                  </p:stCondLst>
                                  <p:endCondLst>
                                    <p:cond evt="begin" delay="0">
                                      <p:tn val="41"/>
                                    </p:cond>
                                  </p:endCondLst>
                                  <p:childTnLst>
                                    <p:set>
                                      <p:cBhvr>
                                        <p:cTn id="4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43" dur="1000" fill="hold"/>
                                        <p:tgtEl>
                                          <p:spTgt spid="11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44" dur="1000" fill="hold"/>
                                        <p:tgtEl>
                                          <p:spTgt spid="11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45" presetID="2" presetClass="entr" presetSubtype="4" accel="19000" decel="81000" fill="hold" grpId="0" nodeType="withEffect" nodePh="1">
                                  <p:stCondLst>
                                    <p:cond delay="2000"/>
                                  </p:stCondLst>
                                  <p:endCondLst>
                                    <p:cond evt="begin" delay="0">
                                      <p:tn val="45"/>
                                    </p:cond>
                                  </p:endCondLst>
                                  <p:childTnLst>
                                    <p:set>
                                      <p:cBhvr>
                                        <p:cTn id="4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47" dur="1000" fill="hold"/>
                                        <p:tgtEl>
                                          <p:spTgt spid="13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48" dur="1000" fill="hold"/>
                                        <p:tgtEl>
                                          <p:spTgt spid="13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49" presetID="2" presetClass="entr" presetSubtype="4" accel="19000" decel="81000" fill="hold" nodeType="withEffect">
                                  <p:stCondLst>
                                    <p:cond delay="2200"/>
                                  </p:stCondLst>
                                  <p:childTnLst>
                                    <p:set>
                                      <p:cBhvr>
                                        <p:cTn id="5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51" dur="1000" fill="hold"/>
                                        <p:tgtEl>
                                          <p:spTgt spid="25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52" dur="1000" fill="hold"/>
                                        <p:tgtEl>
                                          <p:spTgt spid="25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53" presetID="2" presetClass="entr" presetSubtype="4" accel="19000" decel="81000" fill="hold" grpId="0" nodeType="withEffect" nodePh="1">
                                  <p:stCondLst>
                                    <p:cond delay="2400"/>
                                  </p:stCondLst>
                                  <p:endCondLst>
                                    <p:cond evt="begin" delay="0">
                                      <p:tn val="53"/>
                                    </p:cond>
                                  </p:endCondLst>
                                  <p:childTnLst>
                                    <p:set>
                                      <p:cBhvr>
                                        <p:cTn id="5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55" dur="1000" fill="hold"/>
                                        <p:tgtEl>
                                          <p:spTgt spid="19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56" dur="1000" fill="hold"/>
                                        <p:tgtEl>
                                          <p:spTgt spid="19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57" presetID="2" presetClass="entr" presetSubtype="4" accel="19000" decel="81000" fill="hold" grpId="0" nodeType="withEffect">
                                  <p:stCondLst>
                                    <p:cond delay="2600"/>
                                  </p:stCondLst>
                                  <p:childTnLst>
                                    <p:set>
                                      <p:cBhvr>
                                        <p:cTn id="5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59" dur="1000" fill="hold"/>
                                        <p:tgtEl>
                                          <p:spTgt spid="21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60" dur="1000" fill="hold"/>
                                        <p:tgtEl>
                                          <p:spTgt spid="21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61" presetID="2" presetClass="entr" presetSubtype="4" accel="19000" decel="81000" fill="hold" grpId="0" nodeType="withEffect">
                                  <p:stCondLst>
                                    <p:cond delay="2800"/>
                                  </p:stCondLst>
                                  <p:childTnLst>
                                    <p:set>
                                      <p:cBhvr>
                                        <p:cTn id="6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63" dur="1000" fill="hold"/>
                                        <p:tgtEl>
                                          <p:spTgt spid="3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64" dur="1000" fill="hold"/>
                                        <p:tgtEl>
                                          <p:spTgt spid="3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65" presetID="2" presetClass="entr" presetSubtype="4" accel="19000" decel="81000" fill="hold" grpId="0" nodeType="withEffect">
                                  <p:stCondLst>
                                    <p:cond delay="3000"/>
                                  </p:stCondLst>
                                  <p:childTnLst>
                                    <p:set>
                                      <p:cBhvr>
                                        <p:cTn id="6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67" dur="1000" fill="hold"/>
                                        <p:tgtEl>
                                          <p:spTgt spid="2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68" dur="1000" fill="hold"/>
                                        <p:tgtEl>
                                          <p:spTgt spid="2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2" grpId="0" animBg="1"/>
      <p:bldP spid="3" grpId="0" animBg="1"/>
      <p:bldP spid="4" grpId="0"/>
      <p:bldP spid="5" grpId="0"/>
      <p:bldP spid="7" grpId="0"/>
      <p:bldP spid="9" grpId="0"/>
      <p:bldP spid="11" grpId="0"/>
      <p:bldP spid="13" grpId="0"/>
      <p:bldP spid="15" grpId="0"/>
      <p:bldP spid="17" grpId="0"/>
      <p:bldP spid="19" grpId="0"/>
      <p:bldP spid="21" grpId="0"/>
    </p:bldLst>
  </p:timing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矩形 1">
            <a:extLst>
              <a:ext uri="{FF2B5EF4-FFF2-40B4-BE49-F238E27FC236}">
                <a16:creationId xmlns:a16="http://schemas.microsoft.com/office/drawing/2014/main" id="{8568C516-CF69-B740-93FF-454F972ADCDD}"/>
              </a:ext>
            </a:extLst>
          </p:cNvPr>
          <p:cNvSpPr/>
          <p:nvPr/>
        </p:nvSpPr>
        <p:spPr>
          <a:xfrm rot="10800000">
            <a:off x="0" y="0"/>
            <a:ext cx="12192000" cy="333829"/>
          </a:xfrm>
          <a:prstGeom prst="rect">
            <a:avLst/>
          </a:prstGeom>
          <a:solidFill>
            <a:schemeClr val="accent2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>
              <a:cs typeface="思源黑体 CN Normal" panose="020B0400000000000000" charset="-122"/>
            </a:endParaRPr>
          </a:p>
        </p:txBody>
      </p:sp>
      <p:sp>
        <p:nvSpPr>
          <p:cNvPr id="3" name="矩形 2">
            <a:extLst>
              <a:ext uri="{FF2B5EF4-FFF2-40B4-BE49-F238E27FC236}">
                <a16:creationId xmlns:a16="http://schemas.microsoft.com/office/drawing/2014/main" id="{B4466E5C-E7DD-8D49-96B6-76AC74530044}"/>
              </a:ext>
            </a:extLst>
          </p:cNvPr>
          <p:cNvSpPr/>
          <p:nvPr/>
        </p:nvSpPr>
        <p:spPr>
          <a:xfrm rot="10800000">
            <a:off x="0" y="6524171"/>
            <a:ext cx="12192000" cy="333829"/>
          </a:xfrm>
          <a:prstGeom prst="rect">
            <a:avLst/>
          </a:prstGeom>
          <a:solidFill>
            <a:schemeClr val="accent2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>
              <a:cs typeface="思源黑体 CN Normal" panose="020B0400000000000000" charset="-122"/>
            </a:endParaRPr>
          </a:p>
        </p:txBody>
      </p:sp>
      <p:sp>
        <p:nvSpPr>
          <p:cNvPr id="4" name="任意多边形: 形状 3">
            <a:extLst>
              <a:ext uri="{FF2B5EF4-FFF2-40B4-BE49-F238E27FC236}">
                <a16:creationId xmlns:a16="http://schemas.microsoft.com/office/drawing/2014/main" id="{B94C61FA-B336-6E4F-803C-67D393DD9949}"/>
              </a:ext>
            </a:extLst>
          </p:cNvPr>
          <p:cNvSpPr/>
          <p:nvPr/>
        </p:nvSpPr>
        <p:spPr>
          <a:xfrm rot="10800000" flipV="1">
            <a:off x="5689601" y="0"/>
            <a:ext cx="6502400" cy="621665"/>
          </a:xfrm>
          <a:custGeom>
            <a:avLst/>
            <a:gdLst/>
            <a:ahLst/>
            <a:cxnLst>
              <a:cxn ang="3cd4">
                <a:pos x="hc" y="t"/>
              </a:cxn>
              <a:cxn ang="cd2">
                <a:pos x="l" y="vc"/>
              </a:cxn>
              <a:cxn ang="cd4">
                <a:pos x="hc" y="b"/>
              </a:cxn>
              <a:cxn ang="0">
                <a:pos x="r" y="vc"/>
              </a:cxn>
            </a:cxnLst>
            <a:rect l="l" t="t" r="r" b="b"/>
            <a:pathLst>
              <a:path w="11444" h="795">
                <a:moveTo>
                  <a:pt x="0" y="0"/>
                </a:moveTo>
                <a:lnTo>
                  <a:pt x="10649" y="0"/>
                </a:lnTo>
                <a:lnTo>
                  <a:pt x="11444" y="795"/>
                </a:lnTo>
                <a:lnTo>
                  <a:pt x="10649" y="795"/>
                </a:lnTo>
                <a:lnTo>
                  <a:pt x="0" y="795"/>
                </a:lnTo>
                <a:lnTo>
                  <a:pt x="0" y="0"/>
                </a:lnTo>
                <a:close/>
              </a:path>
            </a:pathLst>
          </a:custGeom>
          <a:solidFill>
            <a:schemeClr val="accent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rtlCol="0" anchor="ctr">
            <a:noAutofit/>
          </a:bodyPr>
          <a:lstStyle/>
          <a:p>
            <a:pPr algn="ctr"/>
            <a:endParaRPr lang="zh-CN" altLang="en-US">
              <a:cs typeface="思源黑体 CN Normal" panose="020B0400000000000000" charset="-122"/>
            </a:endParaRPr>
          </a:p>
        </p:txBody>
      </p:sp>
      <p:sp>
        <p:nvSpPr>
          <p:cNvPr id="5" name="任意多边形: 形状 4">
            <a:extLst>
              <a:ext uri="{FF2B5EF4-FFF2-40B4-BE49-F238E27FC236}">
                <a16:creationId xmlns:a16="http://schemas.microsoft.com/office/drawing/2014/main" id="{EFC12716-19AB-1748-8A24-3BEAB6E3D848}"/>
              </a:ext>
            </a:extLst>
          </p:cNvPr>
          <p:cNvSpPr/>
          <p:nvPr/>
        </p:nvSpPr>
        <p:spPr>
          <a:xfrm rot="10800000" flipH="1">
            <a:off x="1" y="6236335"/>
            <a:ext cx="1446530" cy="621665"/>
          </a:xfrm>
          <a:custGeom>
            <a:avLst/>
            <a:gdLst/>
            <a:ahLst/>
            <a:cxnLst>
              <a:cxn ang="3">
                <a:pos x="hc" y="t"/>
              </a:cxn>
              <a:cxn ang="cd2">
                <a:pos x="l" y="vc"/>
              </a:cxn>
              <a:cxn ang="cd4">
                <a:pos x="hc" y="b"/>
              </a:cxn>
              <a:cxn ang="0">
                <a:pos x="r" y="vc"/>
              </a:cxn>
            </a:cxnLst>
            <a:rect l="l" t="t" r="r" b="b"/>
            <a:pathLst>
              <a:path w="2278" h="979">
                <a:moveTo>
                  <a:pt x="0" y="0"/>
                </a:moveTo>
                <a:lnTo>
                  <a:pt x="1567" y="0"/>
                </a:lnTo>
                <a:lnTo>
                  <a:pt x="2278" y="979"/>
                </a:lnTo>
                <a:lnTo>
                  <a:pt x="1567" y="979"/>
                </a:lnTo>
                <a:lnTo>
                  <a:pt x="0" y="979"/>
                </a:lnTo>
                <a:lnTo>
                  <a:pt x="0" y="0"/>
                </a:lnTo>
                <a:close/>
              </a:path>
            </a:pathLst>
          </a:custGeom>
          <a:solidFill>
            <a:schemeClr val="accent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rtlCol="0" anchor="ctr">
            <a:noAutofit/>
          </a:bodyPr>
          <a:lstStyle/>
          <a:p>
            <a:pPr algn="ctr"/>
            <a:endParaRPr lang="zh-CN" altLang="en-US">
              <a:cs typeface="思源黑体 CN Normal" panose="020B0400000000000000" charset="-122"/>
            </a:endParaRPr>
          </a:p>
        </p:txBody>
      </p:sp>
      <p:sp>
        <p:nvSpPr>
          <p:cNvPr id="8" name="矩形 7">
            <a:extLst>
              <a:ext uri="{FF2B5EF4-FFF2-40B4-BE49-F238E27FC236}">
                <a16:creationId xmlns:a16="http://schemas.microsoft.com/office/drawing/2014/main" id="{ADE7E6BD-3168-FE4F-B281-D730A6915650}"/>
              </a:ext>
            </a:extLst>
          </p:cNvPr>
          <p:cNvSpPr/>
          <p:nvPr>
            <p:custDataLst>
              <p:tags r:id="rId1"/>
            </p:custDataLst>
          </p:nvPr>
        </p:nvSpPr>
        <p:spPr>
          <a:xfrm>
            <a:off x="6003635" y="2449763"/>
            <a:ext cx="184730" cy="995209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pPr algn="ctr" defTabSz="914377">
              <a:defRPr/>
            </a:pPr>
            <a:endParaRPr lang="zh-CN" altLang="en-US" sz="5867" b="1" kern="0" dirty="0">
              <a:solidFill>
                <a:schemeClr val="accent1"/>
              </a:solidFill>
              <a:latin typeface="MiSans Semibold" pitchFamily="2" charset="-122"/>
              <a:ea typeface="MiSans Semibold" pitchFamily="2" charset="-122"/>
            </a:endParaRPr>
          </a:p>
        </p:txBody>
      </p:sp>
      <p:sp>
        <p:nvSpPr>
          <p:cNvPr id="9" name="矩形 8">
            <a:extLst>
              <a:ext uri="{FF2B5EF4-FFF2-40B4-BE49-F238E27FC236}">
                <a16:creationId xmlns:a16="http://schemas.microsoft.com/office/drawing/2014/main" id="{85456F46-13E8-6A49-9249-03D7CE3D2DB7}"/>
              </a:ext>
            </a:extLst>
          </p:cNvPr>
          <p:cNvSpPr/>
          <p:nvPr/>
        </p:nvSpPr>
        <p:spPr>
          <a:xfrm>
            <a:off x="2856512" y="3475683"/>
            <a:ext cx="6478976" cy="705258"/>
          </a:xfrm>
          <a:prstGeom prst="rect">
            <a:avLst/>
          </a:prstGeom>
        </p:spPr>
        <p:txBody>
          <a:bodyPr wrap="square">
            <a:normAutofit/>
          </a:bodyPr>
          <a:lstStyle/>
          <a:p>
            <a:pPr algn="ctr" defTabSz="1219170">
              <a:lnSpc>
                <a:spcPct val="150000"/>
              </a:lnSpc>
              <a:defRPr/>
            </a:pPr>
            <a:r>
              <a:rPr lang="zh-CN" altLang="en-US" sz="1400" kern="0">
                <a:solidFill>
                  <a:schemeClr val="bg1">
                    <a:lumMod val="50000"/>
                  </a:schemeClr>
                </a:solidFill>
                <a:latin typeface="MiSans Normal" pitchFamily="2" charset="-122"/>
                <a:ea typeface="MiSans Normal" pitchFamily="2" charset="-122"/>
                <a:cs typeface="Arial" panose="020B0604020202020204" pitchFamily="34" charset="0"/>
              </a:rPr>
              <a:t>现状背景</a:t>
            </a:r>
            <a:r>
              <a:rPr lang="en-US" altLang="zh-CN" sz="1400" kern="0">
                <a:solidFill>
                  <a:schemeClr val="bg1">
                    <a:lumMod val="50000"/>
                  </a:schemeClr>
                </a:solidFill>
                <a:latin typeface="MiSans Normal" pitchFamily="2" charset="-122"/>
                <a:ea typeface="MiSans Normal" pitchFamily="2" charset="-122"/>
                <a:cs typeface="Arial" panose="020B0604020202020204" pitchFamily="34" charset="0"/>
              </a:rPr>
              <a:t>AI</a:t>
            </a:r>
            <a:r>
              <a:rPr lang="zh-CN" altLang="en-US" sz="1400" kern="0">
                <a:solidFill>
                  <a:schemeClr val="bg1">
                    <a:lumMod val="50000"/>
                  </a:schemeClr>
                </a:solidFill>
                <a:latin typeface="MiSans Normal" pitchFamily="2" charset="-122"/>
                <a:ea typeface="MiSans Normal" pitchFamily="2" charset="-122"/>
                <a:cs typeface="Arial" panose="020B0604020202020204" pitchFamily="34" charset="0"/>
              </a:rPr>
              <a:t>客服降本增效方案当前在目标达成、资源配置与执行路径上存在明显</a:t>
            </a:r>
          </a:p>
          <a:p>
            <a:pPr algn="ctr" defTabSz="1219170">
              <a:lnSpc>
                <a:spcPct val="150000"/>
              </a:lnSpc>
              <a:defRPr/>
            </a:pPr>
            <a:r>
              <a:rPr lang="zh-CN" altLang="en-US" sz="1400" kern="0">
                <a:solidFill>
                  <a:schemeClr val="bg1">
                    <a:lumMod val="50000"/>
                  </a:schemeClr>
                </a:solidFill>
                <a:latin typeface="MiSans Normal" pitchFamily="2" charset="-122"/>
                <a:ea typeface="MiSans Normal" pitchFamily="2" charset="-122"/>
                <a:cs typeface="Arial" panose="020B0604020202020204" pitchFamily="34" charset="0"/>
              </a:rPr>
              <a:t>瓶颈。若继续沿用现有方式，成本、效率与可持续性将同步承压</a:t>
            </a:r>
            <a:r>
              <a:rPr lang="en-US" altLang="zh-CN" sz="1400" kern="0">
                <a:solidFill>
                  <a:schemeClr val="bg1">
                    <a:lumMod val="50000"/>
                  </a:schemeClr>
                </a:solidFill>
                <a:latin typeface="MiSans Normal" pitchFamily="2" charset="-122"/>
                <a:ea typeface="MiSans Normal" pitchFamily="2" charset="-122"/>
                <a:cs typeface="Arial" panose="020B0604020202020204" pitchFamily="34" charset="0"/>
              </a:rPr>
              <a:t>...</a:t>
            </a:r>
          </a:p>
        </p:txBody>
      </p:sp>
      <p:sp>
        <p:nvSpPr>
          <p:cNvPr id="10" name="矩形 9">
            <a:extLst>
              <a:ext uri="{FF2B5EF4-FFF2-40B4-BE49-F238E27FC236}">
                <a16:creationId xmlns:a16="http://schemas.microsoft.com/office/drawing/2014/main" id="{9B14037F-5DE9-344D-9A68-2585B1AD1CA0}"/>
              </a:ext>
            </a:extLst>
          </p:cNvPr>
          <p:cNvSpPr/>
          <p:nvPr>
            <p:custDataLst>
              <p:tags r:id="rId2"/>
            </p:custDataLst>
          </p:nvPr>
        </p:nvSpPr>
        <p:spPr>
          <a:xfrm>
            <a:off x="4339245" y="2036873"/>
            <a:ext cx="3391592" cy="338554"/>
          </a:xfrm>
          <a:prstGeom prst="rect">
            <a:avLst/>
          </a:prstGeom>
        </p:spPr>
        <p:txBody>
          <a:bodyPr wrap="square">
            <a:normAutofit/>
          </a:bodyPr>
          <a:lstStyle/>
          <a:p>
            <a:pPr algn="dist" defTabSz="914377">
              <a:defRPr/>
            </a:pPr>
            <a:r>
              <a:rPr lang="zh-CN" altLang="en-US" sz="1600" kern="0">
                <a:solidFill>
                  <a:schemeClr val="bg1">
                    <a:lumMod val="50000"/>
                  </a:schemeClr>
                </a:solidFill>
                <a:latin typeface="MiSans Normal" pitchFamily="2" charset="-122"/>
                <a:ea typeface="MiSans Normal" pitchFamily="2" charset="-122"/>
              </a:rPr>
              <a:t>现状评估</a:t>
            </a:r>
            <a:endParaRPr lang="en-US" altLang="zh-CN" sz="1600" kern="0">
              <a:solidFill>
                <a:schemeClr val="bg1">
                  <a:lumMod val="50000"/>
                </a:schemeClr>
              </a:solidFill>
              <a:latin typeface="MiSans Normal" pitchFamily="2" charset="-122"/>
              <a:ea typeface="MiSans Normal" pitchFamily="2" charset="-122"/>
            </a:endParaRPr>
          </a:p>
        </p:txBody>
      </p:sp>
      <p:sp>
        <p:nvSpPr>
          <p:cNvPr id="11" name="矩形: 圆角 10">
            <a:extLst>
              <a:ext uri="{FF2B5EF4-FFF2-40B4-BE49-F238E27FC236}">
                <a16:creationId xmlns:a16="http://schemas.microsoft.com/office/drawing/2014/main" id="{526B546F-37B7-A74D-87AD-D6CB2D3A5069}"/>
              </a:ext>
            </a:extLst>
          </p:cNvPr>
          <p:cNvSpPr/>
          <p:nvPr/>
        </p:nvSpPr>
        <p:spPr>
          <a:xfrm>
            <a:off x="5377667" y="4498447"/>
            <a:ext cx="1436667" cy="322681"/>
          </a:xfrm>
          <a:prstGeom prst="roundRect">
            <a:avLst>
              <a:gd name="adj" fmla="val 50000"/>
            </a:avLst>
          </a:prstGeom>
          <a:solidFill>
            <a:schemeClr val="accent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altLang="zh-CN" sz="1600">
                <a:latin typeface="MiSans Normal" pitchFamily="2" charset="-122"/>
                <a:ea typeface="MiSans Normal" pitchFamily="2" charset="-122"/>
              </a:rPr>
              <a:t/>
            </a:r>
            <a:endParaRPr lang="zh-CN" altLang="en-US" sz="1600">
              <a:latin typeface="MiSans Normal" pitchFamily="2" charset="-122"/>
              <a:ea typeface="MiSans Normal" pitchFamily="2" charset="-122"/>
            </a:endParaRPr>
          </a:p>
        </p:txBody>
      </p:sp>
    </p:spTree>
    <p:extLst>
      <p:ext uri="{BB962C8B-B14F-4D97-AF65-F5344CB8AC3E}">
        <p14:creationId xmlns:p14="http://schemas.microsoft.com/office/powerpoint/2010/main" val="766388708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2" presetClass="entr" presetSubtype="1" accel="19000" decel="8100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7" dur="1000" fill="hold"/>
                                        <p:tgtEl>
                                          <p:spTgt spid="4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8" dur="1000" fill="hold"/>
                                        <p:tgtEl>
                                          <p:spTgt spid="4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0-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9" presetID="2" presetClass="entr" presetSubtype="1" accel="19000" decel="81000" fill="hold" grpId="0" nodeType="withEffect">
                                  <p:stCondLst>
                                    <p:cond delay="20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1" dur="1000" fill="hold"/>
                                        <p:tgtEl>
                                          <p:spTgt spid="2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12" dur="1000" fill="hold"/>
                                        <p:tgtEl>
                                          <p:spTgt spid="2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0-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13" presetID="2" presetClass="entr" presetSubtype="4" accel="19000" decel="81000" fill="hold" grpId="0" nodeType="withEffect">
                                  <p:stCondLst>
                                    <p:cond delay="40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5" dur="1000" fill="hold"/>
                                        <p:tgtEl>
                                          <p:spTgt spid="5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16" dur="1000" fill="hold"/>
                                        <p:tgtEl>
                                          <p:spTgt spid="5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17" presetID="2" presetClass="entr" presetSubtype="4" accel="19000" decel="81000" fill="hold" grpId="0" nodeType="withEffect">
                                  <p:stCondLst>
                                    <p:cond delay="60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9" dur="1000" fill="hold"/>
                                        <p:tgtEl>
                                          <p:spTgt spid="3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20" dur="1000" fill="hold"/>
                                        <p:tgtEl>
                                          <p:spTgt spid="3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21" presetID="10" presetClass="entr" presetSubtype="0" fill="hold" grpId="0" nodeType="withEffect">
                                  <p:stCondLst>
                                    <p:cond delay="800"/>
                                  </p:stCondLst>
                                  <p:childTnLst>
                                    <p:set>
                                      <p:cBhvr>
                                        <p:cTn id="2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3" dur="300"/>
                                        <p:tgtEl>
                                          <p:spTgt spid="1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24" presetID="10" presetClass="entr" presetSubtype="0" fill="hold" grpId="0" nodeType="withEffect" nodePh="1">
                                  <p:stCondLst>
                                    <p:cond delay="1000"/>
                                  </p:stCondLst>
                                  <p:endCondLst>
                                    <p:cond evt="begin" delay="0">
                                      <p:tn val="24"/>
                                    </p:cond>
                                  </p:endCondLst>
                                  <p:childTnLst>
                                    <p:set>
                                      <p:cBhvr>
                                        <p:cTn id="2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6" dur="300"/>
                                        <p:tgtEl>
                                          <p:spTgt spid="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27" presetID="10" presetClass="entr" presetSubtype="0" fill="hold" grpId="0" nodeType="withEffect">
                                  <p:stCondLst>
                                    <p:cond delay="1200"/>
                                  </p:stCondLst>
                                  <p:childTnLst>
                                    <p:set>
                                      <p:cBhvr>
                                        <p:cTn id="2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9" dur="300"/>
                                        <p:tgtEl>
                                          <p:spTgt spid="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30" presetID="10" presetClass="entr" presetSubtype="0" fill="hold" grpId="0" nodeType="withEffect">
                                  <p:stCondLst>
                                    <p:cond delay="1400"/>
                                  </p:stCondLst>
                                  <p:childTnLst>
                                    <p:set>
                                      <p:cBhvr>
                                        <p:cTn id="3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2" dur="300"/>
                                        <p:tgtEl>
                                          <p:spTgt spid="1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2" grpId="0" animBg="1"/>
      <p:bldP spid="3" grpId="0" animBg="1"/>
      <p:bldP spid="4" grpId="0" animBg="1"/>
      <p:bldP spid="5" grpId="0" animBg="1"/>
      <p:bldP spid="8" grpId="0"/>
      <p:bldP spid="9" grpId="0"/>
      <p:bldP spid="10" grpId="0"/>
      <p:bldP spid="11" grpId="0" animBg="1"/>
    </p:bldLst>
  </p:timing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" name="矩形 10">
            <a:extLst>
              <a:ext uri="{FF2B5EF4-FFF2-40B4-BE49-F238E27FC236}">
                <a16:creationId xmlns:a16="http://schemas.microsoft.com/office/drawing/2014/main" id="{28ECF2B5-CFCD-FA64-1B63-149F94D4E7C4}"/>
              </a:ext>
            </a:extLst>
          </p:cNvPr>
          <p:cNvSpPr/>
          <p:nvPr/>
        </p:nvSpPr>
        <p:spPr>
          <a:xfrm>
            <a:off x="1" y="6641764"/>
            <a:ext cx="12192000" cy="216236"/>
          </a:xfrm>
          <a:prstGeom prst="rect">
            <a:avLst/>
          </a:prstGeom>
          <a:solidFill>
            <a:schemeClr val="accent2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>
              <a:cs typeface="思源黑体 CN Normal" panose="020B0400000000000000" charset="-122"/>
            </a:endParaRPr>
          </a:p>
        </p:txBody>
      </p:sp>
      <p:sp>
        <p:nvSpPr>
          <p:cNvPr id="13" name="任意多边形: 形状 12">
            <a:extLst>
              <a:ext uri="{FF2B5EF4-FFF2-40B4-BE49-F238E27FC236}">
                <a16:creationId xmlns:a16="http://schemas.microsoft.com/office/drawing/2014/main" id="{836A0335-004F-2B29-B212-4553F71C0F7A}"/>
              </a:ext>
            </a:extLst>
          </p:cNvPr>
          <p:cNvSpPr/>
          <p:nvPr/>
        </p:nvSpPr>
        <p:spPr>
          <a:xfrm flipV="1">
            <a:off x="0" y="6455318"/>
            <a:ext cx="6502400" cy="402681"/>
          </a:xfrm>
          <a:custGeom>
            <a:avLst/>
            <a:gdLst/>
            <a:ahLst/>
            <a:cxnLst>
              <a:cxn ang="3cd4">
                <a:pos x="hc" y="t"/>
              </a:cxn>
              <a:cxn ang="cd2">
                <a:pos x="l" y="vc"/>
              </a:cxn>
              <a:cxn ang="cd4">
                <a:pos x="hc" y="b"/>
              </a:cxn>
              <a:cxn ang="0">
                <a:pos x="r" y="vc"/>
              </a:cxn>
            </a:cxnLst>
            <a:rect l="l" t="t" r="r" b="b"/>
            <a:pathLst>
              <a:path w="11444" h="795">
                <a:moveTo>
                  <a:pt x="0" y="0"/>
                </a:moveTo>
                <a:lnTo>
                  <a:pt x="10649" y="0"/>
                </a:lnTo>
                <a:lnTo>
                  <a:pt x="11444" y="795"/>
                </a:lnTo>
                <a:lnTo>
                  <a:pt x="10649" y="795"/>
                </a:lnTo>
                <a:lnTo>
                  <a:pt x="0" y="795"/>
                </a:lnTo>
                <a:lnTo>
                  <a:pt x="0" y="0"/>
                </a:lnTo>
                <a:close/>
              </a:path>
            </a:pathLst>
          </a:custGeom>
          <a:solidFill>
            <a:schemeClr val="accent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rtlCol="0" anchor="ctr">
            <a:noAutofit/>
          </a:bodyPr>
          <a:lstStyle/>
          <a:p>
            <a:pPr algn="ctr"/>
            <a:endParaRPr lang="zh-CN" altLang="en-US">
              <a:cs typeface="思源黑体 CN Normal" panose="020B0400000000000000" charset="-122"/>
            </a:endParaRPr>
          </a:p>
        </p:txBody>
      </p:sp>
      <p:sp>
        <p:nvSpPr>
          <p:cNvPr id="15" name="文本框 14">
            <a:extLst>
              <a:ext uri="{FF2B5EF4-FFF2-40B4-BE49-F238E27FC236}">
                <a16:creationId xmlns:a16="http://schemas.microsoft.com/office/drawing/2014/main" id="{242BE279-6907-C728-976E-DB44BDA83414}"/>
              </a:ext>
            </a:extLst>
          </p:cNvPr>
          <p:cNvSpPr txBox="1"/>
          <p:nvPr/>
        </p:nvSpPr>
        <p:spPr>
          <a:xfrm>
            <a:off x="420007" y="402681"/>
            <a:ext cx="2352221" cy="400110"/>
          </a:xfrm>
          <a:prstGeom prst="rect">
            <a:avLst/>
          </a:prstGeom>
          <a:noFill/>
        </p:spPr>
        <p:txBody>
          <a:bodyPr wrap="square" rtlCol="0">
            <a:normAutofit/>
          </a:bodyPr>
          <a:lstStyle/>
          <a:p>
            <a:pPr marL="342900" indent="-342900">
              <a:buFont typeface="思源黑体 CN Normal" panose="020B0400000000000000" charset="-122"/>
              <a:buChar char="•"/>
            </a:pPr>
            <a:r>
              <a:rPr lang="zh-CN" altLang="en-US" sz="2000">
                <a:solidFill>
                  <a:schemeClr val="tx1">
                    <a:lumMod val="65000"/>
                    <a:lumOff val="35000"/>
                  </a:schemeClr>
                </a:solidFill>
                <a:latin typeface="MiSans Normal" pitchFamily="2" charset="-122"/>
                <a:ea typeface="MiSans Normal" pitchFamily="2" charset="-122"/>
                <a:cs typeface="思源黑体 CN Normal" panose="020B0400000000000000" charset="-122"/>
              </a:rPr>
              <a:t>关键问题拆解</a:t>
            </a:r>
          </a:p>
        </p:txBody>
      </p:sp>
      <p:sp>
        <p:nvSpPr>
          <p:cNvPr id="12" name="任意多边形: 形状 11">
            <a:extLst>
              <a:ext uri="{FF2B5EF4-FFF2-40B4-BE49-F238E27FC236}">
                <a16:creationId xmlns:a16="http://schemas.microsoft.com/office/drawing/2014/main" id="{A93FCC6B-8FCC-4824-9881-8882DEB4F92C}"/>
              </a:ext>
            </a:extLst>
          </p:cNvPr>
          <p:cNvSpPr/>
          <p:nvPr/>
        </p:nvSpPr>
        <p:spPr>
          <a:xfrm>
            <a:off x="905077" y="1696792"/>
            <a:ext cx="2938724" cy="1961755"/>
          </a:xfrm>
          <a:custGeom>
            <a:avLst/>
            <a:gdLst>
              <a:gd name="connsiteX0" fmla="*/ 0 w 2938724"/>
              <a:gd name="connsiteY0" fmla="*/ 0 h 1961755"/>
              <a:gd name="connsiteX1" fmla="*/ 2938724 w 2938724"/>
              <a:gd name="connsiteY1" fmla="*/ 0 h 1961755"/>
              <a:gd name="connsiteX2" fmla="*/ 2938724 w 2938724"/>
              <a:gd name="connsiteY2" fmla="*/ 1961755 h 1961755"/>
              <a:gd name="connsiteX3" fmla="*/ 0 w 2938724"/>
              <a:gd name="connsiteY3" fmla="*/ 1961755 h 1961755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</a:cxnLst>
            <a:rect l="l" t="t" r="r" b="b"/>
            <a:pathLst>
              <a:path w="2938724" h="1961755">
                <a:moveTo>
                  <a:pt x="0" y="0"/>
                </a:moveTo>
                <a:lnTo>
                  <a:pt x="2938724" y="0"/>
                </a:lnTo>
                <a:lnTo>
                  <a:pt x="2938724" y="1961755"/>
                </a:lnTo>
                <a:lnTo>
                  <a:pt x="0" y="1961755"/>
                </a:lnTo>
                <a:close/>
              </a:path>
            </a:pathLst>
          </a:custGeom>
          <a:blipFill>
            <a:blip r:embed="rId3"/>
            <a:srcRect/>
            <a:stretch>
              <a:fillRect t="-62239" b="-62239"/>
            </a:stretch>
          </a:blipFill>
          <a:ln w="12700" cap="flat" cmpd="sng" algn="ctr">
            <a:noFill/>
            <a:prstDash val="solid"/>
            <a:miter lim="800000"/>
          </a:ln>
          <a:effectLst/>
          <a:extLst>
            <a:ext uri="{91240B29-F687-4F45-9708-019B960494DF}">
              <a14:hiddenLine xmlns:a14="http://schemas.microsoft.com/office/drawing/2010/main" w="12700" cap="flat" cmpd="sng" algn="ctr">
                <a:solidFill>
                  <a:schemeClr val="accent1">
                    <a:shade val="50000"/>
                  </a:schemeClr>
                </a:solidFill>
                <a:prstDash val="solid"/>
                <a:miter lim="800000"/>
              </a14:hiddenLine>
            </a:ext>
          </a:ex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sp>
        <p:nvSpPr>
          <p:cNvPr id="5" name="文本框 4">
            <a:extLst>
              <a:ext uri="{FF2B5EF4-FFF2-40B4-BE49-F238E27FC236}">
                <a16:creationId xmlns:a16="http://schemas.microsoft.com/office/drawing/2014/main" id="{032C8CB3-3480-2140-8A37-98631C25DDAD}"/>
              </a:ext>
            </a:extLst>
          </p:cNvPr>
          <p:cNvSpPr txBox="1"/>
          <p:nvPr/>
        </p:nvSpPr>
        <p:spPr>
          <a:xfrm>
            <a:off x="1157758" y="4186133"/>
            <a:ext cx="2433362" cy="461665"/>
          </a:xfrm>
          <a:prstGeom prst="rect">
            <a:avLst/>
          </a:prstGeom>
          <a:noFill/>
        </p:spPr>
        <p:txBody>
          <a:bodyPr wrap="square" rtlCol="0">
            <a:spAutoFit/>
            <a:scene3d>
              <a:camera prst="orthographicFront"/>
              <a:lightRig rig="threePt" dir="t"/>
            </a:scene3d>
            <a:sp3d contourW="12700"/>
          </a:bodyPr>
          <a:lstStyle/>
          <a:p>
            <a:pPr algn="ctr"/>
            <a:endParaRPr lang="zh-CN" altLang="en-US" sz="2400" b="1">
              <a:solidFill>
                <a:schemeClr val="tx1">
                  <a:lumMod val="75000"/>
                  <a:lumOff val="25000"/>
                </a:schemeClr>
              </a:solidFill>
              <a:latin typeface="MiSans Normal" pitchFamily="2" charset="-122"/>
              <a:ea typeface="MiSans Normal" pitchFamily="2" charset="-122"/>
              <a:sym typeface="思源黑体 CN Medium" panose="020B0600000000000000" pitchFamily="34" charset="-122"/>
            </a:endParaRPr>
          </a:p>
        </p:txBody>
      </p:sp>
      <p:sp>
        <p:nvSpPr>
          <p:cNvPr id="6" name="文本框 5">
            <a:extLst>
              <a:ext uri="{FF2B5EF4-FFF2-40B4-BE49-F238E27FC236}">
                <a16:creationId xmlns:a16="http://schemas.microsoft.com/office/drawing/2014/main" id="{28BFBE4B-5589-C849-904B-FF072EA39F0D}"/>
              </a:ext>
            </a:extLst>
          </p:cNvPr>
          <p:cNvSpPr txBox="1"/>
          <p:nvPr/>
        </p:nvSpPr>
        <p:spPr>
          <a:xfrm>
            <a:off x="905079" y="4661974"/>
            <a:ext cx="2938722" cy="703719"/>
          </a:xfrm>
          <a:prstGeom prst="rect">
            <a:avLst/>
          </a:prstGeom>
          <a:noFill/>
        </p:spPr>
        <p:txBody>
          <a:bodyPr wrap="square" rtlCol="0">
            <a:normAutofit/>
            <a:scene3d>
              <a:camera prst="orthographicFront"/>
              <a:lightRig rig="threePt" dir="t"/>
            </a:scene3d>
            <a:sp3d contourW="12700"/>
          </a:bodyPr>
          <a:lstStyle/>
          <a:p>
            <a:pPr algn="ctr">
              <a:lnSpc>
                <a:spcPct val="150000"/>
              </a:lnSpc>
            </a:pPr>
            <a:r>
              <a:rPr lang="zh-CN" altLang="en-US" sz="1400">
                <a:solidFill>
                  <a:schemeClr val="bg1">
                    <a:lumMod val="50000"/>
                  </a:schemeClr>
                </a:solidFill>
                <a:latin typeface="MiSans" pitchFamily="2" charset="-122"/>
                <a:ea typeface="MiSans" pitchFamily="2" charset="-122"/>
                <a:sym typeface="思源黑体 CN Medium" panose="020B0600000000000000" pitchFamily="34" charset="-122"/>
              </a:rPr>
              <a:t>图示：</a:t>
            </a:r>
            <a:r>
              <a:rPr lang="en-US" altLang="zh-CN" sz="1400">
                <a:solidFill>
                  <a:schemeClr val="bg1">
                    <a:lumMod val="50000"/>
                  </a:schemeClr>
                </a:solidFill>
                <a:latin typeface="MiSans" pitchFamily="2" charset="-122"/>
                <a:ea typeface="MiSans" pitchFamily="2" charset="-122"/>
                <a:sym typeface="思源黑体 CN Medium" panose="020B0600000000000000" pitchFamily="34" charset="-122"/>
              </a:rPr>
              <a:t>AI</a:t>
            </a:r>
            <a:r>
              <a:rPr lang="zh-CN" altLang="en-US" sz="1400">
                <a:solidFill>
                  <a:schemeClr val="bg1">
                    <a:lumMod val="50000"/>
                  </a:schemeClr>
                </a:solidFill>
                <a:latin typeface="MiSans" pitchFamily="2" charset="-122"/>
                <a:ea typeface="MiSans" pitchFamily="2" charset="-122"/>
                <a:sym typeface="思源黑体 CN Medium" panose="020B0600000000000000" pitchFamily="34" charset="-122"/>
              </a:rPr>
              <a:t>客服降本增效方案问题分</a:t>
            </a:r>
          </a:p>
          <a:p>
            <a:pPr algn="ctr">
              <a:lnSpc>
                <a:spcPct val="150000"/>
              </a:lnSpc>
            </a:pPr>
            <a:r>
              <a:rPr lang="zh-CN" altLang="en-US" sz="1400">
                <a:solidFill>
                  <a:schemeClr val="bg1">
                    <a:lumMod val="50000"/>
                  </a:schemeClr>
                </a:solidFill>
                <a:latin typeface="MiSans" pitchFamily="2" charset="-122"/>
                <a:ea typeface="MiSans" pitchFamily="2" charset="-122"/>
                <a:sym typeface="思源黑体 CN Medium" panose="020B0600000000000000" pitchFamily="34" charset="-122"/>
              </a:rPr>
              <a:t>层卡片 内容由</a:t>
            </a:r>
            <a:r>
              <a:rPr lang="en-US" altLang="zh-CN" sz="1400">
                <a:solidFill>
                  <a:schemeClr val="bg1">
                    <a:lumMod val="50000"/>
                  </a:schemeClr>
                </a:solidFill>
                <a:latin typeface="MiSans" pitchFamily="2" charset="-122"/>
                <a:ea typeface="MiSans" pitchFamily="2" charset="-122"/>
                <a:sym typeface="思源黑体 CN Medium" panose="020B0600000000000000" pitchFamily="34" charset="-122"/>
              </a:rPr>
              <a:t>AI</a:t>
            </a:r>
            <a:r>
              <a:rPr lang="zh-CN" altLang="en-US" sz="1400">
                <a:solidFill>
                  <a:schemeClr val="bg1">
                    <a:lumMod val="50000"/>
                  </a:schemeClr>
                </a:solidFill>
                <a:latin typeface="MiSans" pitchFamily="2" charset="-122"/>
                <a:ea typeface="MiSans" pitchFamily="2" charset="-122"/>
                <a:sym typeface="思源黑体 CN Medium" panose="020B0600000000000000" pitchFamily="34" charset="-122"/>
              </a:rPr>
              <a:t>生成</a:t>
            </a:r>
          </a:p>
        </p:txBody>
      </p:sp>
      <p:sp>
        <p:nvSpPr>
          <p:cNvPr id="7" name="文本框 6">
            <a:extLst>
              <a:ext uri="{FF2B5EF4-FFF2-40B4-BE49-F238E27FC236}">
                <a16:creationId xmlns:a16="http://schemas.microsoft.com/office/drawing/2014/main" id="{7CAE8325-05B0-F04A-9349-C8016EF848A6}"/>
              </a:ext>
            </a:extLst>
          </p:cNvPr>
          <p:cNvSpPr txBox="1"/>
          <p:nvPr/>
        </p:nvSpPr>
        <p:spPr>
          <a:xfrm>
            <a:off x="4879315" y="4186133"/>
            <a:ext cx="2433362" cy="461665"/>
          </a:xfrm>
          <a:prstGeom prst="rect">
            <a:avLst/>
          </a:prstGeom>
          <a:noFill/>
        </p:spPr>
        <p:txBody>
          <a:bodyPr wrap="square" rtlCol="0">
            <a:spAutoFit/>
            <a:scene3d>
              <a:camera prst="orthographicFront"/>
              <a:lightRig rig="threePt" dir="t"/>
            </a:scene3d>
            <a:sp3d contourW="12700"/>
          </a:bodyPr>
          <a:lstStyle/>
          <a:p>
            <a:pPr algn="ctr"/>
            <a:endParaRPr lang="zh-CN" altLang="en-US" sz="2400" b="1">
              <a:solidFill>
                <a:schemeClr val="tx1">
                  <a:lumMod val="75000"/>
                  <a:lumOff val="25000"/>
                </a:schemeClr>
              </a:solidFill>
              <a:latin typeface="MiSans Normal" pitchFamily="2" charset="-122"/>
              <a:ea typeface="MiSans Normal" pitchFamily="2" charset="-122"/>
              <a:sym typeface="思源黑体 CN Medium" panose="020B0600000000000000" pitchFamily="34" charset="-122"/>
            </a:endParaRPr>
          </a:p>
        </p:txBody>
      </p:sp>
      <p:sp>
        <p:nvSpPr>
          <p:cNvPr id="8" name="文本框 7">
            <a:extLst>
              <a:ext uri="{FF2B5EF4-FFF2-40B4-BE49-F238E27FC236}">
                <a16:creationId xmlns:a16="http://schemas.microsoft.com/office/drawing/2014/main" id="{B3AB2B2B-88C1-2845-8A73-9448C9B81D40}"/>
              </a:ext>
            </a:extLst>
          </p:cNvPr>
          <p:cNvSpPr txBox="1"/>
          <p:nvPr/>
        </p:nvSpPr>
        <p:spPr>
          <a:xfrm>
            <a:off x="4626636" y="4661974"/>
            <a:ext cx="2938722" cy="703719"/>
          </a:xfrm>
          <a:prstGeom prst="rect">
            <a:avLst/>
          </a:prstGeom>
          <a:noFill/>
        </p:spPr>
        <p:txBody>
          <a:bodyPr wrap="square" rtlCol="0">
            <a:normAutofit/>
            <a:scene3d>
              <a:camera prst="orthographicFront"/>
              <a:lightRig rig="threePt" dir="t"/>
            </a:scene3d>
            <a:sp3d contourW="12700"/>
          </a:bodyPr>
          <a:lstStyle/>
          <a:p>
            <a:pPr algn="ctr">
              <a:lnSpc>
                <a:spcPct val="150000"/>
              </a:lnSpc>
            </a:pPr>
            <a:r>
              <a:rPr lang="zh-CN" altLang="en-US" sz="1400">
                <a:solidFill>
                  <a:schemeClr val="bg1">
                    <a:lumMod val="50000"/>
                  </a:schemeClr>
                </a:solidFill>
                <a:latin typeface="MiSans" pitchFamily="2" charset="-122"/>
                <a:ea typeface="MiSans" pitchFamily="2" charset="-122"/>
                <a:sym typeface="思源黑体 CN Medium" panose="020B0600000000000000" pitchFamily="34" charset="-122"/>
              </a:rPr>
              <a:t>问题拆解</a:t>
            </a:r>
          </a:p>
        </p:txBody>
      </p:sp>
      <p:sp>
        <p:nvSpPr>
          <p:cNvPr id="9" name="文本框 8">
            <a:extLst>
              <a:ext uri="{FF2B5EF4-FFF2-40B4-BE49-F238E27FC236}">
                <a16:creationId xmlns:a16="http://schemas.microsoft.com/office/drawing/2014/main" id="{28E3D32B-F81C-8043-B8BE-39E9957D3A9D}"/>
              </a:ext>
            </a:extLst>
          </p:cNvPr>
          <p:cNvSpPr txBox="1"/>
          <p:nvPr/>
        </p:nvSpPr>
        <p:spPr>
          <a:xfrm>
            <a:off x="8600872" y="4186133"/>
            <a:ext cx="2433362" cy="461665"/>
          </a:xfrm>
          <a:prstGeom prst="rect">
            <a:avLst/>
          </a:prstGeom>
          <a:noFill/>
        </p:spPr>
        <p:txBody>
          <a:bodyPr wrap="square" rtlCol="0">
            <a:spAutoFit/>
            <a:scene3d>
              <a:camera prst="orthographicFront"/>
              <a:lightRig rig="threePt" dir="t"/>
            </a:scene3d>
            <a:sp3d contourW="12700"/>
          </a:bodyPr>
          <a:lstStyle/>
          <a:p>
            <a:pPr algn="ctr"/>
            <a:endParaRPr lang="zh-CN" altLang="en-US" sz="2400" b="1">
              <a:solidFill>
                <a:schemeClr val="tx1">
                  <a:lumMod val="75000"/>
                  <a:lumOff val="25000"/>
                </a:schemeClr>
              </a:solidFill>
              <a:latin typeface="MiSans Normal" pitchFamily="2" charset="-122"/>
              <a:ea typeface="MiSans Normal" pitchFamily="2" charset="-122"/>
              <a:sym typeface="思源黑体 CN Medium" panose="020B0600000000000000" pitchFamily="34" charset="-122"/>
            </a:endParaRPr>
          </a:p>
        </p:txBody>
      </p:sp>
      <p:sp>
        <p:nvSpPr>
          <p:cNvPr id="10" name="文本框 9">
            <a:extLst>
              <a:ext uri="{FF2B5EF4-FFF2-40B4-BE49-F238E27FC236}">
                <a16:creationId xmlns:a16="http://schemas.microsoft.com/office/drawing/2014/main" id="{C5E2E777-A6D8-A149-BFAF-888545A58AD7}"/>
              </a:ext>
            </a:extLst>
          </p:cNvPr>
          <p:cNvSpPr txBox="1"/>
          <p:nvPr/>
        </p:nvSpPr>
        <p:spPr>
          <a:xfrm>
            <a:off x="8348193" y="4661974"/>
            <a:ext cx="2938722" cy="703719"/>
          </a:xfrm>
          <a:prstGeom prst="rect">
            <a:avLst/>
          </a:prstGeom>
          <a:noFill/>
        </p:spPr>
        <p:txBody>
          <a:bodyPr wrap="square" rtlCol="0">
            <a:normAutofit/>
            <a:scene3d>
              <a:camera prst="orthographicFront"/>
              <a:lightRig rig="threePt" dir="t"/>
            </a:scene3d>
            <a:sp3d contourW="12700"/>
          </a:bodyPr>
          <a:lstStyle/>
          <a:p>
            <a:pPr algn="ctr">
              <a:lnSpc>
                <a:spcPct val="150000"/>
              </a:lnSpc>
            </a:pPr>
            <a:r>
              <a:rPr lang="zh-CN" altLang="en-US" sz="1400">
                <a:solidFill>
                  <a:schemeClr val="bg1">
                    <a:lumMod val="50000"/>
                  </a:schemeClr>
                </a:solidFill>
                <a:latin typeface="MiSans" pitchFamily="2" charset="-122"/>
                <a:ea typeface="MiSans" pitchFamily="2" charset="-122"/>
                <a:sym typeface="思源黑体 CN Medium" panose="020B0600000000000000" pitchFamily="34" charset="-122"/>
              </a:rPr>
              <a:t>围绕</a:t>
            </a:r>
            <a:r>
              <a:rPr lang="en-US" altLang="zh-CN" sz="1400">
                <a:solidFill>
                  <a:schemeClr val="bg1">
                    <a:lumMod val="50000"/>
                  </a:schemeClr>
                </a:solidFill>
                <a:latin typeface="MiSans" pitchFamily="2" charset="-122"/>
                <a:ea typeface="MiSans" pitchFamily="2" charset="-122"/>
                <a:sym typeface="思源黑体 CN Medium" panose="020B0600000000000000" pitchFamily="34" charset="-122"/>
              </a:rPr>
              <a:t>AI</a:t>
            </a:r>
            <a:r>
              <a:rPr lang="zh-CN" altLang="en-US" sz="1400">
                <a:solidFill>
                  <a:schemeClr val="bg1">
                    <a:lumMod val="50000"/>
                  </a:schemeClr>
                </a:solidFill>
                <a:latin typeface="MiSans" pitchFamily="2" charset="-122"/>
                <a:ea typeface="MiSans" pitchFamily="2" charset="-122"/>
                <a:sym typeface="思源黑体 CN Medium" panose="020B0600000000000000" pitchFamily="34" charset="-122"/>
              </a:rPr>
              <a:t>客服降本增效方案可将问题</a:t>
            </a:r>
          </a:p>
          <a:p>
            <a:pPr algn="ctr">
              <a:lnSpc>
                <a:spcPct val="150000"/>
              </a:lnSpc>
            </a:pPr>
            <a:r>
              <a:rPr lang="zh-CN" altLang="en-US" sz="1400">
                <a:solidFill>
                  <a:schemeClr val="bg1">
                    <a:lumMod val="50000"/>
                  </a:schemeClr>
                </a:solidFill>
                <a:latin typeface="MiSans" pitchFamily="2" charset="-122"/>
                <a:ea typeface="MiSans" pitchFamily="2" charset="-122"/>
                <a:sym typeface="思源黑体 CN Medium" panose="020B0600000000000000" pitchFamily="34" charset="-122"/>
              </a:rPr>
              <a:t>拆为目标定义、流程协同、</a:t>
            </a:r>
            <a:r>
              <a:rPr lang="en-US" altLang="zh-CN" sz="1400">
                <a:solidFill>
                  <a:schemeClr val="bg1">
                    <a:lumMod val="50000"/>
                  </a:schemeClr>
                </a:solidFill>
                <a:latin typeface="MiSans" pitchFamily="2" charset="-122"/>
                <a:ea typeface="MiSans" pitchFamily="2" charset="-122"/>
                <a:sym typeface="思源黑体 CN Medium" panose="020B0600000000000000" pitchFamily="34" charset="-122"/>
              </a:rPr>
              <a:t>...</a:t>
            </a:r>
            <a:endParaRPr lang="zh-CN" altLang="en-US" sz="1400">
              <a:solidFill>
                <a:schemeClr val="bg1">
                  <a:lumMod val="50000"/>
                </a:schemeClr>
              </a:solidFill>
              <a:latin typeface="MiSans" pitchFamily="2" charset="-122"/>
              <a:ea typeface="MiSans" pitchFamily="2" charset="-122"/>
              <a:sym typeface="思源黑体 CN Medium" panose="020B0600000000000000" pitchFamily="34" charset="-122"/>
            </a:endParaRPr>
          </a:p>
        </p:txBody>
      </p:sp>
      <p:sp>
        <p:nvSpPr>
          <p:cNvPr id="14" name="任意多边形: 形状 13">
            <a:extLst>
              <a:ext uri="{FF2B5EF4-FFF2-40B4-BE49-F238E27FC236}">
                <a16:creationId xmlns:a16="http://schemas.microsoft.com/office/drawing/2014/main" id="{BE7E5CB6-00DB-4767-8483-5C734239D92E}"/>
              </a:ext>
            </a:extLst>
          </p:cNvPr>
          <p:cNvSpPr/>
          <p:nvPr/>
        </p:nvSpPr>
        <p:spPr>
          <a:xfrm>
            <a:off x="4626636" y="1696792"/>
            <a:ext cx="2938724" cy="1959150"/>
          </a:xfrm>
          <a:custGeom>
            <a:avLst/>
            <a:gdLst>
              <a:gd name="connsiteX0" fmla="*/ 0 w 2938724"/>
              <a:gd name="connsiteY0" fmla="*/ 0 h 1959150"/>
              <a:gd name="connsiteX1" fmla="*/ 2938724 w 2938724"/>
              <a:gd name="connsiteY1" fmla="*/ 0 h 1959150"/>
              <a:gd name="connsiteX2" fmla="*/ 2938724 w 2938724"/>
              <a:gd name="connsiteY2" fmla="*/ 1959150 h 1959150"/>
              <a:gd name="connsiteX3" fmla="*/ 0 w 2938724"/>
              <a:gd name="connsiteY3" fmla="*/ 1959150 h 1959150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</a:cxnLst>
            <a:rect l="l" t="t" r="r" b="b"/>
            <a:pathLst>
              <a:path w="2938724" h="1959150">
                <a:moveTo>
                  <a:pt x="0" y="0"/>
                </a:moveTo>
                <a:lnTo>
                  <a:pt x="2938724" y="0"/>
                </a:lnTo>
                <a:lnTo>
                  <a:pt x="2938724" y="1959150"/>
                </a:lnTo>
                <a:lnTo>
                  <a:pt x="0" y="1959150"/>
                </a:lnTo>
                <a:close/>
              </a:path>
            </a:pathLst>
          </a:custGeom>
          <a:blipFill>
            <a:blip r:embed="rId4"/>
            <a:srcRect/>
            <a:stretch>
              <a:fillRect t="-63065" b="-63065"/>
            </a:stretch>
          </a:blipFill>
          <a:ln w="12700" cap="flat" cmpd="sng" algn="ctr">
            <a:noFill/>
            <a:prstDash val="solid"/>
            <a:miter lim="800000"/>
          </a:ln>
          <a:effectLst/>
          <a:extLst>
            <a:ext uri="{91240B29-F687-4F45-9708-019B960494DF}">
              <a14:hiddenLine xmlns:a14="http://schemas.microsoft.com/office/drawing/2010/main" w="12700" cap="flat" cmpd="sng" algn="ctr">
                <a:solidFill>
                  <a:schemeClr val="accent1">
                    <a:shade val="50000"/>
                  </a:schemeClr>
                </a:solidFill>
                <a:prstDash val="solid"/>
                <a:miter lim="800000"/>
              </a14:hiddenLine>
            </a:ext>
          </a:ex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sp>
        <p:nvSpPr>
          <p:cNvPr id="16" name="任意多边形: 形状 15">
            <a:extLst>
              <a:ext uri="{FF2B5EF4-FFF2-40B4-BE49-F238E27FC236}">
                <a16:creationId xmlns:a16="http://schemas.microsoft.com/office/drawing/2014/main" id="{0BDDA476-6E95-414A-A36D-8CA1E98B49D4}"/>
              </a:ext>
            </a:extLst>
          </p:cNvPr>
          <p:cNvSpPr/>
          <p:nvPr/>
        </p:nvSpPr>
        <p:spPr>
          <a:xfrm>
            <a:off x="8348196" y="1696791"/>
            <a:ext cx="2938724" cy="1955801"/>
          </a:xfrm>
          <a:custGeom>
            <a:avLst/>
            <a:gdLst>
              <a:gd name="connsiteX0" fmla="*/ 0 w 2938724"/>
              <a:gd name="connsiteY0" fmla="*/ 0 h 1955801"/>
              <a:gd name="connsiteX1" fmla="*/ 2938724 w 2938724"/>
              <a:gd name="connsiteY1" fmla="*/ 0 h 1955801"/>
              <a:gd name="connsiteX2" fmla="*/ 2938724 w 2938724"/>
              <a:gd name="connsiteY2" fmla="*/ 1955801 h 1955801"/>
              <a:gd name="connsiteX3" fmla="*/ 0 w 2938724"/>
              <a:gd name="connsiteY3" fmla="*/ 1955801 h 1955801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</a:cxnLst>
            <a:rect l="l" t="t" r="r" b="b"/>
            <a:pathLst>
              <a:path w="2938724" h="1955801">
                <a:moveTo>
                  <a:pt x="0" y="0"/>
                </a:moveTo>
                <a:lnTo>
                  <a:pt x="2938724" y="0"/>
                </a:lnTo>
                <a:lnTo>
                  <a:pt x="2938724" y="1955801"/>
                </a:lnTo>
                <a:lnTo>
                  <a:pt x="0" y="1955801"/>
                </a:lnTo>
                <a:close/>
              </a:path>
            </a:pathLst>
          </a:custGeom>
          <a:blipFill>
            <a:blip r:embed="rId5"/>
            <a:srcRect/>
            <a:stretch>
              <a:fillRect t="-44067" b="-44067"/>
            </a:stretch>
          </a:blipFill>
          <a:ln w="12700" cap="flat" cmpd="sng" algn="ctr">
            <a:noFill/>
            <a:prstDash val="solid"/>
            <a:miter lim="800000"/>
          </a:ln>
          <a:effectLst/>
          <a:extLst>
            <a:ext uri="{91240B29-F687-4F45-9708-019B960494DF}">
              <a14:hiddenLine xmlns:a14="http://schemas.microsoft.com/office/drawing/2010/main" w="12700" cap="flat" cmpd="sng" algn="ctr">
                <a:solidFill>
                  <a:schemeClr val="accent1">
                    <a:shade val="50000"/>
                  </a:schemeClr>
                </a:solidFill>
                <a:prstDash val="solid"/>
                <a:miter lim="800000"/>
              </a14:hiddenLine>
            </a:ext>
          </a:ex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2846291626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2" presetClass="entr" presetSubtype="4" accel="19000" decel="8100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7" dur="1000" fill="hold"/>
                                        <p:tgtEl>
                                          <p:spTgt spid="12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8" dur="1000" fill="hold"/>
                                        <p:tgtEl>
                                          <p:spTgt spid="12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9" presetID="2" presetClass="entr" presetSubtype="4" accel="19000" decel="81000" fill="hold" grpId="0" nodeType="withEffect" nodePh="1">
                                  <p:stCondLst>
                                    <p:cond delay="200"/>
                                  </p:stCondLst>
                                  <p:endCondLst>
                                    <p:cond evt="begin" delay="0">
                                      <p:tn val="9"/>
                                    </p:cond>
                                  </p:end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1" dur="1000" fill="hold"/>
                                        <p:tgtEl>
                                          <p:spTgt spid="5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12" dur="1000" fill="hold"/>
                                        <p:tgtEl>
                                          <p:spTgt spid="5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13" presetID="2" presetClass="entr" presetSubtype="4" accel="19000" decel="81000" fill="hold" grpId="0" nodeType="withEffect">
                                  <p:stCondLst>
                                    <p:cond delay="40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5" dur="1000" fill="hold"/>
                                        <p:tgtEl>
                                          <p:spTgt spid="6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16" dur="1000" fill="hold"/>
                                        <p:tgtEl>
                                          <p:spTgt spid="6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17" presetID="2" presetClass="entr" presetSubtype="4" accel="19000" decel="81000" fill="hold" grpId="0" nodeType="withEffect">
                                  <p:stCondLst>
                                    <p:cond delay="60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9" dur="1000" fill="hold"/>
                                        <p:tgtEl>
                                          <p:spTgt spid="14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20" dur="1000" fill="hold"/>
                                        <p:tgtEl>
                                          <p:spTgt spid="14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21" presetID="2" presetClass="entr" presetSubtype="4" accel="19000" decel="81000" fill="hold" grpId="0" nodeType="withEffect" nodePh="1">
                                  <p:stCondLst>
                                    <p:cond delay="800"/>
                                  </p:stCondLst>
                                  <p:endCondLst>
                                    <p:cond evt="begin" delay="0">
                                      <p:tn val="21"/>
                                    </p:cond>
                                  </p:endCondLst>
                                  <p:childTnLst>
                                    <p:set>
                                      <p:cBhvr>
                                        <p:cTn id="2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23" dur="1000" fill="hold"/>
                                        <p:tgtEl>
                                          <p:spTgt spid="7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24" dur="1000" fill="hold"/>
                                        <p:tgtEl>
                                          <p:spTgt spid="7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25" presetID="2" presetClass="entr" presetSubtype="4" accel="19000" decel="81000" fill="hold" grpId="0" nodeType="withEffect">
                                  <p:stCondLst>
                                    <p:cond delay="100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27" dur="1000" fill="hold"/>
                                        <p:tgtEl>
                                          <p:spTgt spid="8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28" dur="1000" fill="hold"/>
                                        <p:tgtEl>
                                          <p:spTgt spid="8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29" presetID="2" presetClass="entr" presetSubtype="4" accel="19000" decel="81000" fill="hold" grpId="0" nodeType="withEffect">
                                  <p:stCondLst>
                                    <p:cond delay="1200"/>
                                  </p:stCondLst>
                                  <p:childTnLst>
                                    <p:set>
                                      <p:cBhvr>
                                        <p:cTn id="3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31" dur="1000" fill="hold"/>
                                        <p:tgtEl>
                                          <p:spTgt spid="16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32" dur="1000" fill="hold"/>
                                        <p:tgtEl>
                                          <p:spTgt spid="16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33" presetID="2" presetClass="entr" presetSubtype="4" accel="19000" decel="81000" fill="hold" grpId="0" nodeType="withEffect" nodePh="1">
                                  <p:stCondLst>
                                    <p:cond delay="1400"/>
                                  </p:stCondLst>
                                  <p:endCondLst>
                                    <p:cond evt="begin" delay="0">
                                      <p:tn val="33"/>
                                    </p:cond>
                                  </p:endCondLst>
                                  <p:childTnLst>
                                    <p:set>
                                      <p:cBhvr>
                                        <p:cTn id="3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35" dur="1000" fill="hold"/>
                                        <p:tgtEl>
                                          <p:spTgt spid="9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36" dur="1000" fill="hold"/>
                                        <p:tgtEl>
                                          <p:spTgt spid="9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37" presetID="2" presetClass="entr" presetSubtype="4" accel="19000" decel="81000" fill="hold" grpId="0" nodeType="withEffect">
                                  <p:stCondLst>
                                    <p:cond delay="1600"/>
                                  </p:stCondLst>
                                  <p:childTnLst>
                                    <p:set>
                                      <p:cBhvr>
                                        <p:cTn id="3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39" dur="1000" fill="hold"/>
                                        <p:tgtEl>
                                          <p:spTgt spid="10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40" dur="1000" fill="hold"/>
                                        <p:tgtEl>
                                          <p:spTgt spid="10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12" grpId="0" animBg="1"/>
      <p:bldP spid="5" grpId="0"/>
      <p:bldP spid="6" grpId="0"/>
      <p:bldP spid="7" grpId="0"/>
      <p:bldP spid="8" grpId="0"/>
      <p:bldP spid="9" grpId="0"/>
      <p:bldP spid="10" grpId="0"/>
      <p:bldP spid="14" grpId="0" animBg="1"/>
      <p:bldP spid="16" grpId="0" animBg="1"/>
    </p:bldLst>
  </p:timing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8" name="矩形 17">
            <a:extLst>
              <a:ext uri="{FF2B5EF4-FFF2-40B4-BE49-F238E27FC236}">
                <a16:creationId xmlns:a16="http://schemas.microsoft.com/office/drawing/2014/main" id="{39A7ABF8-5FC7-6D7B-E97A-8BB21C5FFD2F}"/>
              </a:ext>
            </a:extLst>
          </p:cNvPr>
          <p:cNvSpPr/>
          <p:nvPr/>
        </p:nvSpPr>
        <p:spPr>
          <a:xfrm>
            <a:off x="1" y="6641764"/>
            <a:ext cx="12192000" cy="216236"/>
          </a:xfrm>
          <a:prstGeom prst="rect">
            <a:avLst/>
          </a:prstGeom>
          <a:solidFill>
            <a:schemeClr val="accent2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>
              <a:cs typeface="思源黑体 CN Normal" panose="020B0400000000000000" charset="-122"/>
            </a:endParaRPr>
          </a:p>
        </p:txBody>
      </p:sp>
      <p:sp>
        <p:nvSpPr>
          <p:cNvPr id="19" name="任意多边形: 形状 18">
            <a:extLst>
              <a:ext uri="{FF2B5EF4-FFF2-40B4-BE49-F238E27FC236}">
                <a16:creationId xmlns:a16="http://schemas.microsoft.com/office/drawing/2014/main" id="{15A8A187-90A9-D200-2C3D-046943B334DD}"/>
              </a:ext>
            </a:extLst>
          </p:cNvPr>
          <p:cNvSpPr/>
          <p:nvPr/>
        </p:nvSpPr>
        <p:spPr>
          <a:xfrm flipV="1">
            <a:off x="0" y="6455318"/>
            <a:ext cx="6502400" cy="402681"/>
          </a:xfrm>
          <a:custGeom>
            <a:avLst/>
            <a:gdLst/>
            <a:ahLst/>
            <a:cxnLst>
              <a:cxn ang="3cd4">
                <a:pos x="hc" y="t"/>
              </a:cxn>
              <a:cxn ang="cd2">
                <a:pos x="l" y="vc"/>
              </a:cxn>
              <a:cxn ang="cd4">
                <a:pos x="hc" y="b"/>
              </a:cxn>
              <a:cxn ang="0">
                <a:pos x="r" y="vc"/>
              </a:cxn>
            </a:cxnLst>
            <a:rect l="l" t="t" r="r" b="b"/>
            <a:pathLst>
              <a:path w="11444" h="795">
                <a:moveTo>
                  <a:pt x="0" y="0"/>
                </a:moveTo>
                <a:lnTo>
                  <a:pt x="10649" y="0"/>
                </a:lnTo>
                <a:lnTo>
                  <a:pt x="11444" y="795"/>
                </a:lnTo>
                <a:lnTo>
                  <a:pt x="10649" y="795"/>
                </a:lnTo>
                <a:lnTo>
                  <a:pt x="0" y="795"/>
                </a:lnTo>
                <a:lnTo>
                  <a:pt x="0" y="0"/>
                </a:lnTo>
                <a:close/>
              </a:path>
            </a:pathLst>
          </a:custGeom>
          <a:solidFill>
            <a:schemeClr val="accent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rtlCol="0" anchor="ctr">
            <a:noAutofit/>
          </a:bodyPr>
          <a:lstStyle/>
          <a:p>
            <a:pPr algn="ctr"/>
            <a:endParaRPr lang="zh-CN" altLang="en-US">
              <a:cs typeface="思源黑体 CN Normal" panose="020B0400000000000000" charset="-122"/>
            </a:endParaRPr>
          </a:p>
        </p:txBody>
      </p:sp>
      <p:sp>
        <p:nvSpPr>
          <p:cNvPr id="20" name="文本框 19">
            <a:extLst>
              <a:ext uri="{FF2B5EF4-FFF2-40B4-BE49-F238E27FC236}">
                <a16:creationId xmlns:a16="http://schemas.microsoft.com/office/drawing/2014/main" id="{5C8665C6-BA4B-C7A4-FA37-4948398C998F}"/>
              </a:ext>
            </a:extLst>
          </p:cNvPr>
          <p:cNvSpPr txBox="1"/>
          <p:nvPr/>
        </p:nvSpPr>
        <p:spPr>
          <a:xfrm>
            <a:off x="420007" y="402681"/>
            <a:ext cx="2352221" cy="40011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342900" indent="-342900">
              <a:buFont typeface="思源黑体 CN Normal" panose="020B0400000000000000" charset="-122"/>
              <a:buChar char="•"/>
            </a:pPr>
            <a:endParaRPr lang="zh-CN" altLang="en-US" sz="2000">
              <a:solidFill>
                <a:schemeClr val="tx1">
                  <a:lumMod val="65000"/>
                  <a:lumOff val="35000"/>
                </a:schemeClr>
              </a:solidFill>
              <a:latin typeface="MiSans Normal" pitchFamily="2" charset="-122"/>
              <a:ea typeface="MiSans Normal" pitchFamily="2" charset="-122"/>
              <a:cs typeface="思源黑体 CN Normal" panose="020B0400000000000000" charset="-122"/>
            </a:endParaRPr>
          </a:p>
        </p:txBody>
      </p:sp>
      <p:sp>
        <p:nvSpPr>
          <p:cNvPr id="2" name="矩形 1">
            <a:extLst>
              <a:ext uri="{FF2B5EF4-FFF2-40B4-BE49-F238E27FC236}">
                <a16:creationId xmlns:a16="http://schemas.microsoft.com/office/drawing/2014/main" id="{1F777A62-2601-484A-A176-5DDC43C0B8F5}"/>
              </a:ext>
            </a:extLst>
          </p:cNvPr>
          <p:cNvSpPr/>
          <p:nvPr/>
        </p:nvSpPr>
        <p:spPr>
          <a:xfrm>
            <a:off x="669926" y="2848645"/>
            <a:ext cx="10850562" cy="2725347"/>
          </a:xfrm>
          <a:prstGeom prst="rect">
            <a:avLst/>
          </a:prstGeom>
          <a:solidFill>
            <a:schemeClr val="accent1"/>
          </a:solidFill>
          <a:ln w="25400" cap="flat" cmpd="sng" algn="ctr">
            <a:noFill/>
            <a:prstDash val="solid"/>
          </a:ln>
          <a:effectLst/>
        </p:spPr>
        <p:txBody>
          <a:bodyPr lIns="80632" tIns="40316" rIns="80632" bIns="40316" rtlCol="0" anchor="ctr"/>
          <a:lstStyle/>
          <a:p>
            <a:pPr algn="ctr"/>
            <a:endParaRPr lang="zh-CN" altLang="en-US" kern="0" dirty="0">
              <a:solidFill>
                <a:sysClr val="window" lastClr="FFFFFF"/>
              </a:solidFill>
              <a:latin typeface="MiSans" panose="00000500000000000000" pitchFamily="2" charset="-122"/>
              <a:ea typeface="MiSans" panose="00000500000000000000" pitchFamily="2" charset="-122"/>
            </a:endParaRPr>
          </a:p>
        </p:txBody>
      </p:sp>
      <p:sp>
        <p:nvSpPr>
          <p:cNvPr id="4" name="矩形: 圆角 3">
            <a:extLst>
              <a:ext uri="{FF2B5EF4-FFF2-40B4-BE49-F238E27FC236}">
                <a16:creationId xmlns:a16="http://schemas.microsoft.com/office/drawing/2014/main" id="{A68F8DFA-374A-4543-8F27-D337FC9A9137}"/>
              </a:ext>
            </a:extLst>
          </p:cNvPr>
          <p:cNvSpPr/>
          <p:nvPr/>
        </p:nvSpPr>
        <p:spPr>
          <a:xfrm flipH="1">
            <a:off x="529392" y="2848645"/>
            <a:ext cx="2598821" cy="3288630"/>
          </a:xfrm>
          <a:prstGeom prst="roundRect">
            <a:avLst>
              <a:gd name="adj" fmla="val 727"/>
            </a:avLst>
          </a:prstGeom>
          <a:solidFill>
            <a:sysClr val="window" lastClr="FFFFFF"/>
          </a:solidFill>
          <a:ln w="12700" cap="flat" cmpd="sng" algn="ctr">
            <a:noFill/>
            <a:prstDash val="solid"/>
            <a:miter lim="800000"/>
          </a:ln>
          <a:effectLst>
            <a:outerShdw blurRad="1270000" dist="1092200" dir="8100000" sx="90000" sy="90000" algn="tr" rotWithShape="0">
              <a:prstClr val="black">
                <a:alpha val="15000"/>
              </a:prstClr>
            </a:outerShdw>
          </a:effectLst>
        </p:spPr>
        <p:txBody>
          <a:bodyPr rtlCol="0" anchor="ctr"/>
          <a:lstStyle/>
          <a:p>
            <a:pPr marL="0" marR="0" lvl="0" indent="0" algn="ctr" defTabSz="28575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id-ID" sz="1100" b="0" i="0" u="none" strike="noStrike" kern="0" cap="none" spc="0" normalizeH="0" baseline="0" noProof="0" dirty="0">
              <a:ln>
                <a:noFill/>
              </a:ln>
              <a:solidFill>
                <a:prstClr val="black">
                  <a:lumMod val="65000"/>
                  <a:lumOff val="35000"/>
                </a:prstClr>
              </a:solidFill>
              <a:effectLst/>
              <a:uLnTx/>
              <a:uFillTx/>
              <a:latin typeface="MiSans Normal" pitchFamily="2" charset="-122"/>
              <a:ea typeface="MiSans Normal" pitchFamily="2" charset="-122"/>
              <a:sym typeface="MiSans" panose="00000500000000000000" pitchFamily="2" charset="-122"/>
            </a:endParaRPr>
          </a:p>
        </p:txBody>
      </p:sp>
      <p:sp>
        <p:nvSpPr>
          <p:cNvPr id="6" name="矩形: 圆角 5">
            <a:extLst>
              <a:ext uri="{FF2B5EF4-FFF2-40B4-BE49-F238E27FC236}">
                <a16:creationId xmlns:a16="http://schemas.microsoft.com/office/drawing/2014/main" id="{2D6AE3CF-800C-0C4A-A890-06C988037A6F}"/>
              </a:ext>
            </a:extLst>
          </p:cNvPr>
          <p:cNvSpPr/>
          <p:nvPr/>
        </p:nvSpPr>
        <p:spPr>
          <a:xfrm>
            <a:off x="1028351" y="3146538"/>
            <a:ext cx="1600904" cy="432835"/>
          </a:xfrm>
          <a:prstGeom prst="roundRect">
            <a:avLst>
              <a:gd name="adj" fmla="val 50000"/>
            </a:avLst>
          </a:prstGeom>
          <a:solidFill>
            <a:schemeClr val="accent2"/>
          </a:solidFill>
          <a:ln w="12700" cap="flat" cmpd="sng" algn="ctr">
            <a:noFill/>
            <a:prstDash val="solid"/>
            <a:miter lim="800000"/>
          </a:ln>
          <a:effectLst>
            <a:outerShdw blurRad="381000" sx="102000" sy="102000" algn="ctr" rotWithShape="0">
              <a:prstClr val="black">
                <a:alpha val="15000"/>
              </a:prstClr>
            </a:outerShdw>
          </a:effectLst>
        </p:spPr>
        <p:txBody>
          <a:bodyPr rtlCol="0" anchor="ctr"/>
          <a:lstStyle/>
          <a:p>
            <a:pPr marL="0" marR="0" lvl="0" indent="0" algn="ctr" defTabSz="45720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Pct val="25000"/>
              <a:buFontTx/>
              <a:buNone/>
              <a:tabLst/>
              <a:defRPr/>
            </a:pPr>
            <a:endParaRPr kumimoji="0" lang="zh-CN" altLang="en-US" b="1" i="0" u="none" strike="noStrike" kern="0" cap="none" spc="0" normalizeH="0" baseline="0" noProof="0" dirty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MiSans Normal" pitchFamily="2" charset="-122"/>
              <a:ea typeface="MiSans Normal" pitchFamily="2" charset="-122"/>
            </a:endParaRPr>
          </a:p>
        </p:txBody>
      </p:sp>
      <p:sp>
        <p:nvSpPr>
          <p:cNvPr id="8" name="矩形: 圆角 7">
            <a:extLst>
              <a:ext uri="{FF2B5EF4-FFF2-40B4-BE49-F238E27FC236}">
                <a16:creationId xmlns:a16="http://schemas.microsoft.com/office/drawing/2014/main" id="{6A78F19A-08D7-CF49-8BAA-B32CB21BC53B}"/>
              </a:ext>
            </a:extLst>
          </p:cNvPr>
          <p:cNvSpPr/>
          <p:nvPr/>
        </p:nvSpPr>
        <p:spPr>
          <a:xfrm flipH="1">
            <a:off x="3497179" y="2800519"/>
            <a:ext cx="2598821" cy="3288630"/>
          </a:xfrm>
          <a:prstGeom prst="roundRect">
            <a:avLst>
              <a:gd name="adj" fmla="val 727"/>
            </a:avLst>
          </a:prstGeom>
          <a:solidFill>
            <a:sysClr val="window" lastClr="FFFFFF"/>
          </a:solidFill>
          <a:ln w="12700" cap="flat" cmpd="sng" algn="ctr">
            <a:noFill/>
            <a:prstDash val="solid"/>
            <a:miter lim="800000"/>
          </a:ln>
          <a:effectLst>
            <a:outerShdw blurRad="1270000" dist="1092200" dir="8100000" sx="90000" sy="90000" algn="tr" rotWithShape="0">
              <a:prstClr val="black">
                <a:alpha val="15000"/>
              </a:prstClr>
            </a:outerShdw>
          </a:effectLst>
        </p:spPr>
        <p:txBody>
          <a:bodyPr rtlCol="0" anchor="ctr"/>
          <a:lstStyle/>
          <a:p>
            <a:pPr marL="0" marR="0" lvl="0" indent="0" algn="ctr" defTabSz="28575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id-ID" sz="1100" b="0" i="0" u="none" strike="noStrike" kern="0" cap="none" spc="0" normalizeH="0" baseline="0" noProof="0" dirty="0">
              <a:ln>
                <a:noFill/>
              </a:ln>
              <a:solidFill>
                <a:prstClr val="black">
                  <a:lumMod val="65000"/>
                  <a:lumOff val="35000"/>
                </a:prstClr>
              </a:solidFill>
              <a:effectLst/>
              <a:uLnTx/>
              <a:uFillTx/>
              <a:latin typeface="MiSans Normal" pitchFamily="2" charset="-122"/>
              <a:ea typeface="MiSans Normal" pitchFamily="2" charset="-122"/>
              <a:sym typeface="MiSans" panose="00000500000000000000" pitchFamily="2" charset="-122"/>
            </a:endParaRPr>
          </a:p>
        </p:txBody>
      </p:sp>
      <p:sp>
        <p:nvSpPr>
          <p:cNvPr id="10" name="矩形: 圆角 9">
            <a:extLst>
              <a:ext uri="{FF2B5EF4-FFF2-40B4-BE49-F238E27FC236}">
                <a16:creationId xmlns:a16="http://schemas.microsoft.com/office/drawing/2014/main" id="{D86D55F7-83D3-FD4B-B80F-3914BCA00D2E}"/>
              </a:ext>
            </a:extLst>
          </p:cNvPr>
          <p:cNvSpPr/>
          <p:nvPr/>
        </p:nvSpPr>
        <p:spPr>
          <a:xfrm>
            <a:off x="4076351" y="3146538"/>
            <a:ext cx="1600904" cy="432835"/>
          </a:xfrm>
          <a:prstGeom prst="roundRect">
            <a:avLst>
              <a:gd name="adj" fmla="val 50000"/>
            </a:avLst>
          </a:prstGeom>
          <a:solidFill>
            <a:schemeClr val="accent2"/>
          </a:solidFill>
          <a:ln w="12700" cap="flat" cmpd="sng" algn="ctr">
            <a:noFill/>
            <a:prstDash val="solid"/>
            <a:miter lim="800000"/>
          </a:ln>
          <a:effectLst>
            <a:outerShdw blurRad="381000" sx="102000" sy="102000" algn="ctr" rotWithShape="0">
              <a:prstClr val="black">
                <a:alpha val="15000"/>
              </a:prstClr>
            </a:outerShdw>
          </a:effectLst>
        </p:spPr>
        <p:txBody>
          <a:bodyPr rtlCol="0" anchor="ctr"/>
          <a:lstStyle/>
          <a:p>
            <a:pPr marL="0" marR="0" lvl="0" indent="0" algn="ctr" defTabSz="45720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Pct val="25000"/>
              <a:buFontTx/>
              <a:buNone/>
              <a:tabLst/>
              <a:defRPr/>
            </a:pPr>
            <a:endParaRPr kumimoji="0" lang="zh-CN" altLang="en-US" b="1" i="0" u="none" strike="noStrike" kern="0" cap="none" spc="0" normalizeH="0" baseline="0" noProof="0" dirty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MiSans Normal" pitchFamily="2" charset="-122"/>
              <a:ea typeface="MiSans Normal" pitchFamily="2" charset="-122"/>
            </a:endParaRPr>
          </a:p>
        </p:txBody>
      </p:sp>
      <p:sp>
        <p:nvSpPr>
          <p:cNvPr id="12" name="文本框 11">
            <a:extLst>
              <a:ext uri="{FF2B5EF4-FFF2-40B4-BE49-F238E27FC236}">
                <a16:creationId xmlns:a16="http://schemas.microsoft.com/office/drawing/2014/main" id="{C3A73AF6-00D3-8145-9740-02539C64BDCB}"/>
              </a:ext>
            </a:extLst>
          </p:cNvPr>
          <p:cNvSpPr txBox="1"/>
          <p:nvPr/>
        </p:nvSpPr>
        <p:spPr>
          <a:xfrm>
            <a:off x="883610" y="3818119"/>
            <a:ext cx="1890383" cy="1996316"/>
          </a:xfrm>
          <a:prstGeom prst="rect">
            <a:avLst/>
          </a:prstGeom>
        </p:spPr>
        <p:txBody>
          <a:bodyPr wrap="square">
            <a:normAutofit/>
          </a:bodyPr>
          <a:lstStyle>
            <a:defPPr>
              <a:defRPr lang="zh-CN"/>
            </a:defPPr>
            <a:lvl1pPr defTabSz="457143">
              <a:lnSpc>
                <a:spcPct val="130000"/>
              </a:lnSpc>
              <a:defRPr sz="1200">
                <a:solidFill>
                  <a:schemeClr val="bg1">
                    <a:lumMod val="50000"/>
                  </a:schemeClr>
                </a:solidFill>
                <a:latin typeface="Source Han Sans CN Normal" panose="020B0400000000000000" pitchFamily="34" charset="-128"/>
                <a:ea typeface="Source Han Sans CN Normal" panose="020B0400000000000000" pitchFamily="34" charset="-128"/>
              </a:defRPr>
            </a:lvl1pPr>
          </a:lstStyle>
          <a:p>
            <a:pPr algn="ctr">
              <a:lnSpc>
                <a:spcPct val="150000"/>
              </a:lnSpc>
            </a:pPr>
            <a:r>
              <a:rPr lang="en-US" altLang="zh-CN" sz="1400">
                <a:latin typeface="MiSans Normal" pitchFamily="2" charset="-122"/>
                <a:ea typeface="MiSans Normal" pitchFamily="2" charset="-122"/>
                <a:cs typeface="Alibaba PuHuiTi" pitchFamily="18" charset="-122"/>
              </a:rPr>
              <a:t>AI</a:t>
            </a:r>
            <a:r>
              <a:rPr lang="zh-CN" altLang="en-US" sz="1400">
                <a:latin typeface="MiSans Normal" pitchFamily="2" charset="-122"/>
                <a:ea typeface="MiSans Normal" pitchFamily="2" charset="-122"/>
                <a:cs typeface="Alibaba PuHuiTi" pitchFamily="18" charset="-122"/>
              </a:rPr>
              <a:t>客服降本增效方案</a:t>
            </a:r>
          </a:p>
          <a:p>
            <a:pPr algn="ctr">
              <a:lnSpc>
                <a:spcPct val="150000"/>
              </a:lnSpc>
            </a:pPr>
            <a:r>
              <a:rPr lang="zh-CN" altLang="en-US" sz="1400">
                <a:latin typeface="MiSans Normal" pitchFamily="2" charset="-122"/>
                <a:ea typeface="MiSans Normal" pitchFamily="2" charset="-122"/>
                <a:cs typeface="Alibaba PuHuiTi" pitchFamily="18" charset="-122"/>
              </a:rPr>
              <a:t>的分阶段落地方案</a:t>
            </a:r>
            <a:endParaRPr lang="zh-CN" altLang="en-US" sz="1400" dirty="0">
              <a:latin typeface="MiSans Normal" pitchFamily="2" charset="-122"/>
              <a:ea typeface="MiSans Normal" pitchFamily="2" charset="-122"/>
              <a:cs typeface="Alibaba PuHuiTi" pitchFamily="18" charset="-122"/>
            </a:endParaRPr>
          </a:p>
        </p:txBody>
      </p:sp>
      <p:sp>
        <p:nvSpPr>
          <p:cNvPr id="13" name="文本框 12">
            <a:extLst>
              <a:ext uri="{FF2B5EF4-FFF2-40B4-BE49-F238E27FC236}">
                <a16:creationId xmlns:a16="http://schemas.microsoft.com/office/drawing/2014/main" id="{8B9A2BCC-5EAA-6045-8D0E-EF49CFF0DE76}"/>
              </a:ext>
            </a:extLst>
          </p:cNvPr>
          <p:cNvSpPr txBox="1"/>
          <p:nvPr/>
        </p:nvSpPr>
        <p:spPr>
          <a:xfrm>
            <a:off x="3851398" y="3818119"/>
            <a:ext cx="1890383" cy="1996316"/>
          </a:xfrm>
          <a:prstGeom prst="rect">
            <a:avLst/>
          </a:prstGeom>
        </p:spPr>
        <p:txBody>
          <a:bodyPr wrap="square">
            <a:normAutofit/>
          </a:bodyPr>
          <a:lstStyle>
            <a:defPPr>
              <a:defRPr lang="zh-CN"/>
            </a:defPPr>
            <a:lvl1pPr defTabSz="457143">
              <a:lnSpc>
                <a:spcPct val="130000"/>
              </a:lnSpc>
              <a:defRPr sz="1200">
                <a:solidFill>
                  <a:schemeClr val="bg1">
                    <a:lumMod val="50000"/>
                  </a:schemeClr>
                </a:solidFill>
                <a:latin typeface="Source Han Sans CN Normal" panose="020B0400000000000000" pitchFamily="34" charset="-128"/>
                <a:ea typeface="Source Han Sans CN Normal" panose="020B0400000000000000" pitchFamily="34" charset="-128"/>
              </a:defRPr>
            </a:lvl1pPr>
          </a:lstStyle>
          <a:p>
            <a:pPr algn="ctr">
              <a:lnSpc>
                <a:spcPct val="150000"/>
              </a:lnSpc>
            </a:pPr>
            <a:r>
              <a:rPr lang="zh-CN" altLang="en-US" sz="1400">
                <a:latin typeface="MiSans Normal" pitchFamily="2" charset="-122"/>
                <a:ea typeface="MiSans Normal" pitchFamily="2" charset="-122"/>
                <a:cs typeface="Alibaba PuHuiTi" pitchFamily="18" charset="-122"/>
              </a:rPr>
              <a:t>内容由</a:t>
            </a:r>
            <a:r>
              <a:rPr lang="en-US" altLang="zh-CN" sz="1400">
                <a:latin typeface="MiSans Normal" pitchFamily="2" charset="-122"/>
                <a:ea typeface="MiSans Normal" pitchFamily="2" charset="-122"/>
                <a:cs typeface="Alibaba PuHuiTi" pitchFamily="18" charset="-122"/>
              </a:rPr>
              <a:t>AI</a:t>
            </a:r>
            <a:r>
              <a:rPr lang="zh-CN" altLang="en-US" sz="1400">
                <a:latin typeface="MiSans Normal" pitchFamily="2" charset="-122"/>
                <a:ea typeface="MiSans Normal" pitchFamily="2" charset="-122"/>
                <a:cs typeface="Alibaba PuHuiTi" pitchFamily="18" charset="-122"/>
              </a:rPr>
              <a:t>生成</a:t>
            </a:r>
            <a:endParaRPr lang="zh-CN" altLang="en-US" sz="1400" dirty="0">
              <a:latin typeface="MiSans Normal" pitchFamily="2" charset="-122"/>
              <a:ea typeface="MiSans Normal" pitchFamily="2" charset="-122"/>
              <a:cs typeface="Alibaba PuHuiTi" pitchFamily="18" charset="-122"/>
            </a:endParaRPr>
          </a:p>
        </p:txBody>
      </p:sp>
      <p:sp>
        <p:nvSpPr>
          <p:cNvPr id="14" name="文本框 13">
            <a:extLst>
              <a:ext uri="{FF2B5EF4-FFF2-40B4-BE49-F238E27FC236}">
                <a16:creationId xmlns:a16="http://schemas.microsoft.com/office/drawing/2014/main" id="{B54A4F0E-CC83-824D-A404-1245DD44052C}"/>
              </a:ext>
            </a:extLst>
          </p:cNvPr>
          <p:cNvSpPr txBox="1"/>
          <p:nvPr/>
        </p:nvSpPr>
        <p:spPr>
          <a:xfrm>
            <a:off x="1327833" y="1145943"/>
            <a:ext cx="3041829" cy="584775"/>
          </a:xfrm>
          <a:prstGeom prst="rect">
            <a:avLst/>
          </a:prstGeom>
          <a:noFill/>
        </p:spPr>
        <p:txBody>
          <a:bodyPr wrap="square" rtlCol="0">
            <a:spAutoFit/>
            <a:scene3d>
              <a:camera prst="orthographicFront"/>
              <a:lightRig rig="threePt" dir="t"/>
            </a:scene3d>
            <a:sp3d contourW="12700"/>
          </a:bodyPr>
          <a:lstStyle/>
          <a:p>
            <a:endParaRPr lang="zh-CN" altLang="en-US" sz="3200" b="1" dirty="0">
              <a:solidFill>
                <a:schemeClr val="tx1">
                  <a:lumMod val="75000"/>
                  <a:lumOff val="25000"/>
                </a:schemeClr>
              </a:solidFill>
              <a:latin typeface="MiSans" pitchFamily="2" charset="-122"/>
              <a:ea typeface="MiSans" pitchFamily="2" charset="-122"/>
              <a:sym typeface="思源黑体 CN Medium" panose="020B0600000000000000" pitchFamily="34" charset="-122"/>
            </a:endParaRPr>
          </a:p>
        </p:txBody>
      </p:sp>
      <p:sp>
        <p:nvSpPr>
          <p:cNvPr id="15" name="矩形 14">
            <a:extLst>
              <a:ext uri="{FF2B5EF4-FFF2-40B4-BE49-F238E27FC236}">
                <a16:creationId xmlns:a16="http://schemas.microsoft.com/office/drawing/2014/main" id="{42BC9102-B9A9-B349-9D0E-E15EE9DFE7C5}"/>
              </a:ext>
            </a:extLst>
          </p:cNvPr>
          <p:cNvSpPr/>
          <p:nvPr/>
        </p:nvSpPr>
        <p:spPr>
          <a:xfrm>
            <a:off x="1327833" y="1706312"/>
            <a:ext cx="3600759" cy="377411"/>
          </a:xfrm>
          <a:prstGeom prst="rect">
            <a:avLst/>
          </a:prstGeom>
        </p:spPr>
        <p:txBody>
          <a:bodyPr wrap="square">
            <a:normAutofit/>
          </a:bodyPr>
          <a:lstStyle/>
          <a:p>
            <a:pPr>
              <a:lnSpc>
                <a:spcPct val="150000"/>
              </a:lnSpc>
            </a:pPr>
            <a:r>
              <a:rPr lang="zh-CN" altLang="en-US" sz="1400" i="1">
                <a:solidFill>
                  <a:schemeClr val="bg1">
                    <a:lumMod val="50000"/>
                  </a:schemeClr>
                </a:solidFill>
                <a:latin typeface="MiSans Normal" pitchFamily="2" charset="-122"/>
                <a:ea typeface="MiSans Normal" pitchFamily="2" charset="-122"/>
              </a:rPr>
              <a:t>方案设计</a:t>
            </a:r>
            <a:endParaRPr lang="zh-CN" altLang="en-US" sz="1400" i="1" dirty="0">
              <a:solidFill>
                <a:schemeClr val="bg1">
                  <a:lumMod val="50000"/>
                </a:schemeClr>
              </a:solidFill>
              <a:latin typeface="MiSans Normal" pitchFamily="2" charset="-122"/>
              <a:ea typeface="MiSans Normal" pitchFamily="2" charset="-122"/>
            </a:endParaRPr>
          </a:p>
        </p:txBody>
      </p:sp>
      <p:sp>
        <p:nvSpPr>
          <p:cNvPr id="17" name="任意多边形: 形状 16">
            <a:extLst>
              <a:ext uri="{FF2B5EF4-FFF2-40B4-BE49-F238E27FC236}">
                <a16:creationId xmlns:a16="http://schemas.microsoft.com/office/drawing/2014/main" id="{77FB484D-13F8-4826-B89E-729CBBF713EA}"/>
              </a:ext>
            </a:extLst>
          </p:cNvPr>
          <p:cNvSpPr/>
          <p:nvPr/>
        </p:nvSpPr>
        <p:spPr>
          <a:xfrm>
            <a:off x="6096000" y="2825221"/>
            <a:ext cx="4886704" cy="2748771"/>
          </a:xfrm>
          <a:custGeom>
            <a:avLst/>
            <a:gdLst>
              <a:gd name="connsiteX0" fmla="*/ 0 w 4886704"/>
              <a:gd name="connsiteY0" fmla="*/ 0 h 2748771"/>
              <a:gd name="connsiteX1" fmla="*/ 4886704 w 4886704"/>
              <a:gd name="connsiteY1" fmla="*/ 0 h 2748771"/>
              <a:gd name="connsiteX2" fmla="*/ 4886704 w 4886704"/>
              <a:gd name="connsiteY2" fmla="*/ 2748771 h 2748771"/>
              <a:gd name="connsiteX3" fmla="*/ 0 w 4886704"/>
              <a:gd name="connsiteY3" fmla="*/ 2748771 h 2748771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</a:cxnLst>
            <a:rect l="l" t="t" r="r" b="b"/>
            <a:pathLst>
              <a:path w="4886704" h="2748771">
                <a:moveTo>
                  <a:pt x="0" y="0"/>
                </a:moveTo>
                <a:lnTo>
                  <a:pt x="4886704" y="0"/>
                </a:lnTo>
                <a:lnTo>
                  <a:pt x="4886704" y="2748771"/>
                </a:lnTo>
                <a:lnTo>
                  <a:pt x="0" y="2748771"/>
                </a:lnTo>
                <a:close/>
              </a:path>
            </a:pathLst>
          </a:custGeom>
          <a:blipFill>
            <a:blip r:embed="rId2"/>
            <a:srcRect/>
            <a:stretch>
              <a:fillRect t="-9260" b="-9260"/>
            </a:stretch>
          </a:blipFill>
          <a:ln w="12700" cap="flat" cmpd="sng" algn="ctr">
            <a:noFill/>
            <a:prstDash val="solid"/>
            <a:miter lim="800000"/>
          </a:ln>
          <a:effectLst/>
          <a:extLst>
            <a:ext uri="{91240B29-F687-4F45-9708-019B960494DF}">
              <a14:hiddenLine xmlns:a14="http://schemas.microsoft.com/office/drawing/2010/main" w="12700" cap="flat" cmpd="sng" algn="ctr">
                <a:solidFill>
                  <a:schemeClr val="accent1">
                    <a:shade val="50000"/>
                  </a:schemeClr>
                </a:solidFill>
                <a:prstDash val="solid"/>
                <a:miter lim="800000"/>
              </a14:hiddenLine>
            </a:ext>
          </a:ex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sp>
        <p:nvSpPr>
          <p:cNvPr id="16" name="文本框 15">
            <a:extLst>
              <a:ext uri="{FF2B5EF4-FFF2-40B4-BE49-F238E27FC236}">
                <a16:creationId xmlns:a16="http://schemas.microsoft.com/office/drawing/2014/main" id="{433496D6-B423-3F4B-80A8-D506DBFCF396}"/>
              </a:ext>
            </a:extLst>
          </p:cNvPr>
          <p:cNvSpPr txBox="1"/>
          <p:nvPr/>
        </p:nvSpPr>
        <p:spPr>
          <a:xfrm>
            <a:off x="6244802" y="1056903"/>
            <a:ext cx="4619365" cy="380553"/>
          </a:xfrm>
          <a:prstGeom prst="rect">
            <a:avLst/>
          </a:prstGeom>
        </p:spPr>
        <p:txBody>
          <a:bodyPr wrap="square">
            <a:spAutoFit/>
          </a:bodyPr>
          <a:lstStyle>
            <a:defPPr>
              <a:defRPr lang="zh-CN"/>
            </a:defPPr>
            <a:lvl1pPr defTabSz="457143">
              <a:lnSpc>
                <a:spcPct val="130000"/>
              </a:lnSpc>
              <a:defRPr sz="1200">
                <a:solidFill>
                  <a:schemeClr val="bg1">
                    <a:lumMod val="50000"/>
                  </a:schemeClr>
                </a:solidFill>
                <a:latin typeface="Source Han Sans CN Normal" panose="020B0400000000000000" pitchFamily="34" charset="-128"/>
                <a:ea typeface="Source Han Sans CN Normal" panose="020B0400000000000000" pitchFamily="34" charset="-128"/>
              </a:defRPr>
            </a:lvl1pPr>
          </a:lstStyle>
          <a:p>
            <a:pPr>
              <a:lnSpc>
                <a:spcPct val="150000"/>
              </a:lnSpc>
            </a:pPr>
            <a:endParaRPr lang="zh-CN" altLang="en-US" sz="1400" dirty="0">
              <a:latin typeface="MiSans Normal" pitchFamily="2" charset="-122"/>
              <a:ea typeface="MiSans Normal" pitchFamily="2" charset="-122"/>
              <a:cs typeface="Alibaba PuHuiTi" pitchFamily="18" charset="-122"/>
            </a:endParaRPr>
          </a:p>
        </p:txBody>
      </p:sp>
      <p:sp>
        <p:nvSpPr>
          <p:cNvPr id="3" name="文本框 2">
            <a:extLst>
              <a:ext uri="{FF2B5EF4-FFF2-40B4-BE49-F238E27FC236}">
                <a16:creationId xmlns:a16="http://schemas.microsoft.com/office/drawing/2014/main" id="{6C41F145-BF21-2399-CCC8-4E13D41B4036}"/>
              </a:ext>
            </a:extLst>
          </p:cNvPr>
          <p:cNvSpPr txBox="1"/>
          <p:nvPr/>
        </p:nvSpPr>
        <p:spPr>
          <a:xfrm>
            <a:off x="1219200" y="1645920"/>
            <a:ext cx="9753600" cy="369332"/>
          </a:xfrm>
          <a:prstGeom prst="rect">
            <a:avLst/>
          </a:prstGeom>
          <a:noFill/>
        </p:spPr>
        <p:txBody>
          <a:bodyPr vert="horz" wrap="square" rtlCol="0">
            <a:normAutofit/>
          </a:bodyPr>
          <a:lstStyle/>
          <a:p>
            <a:r>
              <a:rPr lang="en-US" altLang="zh-CN" sz="1400"/>
              <a:t>AI</a:t>
            </a:r>
            <a:r>
              <a:rPr lang="zh-CN" altLang="en-US" sz="1400"/>
              <a:t>客服降本增效方案的分阶段落地方案 内容由</a:t>
            </a:r>
            <a:r>
              <a:rPr lang="en-US" altLang="zh-CN" sz="1400"/>
              <a:t>AI</a:t>
            </a:r>
            <a:r>
              <a:rPr lang="zh-CN" altLang="en-US" sz="1400"/>
              <a:t>生成</a:t>
            </a:r>
          </a:p>
        </p:txBody>
      </p:sp>
    </p:spTree>
    <p:extLst>
      <p:ext uri="{BB962C8B-B14F-4D97-AF65-F5344CB8AC3E}">
        <p14:creationId xmlns:p14="http://schemas.microsoft.com/office/powerpoint/2010/main" val="1678635745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2" presetClass="entr" presetSubtype="8" decel="100000" fill="hold" grpId="0" nodeType="withEffect" nodePh="1">
                                  <p:stCondLst>
                                    <p:cond delay="0"/>
                                  </p:stCondLst>
                                  <p:endCondLst>
                                    <p:cond evt="begin" delay="0">
                                      <p:tn val="5"/>
                                    </p:cond>
                                  </p:end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7" dur="1000" fill="hold"/>
                                        <p:tgtEl>
                                          <p:spTgt spid="14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0-#ppt_w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8" dur="1000" fill="hold"/>
                                        <p:tgtEl>
                                          <p:spTgt spid="14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9" presetID="2" presetClass="entr" presetSubtype="8" decel="100000" fill="hold" grpId="0" nodeType="withEffect">
                                  <p:stCondLst>
                                    <p:cond delay="20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1" dur="1000" fill="hold"/>
                                        <p:tgtEl>
                                          <p:spTgt spid="15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0-#ppt_w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12" dur="1000" fill="hold"/>
                                        <p:tgtEl>
                                          <p:spTgt spid="15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13" presetID="22" presetClass="entr" presetSubtype="8" fill="hold" grpId="0" nodeType="withEffect" nodePh="1">
                                  <p:stCondLst>
                                    <p:cond delay="400"/>
                                  </p:stCondLst>
                                  <p:endCondLst>
                                    <p:cond evt="begin" delay="0">
                                      <p:tn val="13"/>
                                    </p:cond>
                                  </p:end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15" dur="500"/>
                                        <p:tgtEl>
                                          <p:spTgt spid="1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6" presetID="2" presetClass="entr" presetSubtype="4" accel="19000" decel="81000" fill="hold" grpId="0" nodeType="withEffect">
                                  <p:stCondLst>
                                    <p:cond delay="600"/>
                                  </p:stCondLst>
                                  <p:childTnLst>
                                    <p:set>
                                      <p:cBhvr>
                                        <p:cTn id="1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8" dur="1000" fill="hold"/>
                                        <p:tgtEl>
                                          <p:spTgt spid="2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19" dur="1000" fill="hold"/>
                                        <p:tgtEl>
                                          <p:spTgt spid="2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20" presetID="2" presetClass="entr" presetSubtype="4" accel="19000" decel="81000" fill="hold" grpId="0" nodeType="withEffect">
                                  <p:stCondLst>
                                    <p:cond delay="800"/>
                                  </p:stCondLst>
                                  <p:childTnLst>
                                    <p:set>
                                      <p:cBhvr>
                                        <p:cTn id="2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22" dur="1000" fill="hold"/>
                                        <p:tgtEl>
                                          <p:spTgt spid="4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23" dur="1000" fill="hold"/>
                                        <p:tgtEl>
                                          <p:spTgt spid="4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24" presetID="2" presetClass="entr" presetSubtype="4" accel="19000" decel="81000" fill="hold" grpId="0" nodeType="withEffect">
                                  <p:stCondLst>
                                    <p:cond delay="1000"/>
                                  </p:stCondLst>
                                  <p:childTnLst>
                                    <p:set>
                                      <p:cBhvr>
                                        <p:cTn id="2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26" dur="1000" fill="hold"/>
                                        <p:tgtEl>
                                          <p:spTgt spid="8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27" dur="1000" fill="hold"/>
                                        <p:tgtEl>
                                          <p:spTgt spid="8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28" presetID="10" presetClass="entr" presetSubtype="0" fill="hold" grpId="0" nodeType="withEffect">
                                  <p:stCondLst>
                                    <p:cond delay="1200"/>
                                  </p:stCondLst>
                                  <p:childTnLst>
                                    <p:set>
                                      <p:cBhvr>
                                        <p:cTn id="2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0" dur="300"/>
                                        <p:tgtEl>
                                          <p:spTgt spid="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31" presetID="10" presetClass="entr" presetSubtype="0" fill="hold" grpId="0" nodeType="withEffect">
                                  <p:stCondLst>
                                    <p:cond delay="1400"/>
                                  </p:stCondLst>
                                  <p:childTnLst>
                                    <p:set>
                                      <p:cBhvr>
                                        <p:cTn id="3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3" dur="300"/>
                                        <p:tgtEl>
                                          <p:spTgt spid="1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34" presetID="10" presetClass="entr" presetSubtype="0" fill="hold" grpId="0" nodeType="withEffect">
                                  <p:stCondLst>
                                    <p:cond delay="1600"/>
                                  </p:stCondLst>
                                  <p:childTnLst>
                                    <p:set>
                                      <p:cBhvr>
                                        <p:cTn id="3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6" dur="300"/>
                                        <p:tgtEl>
                                          <p:spTgt spid="1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37" presetID="10" presetClass="entr" presetSubtype="0" fill="hold" grpId="0" nodeType="withEffect">
                                  <p:stCondLst>
                                    <p:cond delay="1800"/>
                                  </p:stCondLst>
                                  <p:childTnLst>
                                    <p:set>
                                      <p:cBhvr>
                                        <p:cTn id="3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9" dur="300"/>
                                        <p:tgtEl>
                                          <p:spTgt spid="1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40" presetID="10" presetClass="entr" presetSubtype="0" fill="hold" grpId="0" nodeType="withEffect">
                                  <p:stCondLst>
                                    <p:cond delay="2000"/>
                                  </p:stCondLst>
                                  <p:childTnLst>
                                    <p:set>
                                      <p:cBhvr>
                                        <p:cTn id="4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42" dur="300"/>
                                        <p:tgtEl>
                                          <p:spTgt spid="1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2" grpId="0" animBg="1"/>
      <p:bldP spid="4" grpId="0" animBg="1"/>
      <p:bldP spid="6" grpId="0" animBg="1"/>
      <p:bldP spid="8" grpId="0" animBg="1"/>
      <p:bldP spid="10" grpId="0" animBg="1"/>
      <p:bldP spid="12" grpId="0"/>
      <p:bldP spid="13" grpId="0"/>
      <p:bldP spid="14" grpId="0"/>
      <p:bldP spid="15" grpId="0"/>
      <p:bldP spid="17" grpId="0" animBg="1"/>
      <p:bldP spid="16" grpId="0"/>
    </p:bldLst>
  </p:timing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8" name="矩形 17">
            <a:extLst>
              <a:ext uri="{FF2B5EF4-FFF2-40B4-BE49-F238E27FC236}">
                <a16:creationId xmlns:a16="http://schemas.microsoft.com/office/drawing/2014/main" id="{EA3C8B66-C9B9-889A-D78E-3467C14F0348}"/>
              </a:ext>
            </a:extLst>
          </p:cNvPr>
          <p:cNvSpPr/>
          <p:nvPr/>
        </p:nvSpPr>
        <p:spPr>
          <a:xfrm>
            <a:off x="1" y="6641764"/>
            <a:ext cx="12192000" cy="216236"/>
          </a:xfrm>
          <a:prstGeom prst="rect">
            <a:avLst/>
          </a:prstGeom>
          <a:solidFill>
            <a:schemeClr val="accent2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>
              <a:cs typeface="思源黑体 CN Normal" panose="020B0400000000000000" charset="-122"/>
            </a:endParaRPr>
          </a:p>
        </p:txBody>
      </p:sp>
      <p:sp>
        <p:nvSpPr>
          <p:cNvPr id="19" name="任意多边形: 形状 18">
            <a:extLst>
              <a:ext uri="{FF2B5EF4-FFF2-40B4-BE49-F238E27FC236}">
                <a16:creationId xmlns:a16="http://schemas.microsoft.com/office/drawing/2014/main" id="{338269F0-8C36-9DD3-1B95-62916C0995A0}"/>
              </a:ext>
            </a:extLst>
          </p:cNvPr>
          <p:cNvSpPr/>
          <p:nvPr/>
        </p:nvSpPr>
        <p:spPr>
          <a:xfrm flipV="1">
            <a:off x="0" y="6455318"/>
            <a:ext cx="6502400" cy="402681"/>
          </a:xfrm>
          <a:custGeom>
            <a:avLst/>
            <a:gdLst/>
            <a:ahLst/>
            <a:cxnLst>
              <a:cxn ang="3cd4">
                <a:pos x="hc" y="t"/>
              </a:cxn>
              <a:cxn ang="cd2">
                <a:pos x="l" y="vc"/>
              </a:cxn>
              <a:cxn ang="cd4">
                <a:pos x="hc" y="b"/>
              </a:cxn>
              <a:cxn ang="0">
                <a:pos x="r" y="vc"/>
              </a:cxn>
            </a:cxnLst>
            <a:rect l="l" t="t" r="r" b="b"/>
            <a:pathLst>
              <a:path w="11444" h="795">
                <a:moveTo>
                  <a:pt x="0" y="0"/>
                </a:moveTo>
                <a:lnTo>
                  <a:pt x="10649" y="0"/>
                </a:lnTo>
                <a:lnTo>
                  <a:pt x="11444" y="795"/>
                </a:lnTo>
                <a:lnTo>
                  <a:pt x="10649" y="795"/>
                </a:lnTo>
                <a:lnTo>
                  <a:pt x="0" y="795"/>
                </a:lnTo>
                <a:lnTo>
                  <a:pt x="0" y="0"/>
                </a:lnTo>
                <a:close/>
              </a:path>
            </a:pathLst>
          </a:custGeom>
          <a:solidFill>
            <a:schemeClr val="accent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rtlCol="0" anchor="ctr">
            <a:noAutofit/>
          </a:bodyPr>
          <a:lstStyle/>
          <a:p>
            <a:pPr algn="ctr"/>
            <a:endParaRPr lang="zh-CN" altLang="en-US">
              <a:cs typeface="思源黑体 CN Normal" panose="020B0400000000000000" charset="-122"/>
            </a:endParaRPr>
          </a:p>
        </p:txBody>
      </p:sp>
      <p:sp>
        <p:nvSpPr>
          <p:cNvPr id="20" name="文本框 19">
            <a:extLst>
              <a:ext uri="{FF2B5EF4-FFF2-40B4-BE49-F238E27FC236}">
                <a16:creationId xmlns:a16="http://schemas.microsoft.com/office/drawing/2014/main" id="{15FF1401-568B-5661-F3A3-DBB832E70DAB}"/>
              </a:ext>
            </a:extLst>
          </p:cNvPr>
          <p:cNvSpPr txBox="1"/>
          <p:nvPr/>
        </p:nvSpPr>
        <p:spPr>
          <a:xfrm>
            <a:off x="420007" y="402681"/>
            <a:ext cx="2352221" cy="400110"/>
          </a:xfrm>
          <a:prstGeom prst="rect">
            <a:avLst/>
          </a:prstGeom>
          <a:noFill/>
        </p:spPr>
        <p:txBody>
          <a:bodyPr wrap="square" rtlCol="0">
            <a:normAutofit/>
          </a:bodyPr>
          <a:lstStyle/>
          <a:p>
            <a:pPr marL="342900" indent="-342900">
              <a:buFont typeface="思源黑体 CN Normal" panose="020B0400000000000000" charset="-122"/>
              <a:buChar char="•"/>
            </a:pPr>
            <a:r>
              <a:rPr lang="zh-CN" altLang="en-US" sz="2000">
                <a:solidFill>
                  <a:schemeClr val="tx1">
                    <a:lumMod val="65000"/>
                    <a:lumOff val="35000"/>
                  </a:schemeClr>
                </a:solidFill>
                <a:latin typeface="MiSans Normal" pitchFamily="2" charset="-122"/>
                <a:ea typeface="MiSans Normal" pitchFamily="2" charset="-122"/>
                <a:cs typeface="思源黑体 CN Normal" panose="020B0400000000000000" charset="-122"/>
              </a:rPr>
              <a:t>方案架构</a:t>
            </a:r>
          </a:p>
        </p:txBody>
      </p:sp>
      <p:sp>
        <p:nvSpPr>
          <p:cNvPr id="2" name="箭头: 五边形 1">
            <a:extLst>
              <a:ext uri="{FF2B5EF4-FFF2-40B4-BE49-F238E27FC236}">
                <a16:creationId xmlns:a16="http://schemas.microsoft.com/office/drawing/2014/main" id="{F43DA9D2-09D2-DA47-B9FE-02F0C49D6EE8}"/>
              </a:ext>
            </a:extLst>
          </p:cNvPr>
          <p:cNvSpPr/>
          <p:nvPr/>
        </p:nvSpPr>
        <p:spPr>
          <a:xfrm>
            <a:off x="1187005" y="2005123"/>
            <a:ext cx="1863375" cy="1634448"/>
          </a:xfrm>
          <a:prstGeom prst="homePlate">
            <a:avLst>
              <a:gd name="adj" fmla="val 29885"/>
            </a:avLst>
          </a:prstGeom>
          <a:solidFill>
            <a:schemeClr val="accent1"/>
          </a:solidFill>
          <a:ln>
            <a:noFill/>
          </a:ln>
          <a:effectLst/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sz="2200" b="1" dirty="0">
              <a:latin typeface="MiSans Normal" pitchFamily="2" charset="-122"/>
              <a:ea typeface="MiSans Normal" pitchFamily="2" charset="-122"/>
            </a:endParaRPr>
          </a:p>
        </p:txBody>
      </p:sp>
      <p:sp>
        <p:nvSpPr>
          <p:cNvPr id="3" name="箭头: 五边形 2">
            <a:extLst>
              <a:ext uri="{FF2B5EF4-FFF2-40B4-BE49-F238E27FC236}">
                <a16:creationId xmlns:a16="http://schemas.microsoft.com/office/drawing/2014/main" id="{F3E09466-35AE-E443-A851-8CC9B85708B5}"/>
              </a:ext>
            </a:extLst>
          </p:cNvPr>
          <p:cNvSpPr/>
          <p:nvPr/>
        </p:nvSpPr>
        <p:spPr>
          <a:xfrm>
            <a:off x="3225210" y="3714785"/>
            <a:ext cx="1863375" cy="1634448"/>
          </a:xfrm>
          <a:prstGeom prst="homePlate">
            <a:avLst>
              <a:gd name="adj" fmla="val 28209"/>
            </a:avLst>
          </a:prstGeom>
          <a:solidFill>
            <a:schemeClr val="accent2"/>
          </a:solidFill>
          <a:ln>
            <a:noFill/>
          </a:ln>
          <a:effectLst/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altLang="zh-CN" sz="2200" b="1" dirty="0">
              <a:latin typeface="MiSans Normal" pitchFamily="2" charset="-122"/>
              <a:ea typeface="MiSans Normal" pitchFamily="2" charset="-122"/>
            </a:endParaRPr>
          </a:p>
        </p:txBody>
      </p:sp>
      <p:sp>
        <p:nvSpPr>
          <p:cNvPr id="4" name="箭头: 五边形 3">
            <a:extLst>
              <a:ext uri="{FF2B5EF4-FFF2-40B4-BE49-F238E27FC236}">
                <a16:creationId xmlns:a16="http://schemas.microsoft.com/office/drawing/2014/main" id="{593CF185-6338-3F4D-B85A-430854E95A1A}"/>
              </a:ext>
            </a:extLst>
          </p:cNvPr>
          <p:cNvSpPr/>
          <p:nvPr/>
        </p:nvSpPr>
        <p:spPr>
          <a:xfrm>
            <a:off x="5263415" y="2005123"/>
            <a:ext cx="1863375" cy="1634448"/>
          </a:xfrm>
          <a:prstGeom prst="homePlate">
            <a:avLst>
              <a:gd name="adj" fmla="val 30723"/>
            </a:avLst>
          </a:prstGeom>
          <a:solidFill>
            <a:schemeClr val="accent1"/>
          </a:solidFill>
          <a:ln>
            <a:noFill/>
          </a:ln>
          <a:effectLst/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altLang="zh-CN" sz="2200" b="1" dirty="0">
              <a:latin typeface="MiSans Normal" pitchFamily="2" charset="-122"/>
              <a:ea typeface="MiSans Normal" pitchFamily="2" charset="-122"/>
            </a:endParaRPr>
          </a:p>
        </p:txBody>
      </p:sp>
      <p:sp>
        <p:nvSpPr>
          <p:cNvPr id="5" name="箭头: 五边形 4">
            <a:extLst>
              <a:ext uri="{FF2B5EF4-FFF2-40B4-BE49-F238E27FC236}">
                <a16:creationId xmlns:a16="http://schemas.microsoft.com/office/drawing/2014/main" id="{0A742CCD-5FF6-474A-AD8F-D9BD29B2A26E}"/>
              </a:ext>
            </a:extLst>
          </p:cNvPr>
          <p:cNvSpPr/>
          <p:nvPr/>
        </p:nvSpPr>
        <p:spPr>
          <a:xfrm>
            <a:off x="7301620" y="3714785"/>
            <a:ext cx="1863375" cy="1634448"/>
          </a:xfrm>
          <a:prstGeom prst="homePlate">
            <a:avLst>
              <a:gd name="adj" fmla="val 29885"/>
            </a:avLst>
          </a:prstGeom>
          <a:solidFill>
            <a:schemeClr val="accent2"/>
          </a:solidFill>
          <a:ln>
            <a:noFill/>
          </a:ln>
          <a:effectLst/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altLang="zh-CN" sz="2200" b="1" dirty="0">
              <a:latin typeface="MiSans Normal" pitchFamily="2" charset="-122"/>
              <a:ea typeface="MiSans Normal" pitchFamily="2" charset="-122"/>
            </a:endParaRPr>
          </a:p>
        </p:txBody>
      </p:sp>
      <p:sp>
        <p:nvSpPr>
          <p:cNvPr id="6" name="箭头: 五边形 5">
            <a:extLst>
              <a:ext uri="{FF2B5EF4-FFF2-40B4-BE49-F238E27FC236}">
                <a16:creationId xmlns:a16="http://schemas.microsoft.com/office/drawing/2014/main" id="{FAB6E429-6BD0-4F4D-95A6-E7A12BBBF1FE}"/>
              </a:ext>
            </a:extLst>
          </p:cNvPr>
          <p:cNvSpPr/>
          <p:nvPr/>
        </p:nvSpPr>
        <p:spPr>
          <a:xfrm>
            <a:off x="9339824" y="2005123"/>
            <a:ext cx="1863375" cy="1634448"/>
          </a:xfrm>
          <a:prstGeom prst="homePlate">
            <a:avLst>
              <a:gd name="adj" fmla="val 29885"/>
            </a:avLst>
          </a:prstGeom>
          <a:solidFill>
            <a:schemeClr val="accent1"/>
          </a:solidFill>
          <a:ln>
            <a:noFill/>
          </a:ln>
          <a:effectLst/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altLang="zh-CN" sz="2200" b="1" dirty="0">
              <a:latin typeface="MiSans Normal" pitchFamily="2" charset="-122"/>
              <a:ea typeface="MiSans Normal" pitchFamily="2" charset="-122"/>
            </a:endParaRPr>
          </a:p>
        </p:txBody>
      </p:sp>
      <p:sp>
        <p:nvSpPr>
          <p:cNvPr id="7" name="文本框 6">
            <a:extLst>
              <a:ext uri="{FF2B5EF4-FFF2-40B4-BE49-F238E27FC236}">
                <a16:creationId xmlns:a16="http://schemas.microsoft.com/office/drawing/2014/main" id="{863ACA6E-0747-4344-B20A-55CF6D5646A5}"/>
              </a:ext>
            </a:extLst>
          </p:cNvPr>
          <p:cNvSpPr txBox="1"/>
          <p:nvPr/>
        </p:nvSpPr>
        <p:spPr>
          <a:xfrm>
            <a:off x="3762848" y="2308138"/>
            <a:ext cx="65" cy="246221"/>
          </a:xfrm>
          <a:prstGeom prst="rect">
            <a:avLst/>
          </a:prstGeom>
          <a:noFill/>
        </p:spPr>
        <p:txBody>
          <a:bodyPr wrap="none" lIns="0" tIns="0" rIns="0" bIns="0" rtlCol="0" anchor="t">
            <a:spAutoFit/>
          </a:bodyPr>
          <a:lstStyle/>
          <a:p>
            <a:endParaRPr lang="en-US" sz="1600" b="1" dirty="0">
              <a:solidFill>
                <a:schemeClr val="tx1">
                  <a:lumMod val="75000"/>
                  <a:lumOff val="25000"/>
                </a:schemeClr>
              </a:solidFill>
              <a:latin typeface="MiSans Normal" pitchFamily="2" charset="-122"/>
              <a:ea typeface="MiSans Normal" pitchFamily="2" charset="-122"/>
            </a:endParaRPr>
          </a:p>
        </p:txBody>
      </p:sp>
      <p:sp>
        <p:nvSpPr>
          <p:cNvPr id="13" name="文本框 12">
            <a:extLst>
              <a:ext uri="{FF2B5EF4-FFF2-40B4-BE49-F238E27FC236}">
                <a16:creationId xmlns:a16="http://schemas.microsoft.com/office/drawing/2014/main" id="{CCAC23B0-D815-F549-AEEF-6E8369A7D92F}"/>
              </a:ext>
            </a:extLst>
          </p:cNvPr>
          <p:cNvSpPr txBox="1"/>
          <p:nvPr/>
        </p:nvSpPr>
        <p:spPr>
          <a:xfrm>
            <a:off x="1187005" y="3999248"/>
            <a:ext cx="1638150" cy="380553"/>
          </a:xfrm>
          <a:prstGeom prst="rect">
            <a:avLst/>
          </a:prstGeom>
          <a:noFill/>
        </p:spPr>
        <p:txBody>
          <a:bodyPr wrap="square" rtlCol="0">
            <a:spAutoFit/>
            <a:scene3d>
              <a:camera prst="orthographicFront"/>
              <a:lightRig rig="threePt" dir="t"/>
            </a:scene3d>
            <a:sp3d contourW="12700"/>
          </a:bodyPr>
          <a:lstStyle/>
          <a:p>
            <a:pPr>
              <a:lnSpc>
                <a:spcPct val="150000"/>
              </a:lnSpc>
            </a:pPr>
            <a:endParaRPr lang="zh-CN" altLang="en-US" sz="1400" dirty="0">
              <a:solidFill>
                <a:schemeClr val="bg1">
                  <a:lumMod val="50000"/>
                </a:schemeClr>
              </a:solidFill>
              <a:latin typeface="MiSans" pitchFamily="2" charset="-122"/>
              <a:ea typeface="MiSans" pitchFamily="2" charset="-122"/>
              <a:sym typeface="思源黑体 CN Medium" panose="020B0600000000000000" pitchFamily="34" charset="-122"/>
            </a:endParaRPr>
          </a:p>
        </p:txBody>
      </p:sp>
      <p:sp>
        <p:nvSpPr>
          <p:cNvPr id="14" name="文本框 13">
            <a:extLst>
              <a:ext uri="{FF2B5EF4-FFF2-40B4-BE49-F238E27FC236}">
                <a16:creationId xmlns:a16="http://schemas.microsoft.com/office/drawing/2014/main" id="{092FD8D3-386F-BC43-8D29-5422849D08BB}"/>
              </a:ext>
            </a:extLst>
          </p:cNvPr>
          <p:cNvSpPr txBox="1"/>
          <p:nvPr/>
        </p:nvSpPr>
        <p:spPr>
          <a:xfrm>
            <a:off x="5276925" y="3999248"/>
            <a:ext cx="1638150" cy="1349985"/>
          </a:xfrm>
          <a:prstGeom prst="rect">
            <a:avLst/>
          </a:prstGeom>
          <a:noFill/>
        </p:spPr>
        <p:txBody>
          <a:bodyPr wrap="square" rtlCol="0">
            <a:normAutofit/>
            <a:scene3d>
              <a:camera prst="orthographicFront"/>
              <a:lightRig rig="threePt" dir="t"/>
            </a:scene3d>
            <a:sp3d contourW="12700"/>
          </a:bodyPr>
          <a:lstStyle/>
          <a:p>
            <a:pPr>
              <a:lnSpc>
                <a:spcPct val="150000"/>
              </a:lnSpc>
            </a:pPr>
            <a:r>
              <a:rPr lang="zh-CN" altLang="en-US" sz="1400">
                <a:solidFill>
                  <a:schemeClr val="bg1">
                    <a:lumMod val="50000"/>
                  </a:schemeClr>
                </a:solidFill>
                <a:latin typeface="MiSans" pitchFamily="2" charset="-122"/>
                <a:ea typeface="MiSans" pitchFamily="2" charset="-122"/>
                <a:sym typeface="思源黑体 CN Medium" panose="020B0600000000000000" pitchFamily="34" charset="-122"/>
              </a:rPr>
              <a:t>方案设计</a:t>
            </a:r>
            <a:endParaRPr lang="zh-CN" altLang="en-US" sz="1400" dirty="0">
              <a:solidFill>
                <a:schemeClr val="bg1">
                  <a:lumMod val="50000"/>
                </a:schemeClr>
              </a:solidFill>
              <a:latin typeface="MiSans" pitchFamily="2" charset="-122"/>
              <a:ea typeface="MiSans" pitchFamily="2" charset="-122"/>
              <a:sym typeface="思源黑体 CN Medium" panose="020B0600000000000000" pitchFamily="34" charset="-122"/>
            </a:endParaRPr>
          </a:p>
        </p:txBody>
      </p:sp>
      <p:sp>
        <p:nvSpPr>
          <p:cNvPr id="15" name="文本框 14">
            <a:extLst>
              <a:ext uri="{FF2B5EF4-FFF2-40B4-BE49-F238E27FC236}">
                <a16:creationId xmlns:a16="http://schemas.microsoft.com/office/drawing/2014/main" id="{F63B657F-66E5-A041-B816-8BA37142D540}"/>
              </a:ext>
            </a:extLst>
          </p:cNvPr>
          <p:cNvSpPr txBox="1"/>
          <p:nvPr/>
        </p:nvSpPr>
        <p:spPr>
          <a:xfrm>
            <a:off x="9366845" y="3999248"/>
            <a:ext cx="1638150" cy="380553"/>
          </a:xfrm>
          <a:prstGeom prst="rect">
            <a:avLst/>
          </a:prstGeom>
          <a:noFill/>
        </p:spPr>
        <p:txBody>
          <a:bodyPr wrap="square" rtlCol="0">
            <a:spAutoFit/>
            <a:scene3d>
              <a:camera prst="orthographicFront"/>
              <a:lightRig rig="threePt" dir="t"/>
            </a:scene3d>
            <a:sp3d contourW="12700"/>
          </a:bodyPr>
          <a:lstStyle/>
          <a:p>
            <a:pPr>
              <a:lnSpc>
                <a:spcPct val="150000"/>
              </a:lnSpc>
            </a:pPr>
            <a:endParaRPr lang="zh-CN" altLang="en-US" sz="1400" dirty="0">
              <a:solidFill>
                <a:schemeClr val="bg1">
                  <a:lumMod val="50000"/>
                </a:schemeClr>
              </a:solidFill>
              <a:latin typeface="MiSans" pitchFamily="2" charset="-122"/>
              <a:ea typeface="MiSans" pitchFamily="2" charset="-122"/>
              <a:sym typeface="思源黑体 CN Medium" panose="020B0600000000000000" pitchFamily="34" charset="-122"/>
            </a:endParaRPr>
          </a:p>
        </p:txBody>
      </p:sp>
      <p:sp>
        <p:nvSpPr>
          <p:cNvPr id="16" name="文本框 15">
            <a:extLst>
              <a:ext uri="{FF2B5EF4-FFF2-40B4-BE49-F238E27FC236}">
                <a16:creationId xmlns:a16="http://schemas.microsoft.com/office/drawing/2014/main" id="{FF66F273-6149-BB41-A29E-46827D047C8A}"/>
              </a:ext>
            </a:extLst>
          </p:cNvPr>
          <p:cNvSpPr txBox="1"/>
          <p:nvPr/>
        </p:nvSpPr>
        <p:spPr>
          <a:xfrm>
            <a:off x="7301620" y="2079015"/>
            <a:ext cx="1638150" cy="1349985"/>
          </a:xfrm>
          <a:prstGeom prst="rect">
            <a:avLst/>
          </a:prstGeom>
          <a:noFill/>
        </p:spPr>
        <p:txBody>
          <a:bodyPr wrap="square" rtlCol="0">
            <a:noAutofit/>
            <a:scene3d>
              <a:camera prst="orthographicFront"/>
              <a:lightRig rig="threePt" dir="t"/>
            </a:scene3d>
            <a:sp3d contourW="12700"/>
          </a:bodyPr>
          <a:lstStyle/>
          <a:p>
            <a:pPr>
              <a:lnSpc>
                <a:spcPct val="150000"/>
              </a:lnSpc>
            </a:pPr>
            <a:r>
              <a:rPr lang="zh-CN" altLang="en-US" sz="1200">
                <a:solidFill>
                  <a:schemeClr val="bg1">
                    <a:lumMod val="50000"/>
                  </a:schemeClr>
                </a:solidFill>
                <a:latin typeface="MiSans" pitchFamily="2" charset="-122"/>
                <a:ea typeface="MiSans" pitchFamily="2" charset="-122"/>
                <a:sym typeface="思源黑体 CN Medium" panose="020B0600000000000000" pitchFamily="34" charset="-122"/>
              </a:rPr>
              <a:t>图示：</a:t>
            </a:r>
          </a:p>
          <a:p>
            <a:pPr>
              <a:lnSpc>
                <a:spcPct val="150000"/>
              </a:lnSpc>
            </a:pPr>
            <a:r>
              <a:rPr lang="en-US" altLang="zh-CN" sz="1200">
                <a:solidFill>
                  <a:schemeClr val="bg1">
                    <a:lumMod val="50000"/>
                  </a:schemeClr>
                </a:solidFill>
                <a:latin typeface="MiSans" pitchFamily="2" charset="-122"/>
                <a:ea typeface="MiSans" pitchFamily="2" charset="-122"/>
                <a:sym typeface="思源黑体 CN Medium" panose="020B0600000000000000" pitchFamily="34" charset="-122"/>
              </a:rPr>
              <a:t>AI</a:t>
            </a:r>
            <a:r>
              <a:rPr lang="zh-CN" altLang="en-US" sz="1200">
                <a:solidFill>
                  <a:schemeClr val="bg1">
                    <a:lumMod val="50000"/>
                  </a:schemeClr>
                </a:solidFill>
                <a:latin typeface="MiSans" pitchFamily="2" charset="-122"/>
                <a:ea typeface="MiSans" pitchFamily="2" charset="-122"/>
                <a:sym typeface="思源黑体 CN Medium" panose="020B0600000000000000" pitchFamily="34" charset="-122"/>
              </a:rPr>
              <a:t>客服降本增效方案</a:t>
            </a:r>
          </a:p>
          <a:p>
            <a:pPr>
              <a:lnSpc>
                <a:spcPct val="150000"/>
              </a:lnSpc>
            </a:pPr>
            <a:r>
              <a:rPr lang="zh-CN" altLang="en-US" sz="1200">
                <a:solidFill>
                  <a:schemeClr val="bg1">
                    <a:lumMod val="50000"/>
                  </a:schemeClr>
                </a:solidFill>
                <a:latin typeface="MiSans" pitchFamily="2" charset="-122"/>
                <a:ea typeface="MiSans" pitchFamily="2" charset="-122"/>
                <a:sym typeface="思源黑体 CN Medium" panose="020B0600000000000000" pitchFamily="34" charset="-122"/>
              </a:rPr>
              <a:t>方案架构图</a:t>
            </a:r>
          </a:p>
          <a:p>
            <a:pPr>
              <a:lnSpc>
                <a:spcPct val="150000"/>
              </a:lnSpc>
            </a:pPr>
            <a:r>
              <a:rPr lang="zh-CN" altLang="en-US" sz="1200">
                <a:solidFill>
                  <a:schemeClr val="bg1">
                    <a:lumMod val="50000"/>
                  </a:schemeClr>
                </a:solidFill>
                <a:latin typeface="MiSans" pitchFamily="2" charset="-122"/>
                <a:ea typeface="MiSans" pitchFamily="2" charset="-122"/>
                <a:sym typeface="思源黑体 CN Medium" panose="020B0600000000000000" pitchFamily="34" charset="-122"/>
              </a:rPr>
              <a:t>内容由</a:t>
            </a:r>
            <a:r>
              <a:rPr lang="en-US" altLang="zh-CN" sz="1200">
                <a:solidFill>
                  <a:schemeClr val="bg1">
                    <a:lumMod val="50000"/>
                  </a:schemeClr>
                </a:solidFill>
                <a:latin typeface="MiSans" pitchFamily="2" charset="-122"/>
                <a:ea typeface="MiSans" pitchFamily="2" charset="-122"/>
                <a:sym typeface="思源黑体 CN Medium" panose="020B0600000000000000" pitchFamily="34" charset="-122"/>
              </a:rPr>
              <a:t>AI</a:t>
            </a:r>
            <a:r>
              <a:rPr lang="zh-CN" altLang="en-US" sz="1200">
                <a:solidFill>
                  <a:schemeClr val="bg1">
                    <a:lumMod val="50000"/>
                  </a:schemeClr>
                </a:solidFill>
                <a:latin typeface="MiSans" pitchFamily="2" charset="-122"/>
                <a:ea typeface="MiSans" pitchFamily="2" charset="-122"/>
                <a:sym typeface="思源黑体 CN Medium" panose="020B0600000000000000" pitchFamily="34" charset="-122"/>
              </a:rPr>
              <a:t>生成</a:t>
            </a:r>
            <a:endParaRPr lang="zh-CN" altLang="en-US" sz="1200" dirty="0">
              <a:solidFill>
                <a:schemeClr val="bg1">
                  <a:lumMod val="50000"/>
                </a:schemeClr>
              </a:solidFill>
              <a:latin typeface="MiSans" pitchFamily="2" charset="-122"/>
              <a:ea typeface="MiSans" pitchFamily="2" charset="-122"/>
              <a:sym typeface="思源黑体 CN Medium" panose="020B0600000000000000" pitchFamily="34" charset="-122"/>
            </a:endParaRPr>
          </a:p>
        </p:txBody>
      </p:sp>
      <p:sp>
        <p:nvSpPr>
          <p:cNvPr id="17" name="文本框 16">
            <a:extLst>
              <a:ext uri="{FF2B5EF4-FFF2-40B4-BE49-F238E27FC236}">
                <a16:creationId xmlns:a16="http://schemas.microsoft.com/office/drawing/2014/main" id="{6E698026-6BF8-3A46-8232-4A70D0C521AA}"/>
              </a:ext>
            </a:extLst>
          </p:cNvPr>
          <p:cNvSpPr txBox="1"/>
          <p:nvPr/>
        </p:nvSpPr>
        <p:spPr>
          <a:xfrm>
            <a:off x="3225210" y="2079015"/>
            <a:ext cx="1638150" cy="1349985"/>
          </a:xfrm>
          <a:prstGeom prst="rect">
            <a:avLst/>
          </a:prstGeom>
          <a:noFill/>
        </p:spPr>
        <p:txBody>
          <a:bodyPr wrap="square" rtlCol="0">
            <a:noAutofit/>
            <a:scene3d>
              <a:camera prst="orthographicFront"/>
              <a:lightRig rig="threePt" dir="t"/>
            </a:scene3d>
            <a:sp3d contourW="12700"/>
          </a:bodyPr>
          <a:lstStyle/>
          <a:p>
            <a:pPr>
              <a:lnSpc>
                <a:spcPct val="150000"/>
              </a:lnSpc>
            </a:pPr>
            <a:r>
              <a:rPr lang="en-US" altLang="zh-CN" sz="1100">
                <a:solidFill>
                  <a:schemeClr val="bg1">
                    <a:lumMod val="50000"/>
                  </a:schemeClr>
                </a:solidFill>
                <a:latin typeface="MiSans" pitchFamily="2" charset="-122"/>
                <a:ea typeface="MiSans" pitchFamily="2" charset="-122"/>
                <a:sym typeface="思源黑体 CN Medium" panose="020B0600000000000000" pitchFamily="34" charset="-122"/>
              </a:rPr>
              <a:t>AI</a:t>
            </a:r>
            <a:r>
              <a:rPr lang="zh-CN" altLang="en-US" sz="1100">
                <a:solidFill>
                  <a:schemeClr val="bg1">
                    <a:lumMod val="50000"/>
                  </a:schemeClr>
                </a:solidFill>
                <a:latin typeface="MiSans" pitchFamily="2" charset="-122"/>
                <a:ea typeface="MiSans" pitchFamily="2" charset="-122"/>
                <a:sym typeface="思源黑体 CN Medium" panose="020B0600000000000000" pitchFamily="34" charset="-122"/>
              </a:rPr>
              <a:t>客服降本增效方案</a:t>
            </a:r>
          </a:p>
          <a:p>
            <a:pPr>
              <a:lnSpc>
                <a:spcPct val="150000"/>
              </a:lnSpc>
            </a:pPr>
            <a:r>
              <a:rPr lang="zh-CN" altLang="en-US" sz="1100">
                <a:solidFill>
                  <a:schemeClr val="bg1">
                    <a:lumMod val="50000"/>
                  </a:schemeClr>
                </a:solidFill>
                <a:latin typeface="MiSans" pitchFamily="2" charset="-122"/>
                <a:ea typeface="MiSans" pitchFamily="2" charset="-122"/>
                <a:sym typeface="思源黑体 CN Medium" panose="020B0600000000000000" pitchFamily="34" charset="-122"/>
              </a:rPr>
              <a:t>方案建议采用“目标对</a:t>
            </a:r>
          </a:p>
          <a:p>
            <a:pPr>
              <a:lnSpc>
                <a:spcPct val="150000"/>
              </a:lnSpc>
            </a:pPr>
            <a:r>
              <a:rPr lang="zh-CN" altLang="en-US" sz="1100">
                <a:solidFill>
                  <a:schemeClr val="bg1">
                    <a:lumMod val="50000"/>
                  </a:schemeClr>
                </a:solidFill>
                <a:latin typeface="MiSans" pitchFamily="2" charset="-122"/>
                <a:ea typeface="MiSans" pitchFamily="2" charset="-122"/>
                <a:sym typeface="思源黑体 CN Medium" panose="020B0600000000000000" pitchFamily="34" charset="-122"/>
              </a:rPr>
              <a:t>齐</a:t>
            </a:r>
            <a:r>
              <a:rPr lang="en-US" altLang="zh-CN" sz="1100">
                <a:solidFill>
                  <a:schemeClr val="bg1">
                    <a:lumMod val="50000"/>
                  </a:schemeClr>
                </a:solidFill>
                <a:latin typeface="MiSans" pitchFamily="2" charset="-122"/>
                <a:ea typeface="MiSans" pitchFamily="2" charset="-122"/>
                <a:sym typeface="思源黑体 CN Medium" panose="020B0600000000000000" pitchFamily="34" charset="-122"/>
              </a:rPr>
              <a:t>-</a:t>
            </a:r>
            <a:r>
              <a:rPr lang="zh-CN" altLang="en-US" sz="1100">
                <a:solidFill>
                  <a:schemeClr val="bg1">
                    <a:lumMod val="50000"/>
                  </a:schemeClr>
                </a:solidFill>
                <a:latin typeface="MiSans" pitchFamily="2" charset="-122"/>
                <a:ea typeface="MiSans" pitchFamily="2" charset="-122"/>
                <a:sym typeface="思源黑体 CN Medium" panose="020B0600000000000000" pitchFamily="34" charset="-122"/>
              </a:rPr>
              <a:t>能力建设</a:t>
            </a:r>
            <a:r>
              <a:rPr lang="en-US" altLang="zh-CN" sz="1100">
                <a:solidFill>
                  <a:schemeClr val="bg1">
                    <a:lumMod val="50000"/>
                  </a:schemeClr>
                </a:solidFill>
                <a:latin typeface="MiSans" pitchFamily="2" charset="-122"/>
                <a:ea typeface="MiSans" pitchFamily="2" charset="-122"/>
                <a:sym typeface="思源黑体 CN Medium" panose="020B0600000000000000" pitchFamily="34" charset="-122"/>
              </a:rPr>
              <a:t>-</a:t>
            </a:r>
            <a:r>
              <a:rPr lang="zh-CN" altLang="en-US" sz="1100">
                <a:solidFill>
                  <a:schemeClr val="bg1">
                    <a:lumMod val="50000"/>
                  </a:schemeClr>
                </a:solidFill>
                <a:latin typeface="MiSans" pitchFamily="2" charset="-122"/>
                <a:ea typeface="MiSans" pitchFamily="2" charset="-122"/>
                <a:sym typeface="思源黑体 CN Medium" panose="020B0600000000000000" pitchFamily="34" charset="-122"/>
              </a:rPr>
              <a:t>效果验</a:t>
            </a:r>
          </a:p>
          <a:p>
            <a:pPr>
              <a:lnSpc>
                <a:spcPct val="150000"/>
              </a:lnSpc>
            </a:pPr>
            <a:r>
              <a:rPr lang="zh-CN" altLang="en-US" sz="1100">
                <a:solidFill>
                  <a:schemeClr val="bg1">
                    <a:lumMod val="50000"/>
                  </a:schemeClr>
                </a:solidFill>
                <a:latin typeface="MiSans" pitchFamily="2" charset="-122"/>
                <a:ea typeface="MiSans" pitchFamily="2" charset="-122"/>
                <a:sym typeface="思源黑体 CN Medium" panose="020B0600000000000000" pitchFamily="34" charset="-122"/>
              </a:rPr>
              <a:t>证”三层架构</a:t>
            </a:r>
            <a:r>
              <a:rPr lang="en-US" altLang="zh-CN" sz="1100">
                <a:solidFill>
                  <a:schemeClr val="bg1">
                    <a:lumMod val="50000"/>
                  </a:schemeClr>
                </a:solidFill>
                <a:latin typeface="MiSans" pitchFamily="2" charset="-122"/>
                <a:ea typeface="MiSans" pitchFamily="2" charset="-122"/>
                <a:sym typeface="思源黑体 CN Medium" panose="020B0600000000000000" pitchFamily="34" charset="-122"/>
              </a:rPr>
              <a:t>...</a:t>
            </a:r>
            <a:endParaRPr lang="zh-CN" altLang="en-US" sz="1100" dirty="0">
              <a:solidFill>
                <a:schemeClr val="bg1">
                  <a:lumMod val="50000"/>
                </a:schemeClr>
              </a:solidFill>
              <a:latin typeface="MiSans" pitchFamily="2" charset="-122"/>
              <a:ea typeface="MiSans" pitchFamily="2" charset="-122"/>
              <a:sym typeface="思源黑体 CN Medium" panose="020B0600000000000000" pitchFamily="34" charset="-122"/>
            </a:endParaRPr>
          </a:p>
        </p:txBody>
      </p:sp>
    </p:spTree>
    <p:extLst>
      <p:ext uri="{BB962C8B-B14F-4D97-AF65-F5344CB8AC3E}">
        <p14:creationId xmlns:p14="http://schemas.microsoft.com/office/powerpoint/2010/main" val="3916170423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2" presetClass="entr" presetSubtype="8" decel="10000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7" dur="1000" fill="hold"/>
                                        <p:tgtEl>
                                          <p:spTgt spid="6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0-#ppt_w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8" dur="1000" fill="hold"/>
                                        <p:tgtEl>
                                          <p:spTgt spid="6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9" presetID="2" presetClass="entr" presetSubtype="8" decel="100000" fill="hold" grpId="0" nodeType="withEffect">
                                  <p:stCondLst>
                                    <p:cond delay="20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1" dur="1000" fill="hold"/>
                                        <p:tgtEl>
                                          <p:spTgt spid="16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0-#ppt_w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12" dur="1000" fill="hold"/>
                                        <p:tgtEl>
                                          <p:spTgt spid="16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13" presetID="2" presetClass="entr" presetSubtype="8" decel="100000" fill="hold" grpId="0" nodeType="withEffect">
                                  <p:stCondLst>
                                    <p:cond delay="40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5" dur="1000" fill="hold"/>
                                        <p:tgtEl>
                                          <p:spTgt spid="4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0-#ppt_w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16" dur="1000" fill="hold"/>
                                        <p:tgtEl>
                                          <p:spTgt spid="4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17" presetID="2" presetClass="entr" presetSubtype="8" decel="100000" fill="hold" grpId="0" nodeType="withEffect">
                                  <p:stCondLst>
                                    <p:cond delay="60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9" dur="1000" fill="hold"/>
                                        <p:tgtEl>
                                          <p:spTgt spid="17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0-#ppt_w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20" dur="1000" fill="hold"/>
                                        <p:tgtEl>
                                          <p:spTgt spid="17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21" presetID="2" presetClass="entr" presetSubtype="8" decel="100000" fill="hold" grpId="0" nodeType="withEffect">
                                  <p:stCondLst>
                                    <p:cond delay="800"/>
                                  </p:stCondLst>
                                  <p:childTnLst>
                                    <p:set>
                                      <p:cBhvr>
                                        <p:cTn id="2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23" dur="1000" fill="hold"/>
                                        <p:tgtEl>
                                          <p:spTgt spid="2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0-#ppt_w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24" dur="1000" fill="hold"/>
                                        <p:tgtEl>
                                          <p:spTgt spid="2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25" presetID="2" presetClass="entr" presetSubtype="8" decel="100000" fill="hold" grpId="0" nodeType="withEffect" nodePh="1">
                                  <p:stCondLst>
                                    <p:cond delay="1000"/>
                                  </p:stCondLst>
                                  <p:endCondLst>
                                    <p:cond evt="begin" delay="0">
                                      <p:tn val="25"/>
                                    </p:cond>
                                  </p:end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27" dur="1000" fill="hold"/>
                                        <p:tgtEl>
                                          <p:spTgt spid="15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0-#ppt_w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28" dur="1000" fill="hold"/>
                                        <p:tgtEl>
                                          <p:spTgt spid="15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29" presetID="2" presetClass="entr" presetSubtype="8" decel="100000" fill="hold" grpId="0" nodeType="withEffect">
                                  <p:stCondLst>
                                    <p:cond delay="1200"/>
                                  </p:stCondLst>
                                  <p:childTnLst>
                                    <p:set>
                                      <p:cBhvr>
                                        <p:cTn id="3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31" dur="1000" fill="hold"/>
                                        <p:tgtEl>
                                          <p:spTgt spid="5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0-#ppt_w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32" dur="1000" fill="hold"/>
                                        <p:tgtEl>
                                          <p:spTgt spid="5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33" presetID="2" presetClass="entr" presetSubtype="8" decel="100000" fill="hold" grpId="0" nodeType="withEffect">
                                  <p:stCondLst>
                                    <p:cond delay="1400"/>
                                  </p:stCondLst>
                                  <p:childTnLst>
                                    <p:set>
                                      <p:cBhvr>
                                        <p:cTn id="3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35" dur="1000" fill="hold"/>
                                        <p:tgtEl>
                                          <p:spTgt spid="14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0-#ppt_w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36" dur="1000" fill="hold"/>
                                        <p:tgtEl>
                                          <p:spTgt spid="14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37" presetID="2" presetClass="entr" presetSubtype="8" decel="100000" fill="hold" grpId="0" nodeType="withEffect">
                                  <p:stCondLst>
                                    <p:cond delay="1600"/>
                                  </p:stCondLst>
                                  <p:childTnLst>
                                    <p:set>
                                      <p:cBhvr>
                                        <p:cTn id="3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39" dur="1000" fill="hold"/>
                                        <p:tgtEl>
                                          <p:spTgt spid="3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0-#ppt_w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40" dur="1000" fill="hold"/>
                                        <p:tgtEl>
                                          <p:spTgt spid="3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41" presetID="2" presetClass="entr" presetSubtype="8" decel="100000" fill="hold" grpId="0" nodeType="withEffect" nodePh="1">
                                  <p:stCondLst>
                                    <p:cond delay="1800"/>
                                  </p:stCondLst>
                                  <p:endCondLst>
                                    <p:cond evt="begin" delay="0">
                                      <p:tn val="41"/>
                                    </p:cond>
                                  </p:endCondLst>
                                  <p:childTnLst>
                                    <p:set>
                                      <p:cBhvr>
                                        <p:cTn id="4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43" dur="1000" fill="hold"/>
                                        <p:tgtEl>
                                          <p:spTgt spid="13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0-#ppt_w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44" dur="1000" fill="hold"/>
                                        <p:tgtEl>
                                          <p:spTgt spid="13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2" grpId="0" animBg="1"/>
      <p:bldP spid="3" grpId="0" animBg="1"/>
      <p:bldP spid="4" grpId="0" animBg="1"/>
      <p:bldP spid="5" grpId="0" animBg="1"/>
      <p:bldP spid="6" grpId="0" animBg="1"/>
      <p:bldP spid="13" grpId="0"/>
      <p:bldP spid="14" grpId="0"/>
      <p:bldP spid="15" grpId="0"/>
      <p:bldP spid="16" grpId="0"/>
      <p:bldP spid="17" grpId="0"/>
    </p:bldLst>
  </p:timing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矩形 1">
            <a:extLst>
              <a:ext uri="{FF2B5EF4-FFF2-40B4-BE49-F238E27FC236}">
                <a16:creationId xmlns:a16="http://schemas.microsoft.com/office/drawing/2014/main" id="{8568C516-CF69-B740-93FF-454F972ADCDD}"/>
              </a:ext>
            </a:extLst>
          </p:cNvPr>
          <p:cNvSpPr/>
          <p:nvPr/>
        </p:nvSpPr>
        <p:spPr>
          <a:xfrm rot="10800000">
            <a:off x="0" y="0"/>
            <a:ext cx="12192000" cy="333829"/>
          </a:xfrm>
          <a:prstGeom prst="rect">
            <a:avLst/>
          </a:prstGeom>
          <a:solidFill>
            <a:schemeClr val="accent2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>
              <a:cs typeface="思源黑体 CN Normal" panose="020B0400000000000000" charset="-122"/>
            </a:endParaRPr>
          </a:p>
        </p:txBody>
      </p:sp>
      <p:sp>
        <p:nvSpPr>
          <p:cNvPr id="3" name="矩形 2">
            <a:extLst>
              <a:ext uri="{FF2B5EF4-FFF2-40B4-BE49-F238E27FC236}">
                <a16:creationId xmlns:a16="http://schemas.microsoft.com/office/drawing/2014/main" id="{B4466E5C-E7DD-8D49-96B6-76AC74530044}"/>
              </a:ext>
            </a:extLst>
          </p:cNvPr>
          <p:cNvSpPr/>
          <p:nvPr/>
        </p:nvSpPr>
        <p:spPr>
          <a:xfrm rot="10800000">
            <a:off x="0" y="6524171"/>
            <a:ext cx="12192000" cy="333829"/>
          </a:xfrm>
          <a:prstGeom prst="rect">
            <a:avLst/>
          </a:prstGeom>
          <a:solidFill>
            <a:schemeClr val="accent2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>
              <a:cs typeface="思源黑体 CN Normal" panose="020B0400000000000000" charset="-122"/>
            </a:endParaRPr>
          </a:p>
        </p:txBody>
      </p:sp>
      <p:sp>
        <p:nvSpPr>
          <p:cNvPr id="4" name="任意多边形: 形状 3">
            <a:extLst>
              <a:ext uri="{FF2B5EF4-FFF2-40B4-BE49-F238E27FC236}">
                <a16:creationId xmlns:a16="http://schemas.microsoft.com/office/drawing/2014/main" id="{B94C61FA-B336-6E4F-803C-67D393DD9949}"/>
              </a:ext>
            </a:extLst>
          </p:cNvPr>
          <p:cNvSpPr/>
          <p:nvPr/>
        </p:nvSpPr>
        <p:spPr>
          <a:xfrm rot="10800000" flipV="1">
            <a:off x="5689601" y="0"/>
            <a:ext cx="6502400" cy="621665"/>
          </a:xfrm>
          <a:custGeom>
            <a:avLst/>
            <a:gdLst/>
            <a:ahLst/>
            <a:cxnLst>
              <a:cxn ang="3cd4">
                <a:pos x="hc" y="t"/>
              </a:cxn>
              <a:cxn ang="cd2">
                <a:pos x="l" y="vc"/>
              </a:cxn>
              <a:cxn ang="cd4">
                <a:pos x="hc" y="b"/>
              </a:cxn>
              <a:cxn ang="0">
                <a:pos x="r" y="vc"/>
              </a:cxn>
            </a:cxnLst>
            <a:rect l="l" t="t" r="r" b="b"/>
            <a:pathLst>
              <a:path w="11444" h="795">
                <a:moveTo>
                  <a:pt x="0" y="0"/>
                </a:moveTo>
                <a:lnTo>
                  <a:pt x="10649" y="0"/>
                </a:lnTo>
                <a:lnTo>
                  <a:pt x="11444" y="795"/>
                </a:lnTo>
                <a:lnTo>
                  <a:pt x="10649" y="795"/>
                </a:lnTo>
                <a:lnTo>
                  <a:pt x="0" y="795"/>
                </a:lnTo>
                <a:lnTo>
                  <a:pt x="0" y="0"/>
                </a:lnTo>
                <a:close/>
              </a:path>
            </a:pathLst>
          </a:custGeom>
          <a:solidFill>
            <a:schemeClr val="accent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rtlCol="0" anchor="ctr">
            <a:noAutofit/>
          </a:bodyPr>
          <a:lstStyle/>
          <a:p>
            <a:pPr algn="ctr"/>
            <a:endParaRPr lang="zh-CN" altLang="en-US">
              <a:cs typeface="思源黑体 CN Normal" panose="020B0400000000000000" charset="-122"/>
            </a:endParaRPr>
          </a:p>
        </p:txBody>
      </p:sp>
      <p:sp>
        <p:nvSpPr>
          <p:cNvPr id="5" name="任意多边形: 形状 4">
            <a:extLst>
              <a:ext uri="{FF2B5EF4-FFF2-40B4-BE49-F238E27FC236}">
                <a16:creationId xmlns:a16="http://schemas.microsoft.com/office/drawing/2014/main" id="{EFC12716-19AB-1748-8A24-3BEAB6E3D848}"/>
              </a:ext>
            </a:extLst>
          </p:cNvPr>
          <p:cNvSpPr/>
          <p:nvPr/>
        </p:nvSpPr>
        <p:spPr>
          <a:xfrm rot="10800000" flipH="1">
            <a:off x="1" y="6236335"/>
            <a:ext cx="1446530" cy="621665"/>
          </a:xfrm>
          <a:custGeom>
            <a:avLst/>
            <a:gdLst/>
            <a:ahLst/>
            <a:cxnLst>
              <a:cxn ang="3">
                <a:pos x="hc" y="t"/>
              </a:cxn>
              <a:cxn ang="cd2">
                <a:pos x="l" y="vc"/>
              </a:cxn>
              <a:cxn ang="cd4">
                <a:pos x="hc" y="b"/>
              </a:cxn>
              <a:cxn ang="0">
                <a:pos x="r" y="vc"/>
              </a:cxn>
            </a:cxnLst>
            <a:rect l="l" t="t" r="r" b="b"/>
            <a:pathLst>
              <a:path w="2278" h="979">
                <a:moveTo>
                  <a:pt x="0" y="0"/>
                </a:moveTo>
                <a:lnTo>
                  <a:pt x="1567" y="0"/>
                </a:lnTo>
                <a:lnTo>
                  <a:pt x="2278" y="979"/>
                </a:lnTo>
                <a:lnTo>
                  <a:pt x="1567" y="979"/>
                </a:lnTo>
                <a:lnTo>
                  <a:pt x="0" y="979"/>
                </a:lnTo>
                <a:lnTo>
                  <a:pt x="0" y="0"/>
                </a:lnTo>
                <a:close/>
              </a:path>
            </a:pathLst>
          </a:custGeom>
          <a:solidFill>
            <a:schemeClr val="accent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rtlCol="0" anchor="ctr">
            <a:noAutofit/>
          </a:bodyPr>
          <a:lstStyle/>
          <a:p>
            <a:pPr algn="ctr"/>
            <a:endParaRPr lang="zh-CN" altLang="en-US">
              <a:cs typeface="思源黑体 CN Normal" panose="020B0400000000000000" charset="-122"/>
            </a:endParaRPr>
          </a:p>
        </p:txBody>
      </p:sp>
      <p:sp>
        <p:nvSpPr>
          <p:cNvPr id="8" name="矩形 7">
            <a:extLst>
              <a:ext uri="{FF2B5EF4-FFF2-40B4-BE49-F238E27FC236}">
                <a16:creationId xmlns:a16="http://schemas.microsoft.com/office/drawing/2014/main" id="{ADE7E6BD-3168-FE4F-B281-D730A6915650}"/>
              </a:ext>
            </a:extLst>
          </p:cNvPr>
          <p:cNvSpPr/>
          <p:nvPr>
            <p:custDataLst>
              <p:tags r:id="rId1"/>
            </p:custDataLst>
          </p:nvPr>
        </p:nvSpPr>
        <p:spPr>
          <a:xfrm>
            <a:off x="6003635" y="2449763"/>
            <a:ext cx="184730" cy="995209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pPr algn="ctr" defTabSz="914377">
              <a:defRPr/>
            </a:pPr>
            <a:endParaRPr lang="zh-CN" altLang="en-US" sz="5867" b="1" kern="0" dirty="0">
              <a:solidFill>
                <a:schemeClr val="accent1"/>
              </a:solidFill>
              <a:latin typeface="MiSans Semibold" pitchFamily="2" charset="-122"/>
              <a:ea typeface="MiSans Semibold" pitchFamily="2" charset="-122"/>
            </a:endParaRPr>
          </a:p>
        </p:txBody>
      </p:sp>
      <p:sp>
        <p:nvSpPr>
          <p:cNvPr id="9" name="矩形 8">
            <a:extLst>
              <a:ext uri="{FF2B5EF4-FFF2-40B4-BE49-F238E27FC236}">
                <a16:creationId xmlns:a16="http://schemas.microsoft.com/office/drawing/2014/main" id="{85456F46-13E8-6A49-9249-03D7CE3D2DB7}"/>
              </a:ext>
            </a:extLst>
          </p:cNvPr>
          <p:cNvSpPr/>
          <p:nvPr/>
        </p:nvSpPr>
        <p:spPr>
          <a:xfrm>
            <a:off x="2856512" y="3475683"/>
            <a:ext cx="6478976" cy="705258"/>
          </a:xfrm>
          <a:prstGeom prst="rect">
            <a:avLst/>
          </a:prstGeom>
        </p:spPr>
        <p:txBody>
          <a:bodyPr wrap="square">
            <a:normAutofit/>
          </a:bodyPr>
          <a:lstStyle/>
          <a:p>
            <a:pPr algn="ctr" defTabSz="1219170">
              <a:lnSpc>
                <a:spcPct val="150000"/>
              </a:lnSpc>
              <a:defRPr/>
            </a:pPr>
            <a:r>
              <a:rPr lang="zh-CN" altLang="en-US" sz="1400" kern="0">
                <a:solidFill>
                  <a:schemeClr val="bg1">
                    <a:lumMod val="50000"/>
                  </a:schemeClr>
                </a:solidFill>
                <a:latin typeface="MiSans Normal" pitchFamily="2" charset="-122"/>
                <a:ea typeface="MiSans Normal" pitchFamily="2" charset="-122"/>
                <a:cs typeface="Arial" panose="020B0604020202020204" pitchFamily="34" charset="0"/>
              </a:rPr>
              <a:t>实施路径 第</a:t>
            </a:r>
            <a:r>
              <a:rPr lang="en-US" altLang="zh-CN" sz="1400" kern="0">
                <a:solidFill>
                  <a:schemeClr val="bg1">
                    <a:lumMod val="50000"/>
                  </a:schemeClr>
                </a:solidFill>
                <a:latin typeface="MiSans Normal" pitchFamily="2" charset="-122"/>
                <a:ea typeface="MiSans Normal" pitchFamily="2" charset="-122"/>
                <a:cs typeface="Arial" panose="020B0604020202020204" pitchFamily="34" charset="0"/>
              </a:rPr>
              <a:t>1</a:t>
            </a:r>
            <a:r>
              <a:rPr lang="zh-CN" altLang="en-US" sz="1400" kern="0">
                <a:solidFill>
                  <a:schemeClr val="bg1">
                    <a:lumMod val="50000"/>
                  </a:schemeClr>
                </a:solidFill>
                <a:latin typeface="MiSans Normal" pitchFamily="2" charset="-122"/>
                <a:ea typeface="MiSans Normal" pitchFamily="2" charset="-122"/>
                <a:cs typeface="Arial" panose="020B0604020202020204" pitchFamily="34" charset="0"/>
              </a:rPr>
              <a:t>阶段：明确</a:t>
            </a:r>
            <a:r>
              <a:rPr lang="en-US" altLang="zh-CN" sz="1400" kern="0">
                <a:solidFill>
                  <a:schemeClr val="bg1">
                    <a:lumMod val="50000"/>
                  </a:schemeClr>
                </a:solidFill>
                <a:latin typeface="MiSans Normal" pitchFamily="2" charset="-122"/>
                <a:ea typeface="MiSans Normal" pitchFamily="2" charset="-122"/>
                <a:cs typeface="Arial" panose="020B0604020202020204" pitchFamily="34" charset="0"/>
              </a:rPr>
              <a:t>AI</a:t>
            </a:r>
            <a:r>
              <a:rPr lang="zh-CN" altLang="en-US" sz="1400" kern="0">
                <a:solidFill>
                  <a:schemeClr val="bg1">
                    <a:lumMod val="50000"/>
                  </a:schemeClr>
                </a:solidFill>
                <a:latin typeface="MiSans Normal" pitchFamily="2" charset="-122"/>
                <a:ea typeface="MiSans Normal" pitchFamily="2" charset="-122"/>
                <a:cs typeface="Arial" panose="020B0604020202020204" pitchFamily="34" charset="0"/>
              </a:rPr>
              <a:t>客服降本增效方案目标与边界 第</a:t>
            </a:r>
            <a:r>
              <a:rPr lang="en-US" altLang="zh-CN" sz="1400" kern="0">
                <a:solidFill>
                  <a:schemeClr val="bg1">
                    <a:lumMod val="50000"/>
                  </a:schemeClr>
                </a:solidFill>
                <a:latin typeface="MiSans Normal" pitchFamily="2" charset="-122"/>
                <a:ea typeface="MiSans Normal" pitchFamily="2" charset="-122"/>
                <a:cs typeface="Arial" panose="020B0604020202020204" pitchFamily="34" charset="0"/>
              </a:rPr>
              <a:t>2</a:t>
            </a:r>
            <a:r>
              <a:rPr lang="zh-CN" altLang="en-US" sz="1400" kern="0">
                <a:solidFill>
                  <a:schemeClr val="bg1">
                    <a:lumMod val="50000"/>
                  </a:schemeClr>
                </a:solidFill>
                <a:latin typeface="MiSans Normal" pitchFamily="2" charset="-122"/>
                <a:ea typeface="MiSans Normal" pitchFamily="2" charset="-122"/>
                <a:cs typeface="Arial" panose="020B0604020202020204" pitchFamily="34" charset="0"/>
              </a:rPr>
              <a:t>阶段：</a:t>
            </a:r>
          </a:p>
          <a:p>
            <a:pPr algn="ctr" defTabSz="1219170">
              <a:lnSpc>
                <a:spcPct val="150000"/>
              </a:lnSpc>
              <a:defRPr/>
            </a:pPr>
            <a:r>
              <a:rPr lang="zh-CN" altLang="en-US" sz="1400" kern="0">
                <a:solidFill>
                  <a:schemeClr val="bg1">
                    <a:lumMod val="50000"/>
                  </a:schemeClr>
                </a:solidFill>
                <a:latin typeface="MiSans Normal" pitchFamily="2" charset="-122"/>
                <a:ea typeface="MiSans Normal" pitchFamily="2" charset="-122"/>
                <a:cs typeface="Arial" panose="020B0604020202020204" pitchFamily="34" charset="0"/>
              </a:rPr>
              <a:t>完成</a:t>
            </a:r>
            <a:r>
              <a:rPr lang="en-US" altLang="zh-CN" sz="1400" kern="0">
                <a:solidFill>
                  <a:schemeClr val="bg1">
                    <a:lumMod val="50000"/>
                  </a:schemeClr>
                </a:solidFill>
                <a:latin typeface="MiSans Normal" pitchFamily="2" charset="-122"/>
                <a:ea typeface="MiSans Normal" pitchFamily="2" charset="-122"/>
                <a:cs typeface="Arial" panose="020B0604020202020204" pitchFamily="34" charset="0"/>
              </a:rPr>
              <a:t>AI</a:t>
            </a:r>
            <a:r>
              <a:rPr lang="zh-CN" altLang="en-US" sz="1400" kern="0">
                <a:solidFill>
                  <a:schemeClr val="bg1">
                    <a:lumMod val="50000"/>
                  </a:schemeClr>
                </a:solidFill>
                <a:latin typeface="MiSans Normal" pitchFamily="2" charset="-122"/>
                <a:ea typeface="MiSans Normal" pitchFamily="2" charset="-122"/>
                <a:cs typeface="Arial" panose="020B0604020202020204" pitchFamily="34" charset="0"/>
              </a:rPr>
              <a:t>客服降本增效方案试点并跟踪关键 第</a:t>
            </a:r>
            <a:r>
              <a:rPr lang="en-US" altLang="zh-CN" sz="1400" kern="0">
                <a:solidFill>
                  <a:schemeClr val="bg1">
                    <a:lumMod val="50000"/>
                  </a:schemeClr>
                </a:solidFill>
                <a:latin typeface="MiSans Normal" pitchFamily="2" charset="-122"/>
                <a:ea typeface="MiSans Normal" pitchFamily="2" charset="-122"/>
                <a:cs typeface="Arial" panose="020B0604020202020204" pitchFamily="34" charset="0"/>
              </a:rPr>
              <a:t>3</a:t>
            </a:r>
            <a:r>
              <a:rPr lang="zh-CN" altLang="en-US" sz="1400" kern="0">
                <a:solidFill>
                  <a:schemeClr val="bg1">
                    <a:lumMod val="50000"/>
                  </a:schemeClr>
                </a:solidFill>
                <a:latin typeface="MiSans Normal" pitchFamily="2" charset="-122"/>
                <a:ea typeface="MiSans Normal" pitchFamily="2" charset="-122"/>
                <a:cs typeface="Arial" panose="020B0604020202020204" pitchFamily="34" charset="0"/>
              </a:rPr>
              <a:t>阶段：复盘优化后推进规模化</a:t>
            </a:r>
            <a:endParaRPr lang="en-US" altLang="zh-CN" sz="1400" kern="0">
              <a:solidFill>
                <a:schemeClr val="bg1">
                  <a:lumMod val="50000"/>
                </a:schemeClr>
              </a:solidFill>
              <a:latin typeface="MiSans Normal" pitchFamily="2" charset="-122"/>
              <a:ea typeface="MiSans Normal" pitchFamily="2" charset="-122"/>
              <a:cs typeface="Arial" panose="020B0604020202020204" pitchFamily="34" charset="0"/>
            </a:endParaRPr>
          </a:p>
        </p:txBody>
      </p:sp>
      <p:sp>
        <p:nvSpPr>
          <p:cNvPr id="10" name="矩形 9">
            <a:extLst>
              <a:ext uri="{FF2B5EF4-FFF2-40B4-BE49-F238E27FC236}">
                <a16:creationId xmlns:a16="http://schemas.microsoft.com/office/drawing/2014/main" id="{9B14037F-5DE9-344D-9A68-2585B1AD1CA0}"/>
              </a:ext>
            </a:extLst>
          </p:cNvPr>
          <p:cNvSpPr/>
          <p:nvPr>
            <p:custDataLst>
              <p:tags r:id="rId2"/>
            </p:custDataLst>
          </p:nvPr>
        </p:nvSpPr>
        <p:spPr>
          <a:xfrm>
            <a:off x="4339245" y="2036873"/>
            <a:ext cx="3391592" cy="338554"/>
          </a:xfrm>
          <a:prstGeom prst="rect">
            <a:avLst/>
          </a:prstGeom>
        </p:spPr>
        <p:txBody>
          <a:bodyPr wrap="square">
            <a:normAutofit/>
          </a:bodyPr>
          <a:lstStyle/>
          <a:p>
            <a:pPr algn="dist" defTabSz="914377">
              <a:defRPr/>
            </a:pPr>
            <a:r>
              <a:rPr lang="zh-CN" altLang="en-US" sz="1600" kern="0">
                <a:solidFill>
                  <a:schemeClr val="bg1">
                    <a:lumMod val="50000"/>
                  </a:schemeClr>
                </a:solidFill>
                <a:latin typeface="MiSans Normal" pitchFamily="2" charset="-122"/>
                <a:ea typeface="MiSans Normal" pitchFamily="2" charset="-122"/>
              </a:rPr>
              <a:t>三阶段推进试点落地</a:t>
            </a:r>
            <a:endParaRPr lang="en-US" altLang="zh-CN" sz="1600" kern="0">
              <a:solidFill>
                <a:schemeClr val="bg1">
                  <a:lumMod val="50000"/>
                </a:schemeClr>
              </a:solidFill>
              <a:latin typeface="MiSans Normal" pitchFamily="2" charset="-122"/>
              <a:ea typeface="MiSans Normal" pitchFamily="2" charset="-122"/>
            </a:endParaRPr>
          </a:p>
        </p:txBody>
      </p:sp>
      <p:sp>
        <p:nvSpPr>
          <p:cNvPr id="11" name="矩形: 圆角 10">
            <a:extLst>
              <a:ext uri="{FF2B5EF4-FFF2-40B4-BE49-F238E27FC236}">
                <a16:creationId xmlns:a16="http://schemas.microsoft.com/office/drawing/2014/main" id="{526B546F-37B7-A74D-87AD-D6CB2D3A5069}"/>
              </a:ext>
            </a:extLst>
          </p:cNvPr>
          <p:cNvSpPr/>
          <p:nvPr/>
        </p:nvSpPr>
        <p:spPr>
          <a:xfrm>
            <a:off x="5377667" y="4498447"/>
            <a:ext cx="1436667" cy="322681"/>
          </a:xfrm>
          <a:prstGeom prst="roundRect">
            <a:avLst>
              <a:gd name="adj" fmla="val 50000"/>
            </a:avLst>
          </a:prstGeom>
          <a:solidFill>
            <a:schemeClr val="accent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altLang="zh-CN" sz="1600">
                <a:latin typeface="MiSans Normal" pitchFamily="2" charset="-122"/>
                <a:ea typeface="MiSans Normal" pitchFamily="2" charset="-122"/>
              </a:rPr>
              <a:t/>
            </a:r>
            <a:endParaRPr lang="zh-CN" altLang="en-US" sz="1600">
              <a:latin typeface="MiSans Normal" pitchFamily="2" charset="-122"/>
              <a:ea typeface="MiSans Normal" pitchFamily="2" charset="-122"/>
            </a:endParaRPr>
          </a:p>
        </p:txBody>
      </p:sp>
    </p:spTree>
    <p:extLst>
      <p:ext uri="{BB962C8B-B14F-4D97-AF65-F5344CB8AC3E}">
        <p14:creationId xmlns:p14="http://schemas.microsoft.com/office/powerpoint/2010/main" val="782747737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2" presetClass="entr" presetSubtype="1" accel="19000" decel="8100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7" dur="1000" fill="hold"/>
                                        <p:tgtEl>
                                          <p:spTgt spid="4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8" dur="1000" fill="hold"/>
                                        <p:tgtEl>
                                          <p:spTgt spid="4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0-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9" presetID="2" presetClass="entr" presetSubtype="1" accel="19000" decel="81000" fill="hold" grpId="0" nodeType="withEffect">
                                  <p:stCondLst>
                                    <p:cond delay="20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1" dur="1000" fill="hold"/>
                                        <p:tgtEl>
                                          <p:spTgt spid="2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12" dur="1000" fill="hold"/>
                                        <p:tgtEl>
                                          <p:spTgt spid="2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0-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13" presetID="2" presetClass="entr" presetSubtype="4" accel="19000" decel="81000" fill="hold" grpId="0" nodeType="withEffect">
                                  <p:stCondLst>
                                    <p:cond delay="40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5" dur="1000" fill="hold"/>
                                        <p:tgtEl>
                                          <p:spTgt spid="5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16" dur="1000" fill="hold"/>
                                        <p:tgtEl>
                                          <p:spTgt spid="5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17" presetID="2" presetClass="entr" presetSubtype="4" accel="19000" decel="81000" fill="hold" grpId="0" nodeType="withEffect">
                                  <p:stCondLst>
                                    <p:cond delay="60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9" dur="1000" fill="hold"/>
                                        <p:tgtEl>
                                          <p:spTgt spid="3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20" dur="1000" fill="hold"/>
                                        <p:tgtEl>
                                          <p:spTgt spid="3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21" presetID="10" presetClass="entr" presetSubtype="0" fill="hold" grpId="0" nodeType="withEffect">
                                  <p:stCondLst>
                                    <p:cond delay="800"/>
                                  </p:stCondLst>
                                  <p:childTnLst>
                                    <p:set>
                                      <p:cBhvr>
                                        <p:cTn id="2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3" dur="300"/>
                                        <p:tgtEl>
                                          <p:spTgt spid="1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24" presetID="10" presetClass="entr" presetSubtype="0" fill="hold" grpId="0" nodeType="withEffect" nodePh="1">
                                  <p:stCondLst>
                                    <p:cond delay="1000"/>
                                  </p:stCondLst>
                                  <p:endCondLst>
                                    <p:cond evt="begin" delay="0">
                                      <p:tn val="24"/>
                                    </p:cond>
                                  </p:endCondLst>
                                  <p:childTnLst>
                                    <p:set>
                                      <p:cBhvr>
                                        <p:cTn id="2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6" dur="300"/>
                                        <p:tgtEl>
                                          <p:spTgt spid="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27" presetID="10" presetClass="entr" presetSubtype="0" fill="hold" grpId="0" nodeType="withEffect">
                                  <p:stCondLst>
                                    <p:cond delay="1200"/>
                                  </p:stCondLst>
                                  <p:childTnLst>
                                    <p:set>
                                      <p:cBhvr>
                                        <p:cTn id="2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9" dur="300"/>
                                        <p:tgtEl>
                                          <p:spTgt spid="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30" presetID="10" presetClass="entr" presetSubtype="0" fill="hold" grpId="0" nodeType="withEffect">
                                  <p:stCondLst>
                                    <p:cond delay="1400"/>
                                  </p:stCondLst>
                                  <p:childTnLst>
                                    <p:set>
                                      <p:cBhvr>
                                        <p:cTn id="3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2" dur="300"/>
                                        <p:tgtEl>
                                          <p:spTgt spid="1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2" grpId="0" animBg="1"/>
      <p:bldP spid="3" grpId="0" animBg="1"/>
      <p:bldP spid="4" grpId="0" animBg="1"/>
      <p:bldP spid="5" grpId="0" animBg="1"/>
      <p:bldP spid="8" grpId="0"/>
      <p:bldP spid="9" grpId="0"/>
      <p:bldP spid="10" grpId="0"/>
      <p:bldP spid="11" grpId="0" animBg="1"/>
    </p:bldLst>
  </p:timing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0" name="矩形 19">
            <a:extLst>
              <a:ext uri="{FF2B5EF4-FFF2-40B4-BE49-F238E27FC236}">
                <a16:creationId xmlns:a16="http://schemas.microsoft.com/office/drawing/2014/main" id="{7B37D664-BC68-F2B1-39F1-CD6BB1F16DEC}"/>
              </a:ext>
            </a:extLst>
          </p:cNvPr>
          <p:cNvSpPr/>
          <p:nvPr/>
        </p:nvSpPr>
        <p:spPr>
          <a:xfrm>
            <a:off x="1" y="6641764"/>
            <a:ext cx="12192000" cy="216236"/>
          </a:xfrm>
          <a:prstGeom prst="rect">
            <a:avLst/>
          </a:prstGeom>
          <a:solidFill>
            <a:schemeClr val="accent2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>
              <a:cs typeface="思源黑体 CN Normal" panose="020B0400000000000000" charset="-122"/>
            </a:endParaRPr>
          </a:p>
        </p:txBody>
      </p:sp>
      <p:sp>
        <p:nvSpPr>
          <p:cNvPr id="21" name="任意多边形: 形状 20">
            <a:extLst>
              <a:ext uri="{FF2B5EF4-FFF2-40B4-BE49-F238E27FC236}">
                <a16:creationId xmlns:a16="http://schemas.microsoft.com/office/drawing/2014/main" id="{0DB1FE3A-FC7F-B820-51D1-2DF39DCBD556}"/>
              </a:ext>
            </a:extLst>
          </p:cNvPr>
          <p:cNvSpPr/>
          <p:nvPr/>
        </p:nvSpPr>
        <p:spPr>
          <a:xfrm flipV="1">
            <a:off x="0" y="6455318"/>
            <a:ext cx="6502400" cy="402681"/>
          </a:xfrm>
          <a:custGeom>
            <a:avLst/>
            <a:gdLst/>
            <a:ahLst/>
            <a:cxnLst>
              <a:cxn ang="3cd4">
                <a:pos x="hc" y="t"/>
              </a:cxn>
              <a:cxn ang="cd2">
                <a:pos x="l" y="vc"/>
              </a:cxn>
              <a:cxn ang="cd4">
                <a:pos x="hc" y="b"/>
              </a:cxn>
              <a:cxn ang="0">
                <a:pos x="r" y="vc"/>
              </a:cxn>
            </a:cxnLst>
            <a:rect l="l" t="t" r="r" b="b"/>
            <a:pathLst>
              <a:path w="11444" h="795">
                <a:moveTo>
                  <a:pt x="0" y="0"/>
                </a:moveTo>
                <a:lnTo>
                  <a:pt x="10649" y="0"/>
                </a:lnTo>
                <a:lnTo>
                  <a:pt x="11444" y="795"/>
                </a:lnTo>
                <a:lnTo>
                  <a:pt x="10649" y="795"/>
                </a:lnTo>
                <a:lnTo>
                  <a:pt x="0" y="795"/>
                </a:lnTo>
                <a:lnTo>
                  <a:pt x="0" y="0"/>
                </a:lnTo>
                <a:close/>
              </a:path>
            </a:pathLst>
          </a:custGeom>
          <a:solidFill>
            <a:schemeClr val="accent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rtlCol="0" anchor="ctr">
            <a:noAutofit/>
          </a:bodyPr>
          <a:lstStyle/>
          <a:p>
            <a:pPr algn="ctr"/>
            <a:endParaRPr lang="zh-CN" altLang="en-US">
              <a:cs typeface="思源黑体 CN Normal" panose="020B0400000000000000" charset="-122"/>
            </a:endParaRPr>
          </a:p>
        </p:txBody>
      </p:sp>
      <p:sp>
        <p:nvSpPr>
          <p:cNvPr id="22" name="文本框 21">
            <a:extLst>
              <a:ext uri="{FF2B5EF4-FFF2-40B4-BE49-F238E27FC236}">
                <a16:creationId xmlns:a16="http://schemas.microsoft.com/office/drawing/2014/main" id="{CAD036C1-465F-C8E1-32A0-AC049501C828}"/>
              </a:ext>
            </a:extLst>
          </p:cNvPr>
          <p:cNvSpPr txBox="1"/>
          <p:nvPr/>
        </p:nvSpPr>
        <p:spPr>
          <a:xfrm>
            <a:off x="420007" y="402681"/>
            <a:ext cx="2352221" cy="400110"/>
          </a:xfrm>
          <a:prstGeom prst="rect">
            <a:avLst/>
          </a:prstGeom>
          <a:noFill/>
        </p:spPr>
        <p:txBody>
          <a:bodyPr wrap="square" rtlCol="0">
            <a:noAutofit/>
          </a:bodyPr>
          <a:lstStyle/>
          <a:p>
            <a:pPr marL="342900" indent="-342900">
              <a:buFont typeface="思源黑体 CN Normal" panose="020B0400000000000000" charset="-122"/>
              <a:buChar char="•"/>
            </a:pPr>
            <a:r>
              <a:rPr lang="zh-CN" altLang="en-US">
                <a:solidFill>
                  <a:schemeClr val="tx1">
                    <a:lumMod val="65000"/>
                    <a:lumOff val="35000"/>
                  </a:schemeClr>
                </a:solidFill>
                <a:latin typeface="MiSans Normal" pitchFamily="2" charset="-122"/>
                <a:ea typeface="MiSans Normal" pitchFamily="2" charset="-122"/>
                <a:cs typeface="思源黑体 CN Normal" panose="020B0400000000000000" charset="-122"/>
              </a:rPr>
              <a:t>用关键指标验证收益</a:t>
            </a:r>
          </a:p>
        </p:txBody>
      </p:sp>
      <p:sp>
        <p:nvSpPr>
          <p:cNvPr id="19" name="任意多边形: 形状 18">
            <a:extLst>
              <a:ext uri="{FF2B5EF4-FFF2-40B4-BE49-F238E27FC236}">
                <a16:creationId xmlns:a16="http://schemas.microsoft.com/office/drawing/2014/main" id="{ED72CBF8-41D3-4A5E-A252-0357ACA5D283}"/>
              </a:ext>
            </a:extLst>
          </p:cNvPr>
          <p:cNvSpPr/>
          <p:nvPr/>
        </p:nvSpPr>
        <p:spPr>
          <a:xfrm>
            <a:off x="8180652" y="1603038"/>
            <a:ext cx="3199980" cy="2399985"/>
          </a:xfrm>
          <a:custGeom>
            <a:avLst/>
            <a:gdLst>
              <a:gd name="connsiteX0" fmla="*/ 0 w 3199980"/>
              <a:gd name="connsiteY0" fmla="*/ 0 h 2399985"/>
              <a:gd name="connsiteX1" fmla="*/ 3199980 w 3199980"/>
              <a:gd name="connsiteY1" fmla="*/ 0 h 2399985"/>
              <a:gd name="connsiteX2" fmla="*/ 3199980 w 3199980"/>
              <a:gd name="connsiteY2" fmla="*/ 2399985 h 2399985"/>
              <a:gd name="connsiteX3" fmla="*/ 0 w 3199980"/>
              <a:gd name="connsiteY3" fmla="*/ 2399985 h 2399985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</a:cxnLst>
            <a:rect l="l" t="t" r="r" b="b"/>
            <a:pathLst>
              <a:path w="3199980" h="2399985">
                <a:moveTo>
                  <a:pt x="0" y="0"/>
                </a:moveTo>
                <a:lnTo>
                  <a:pt x="3199980" y="0"/>
                </a:lnTo>
                <a:lnTo>
                  <a:pt x="3199980" y="2399985"/>
                </a:lnTo>
                <a:lnTo>
                  <a:pt x="0" y="2399985"/>
                </a:lnTo>
                <a:close/>
              </a:path>
            </a:pathLst>
          </a:custGeom>
          <a:blipFill>
            <a:blip r:embed="rId3"/>
            <a:srcRect/>
            <a:stretch>
              <a:fillRect t="-33334" b="-33334"/>
            </a:stretch>
          </a:blipFill>
          <a:ln w="12700" cap="flat" cmpd="sng" algn="ctr">
            <a:noFill/>
            <a:prstDash val="solid"/>
            <a:miter lim="800000"/>
          </a:ln>
          <a:effectLst/>
          <a:extLst>
            <a:ext uri="{91240B29-F687-4F45-9708-019B960494DF}">
              <a14:hiddenLine xmlns:a14="http://schemas.microsoft.com/office/drawing/2010/main" w="12700" cap="flat" cmpd="sng" algn="ctr">
                <a:solidFill>
                  <a:schemeClr val="accent1">
                    <a:shade val="50000"/>
                  </a:schemeClr>
                </a:solidFill>
                <a:prstDash val="solid"/>
                <a:miter lim="800000"/>
              </a14:hiddenLine>
            </a:ext>
          </a:ex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sp>
        <p:nvSpPr>
          <p:cNvPr id="18" name="任意多边形: 形状 17">
            <a:extLst>
              <a:ext uri="{FF2B5EF4-FFF2-40B4-BE49-F238E27FC236}">
                <a16:creationId xmlns:a16="http://schemas.microsoft.com/office/drawing/2014/main" id="{074284A2-1236-4181-AD90-75AB4F2A3894}"/>
              </a:ext>
            </a:extLst>
          </p:cNvPr>
          <p:cNvSpPr/>
          <p:nvPr/>
        </p:nvSpPr>
        <p:spPr>
          <a:xfrm>
            <a:off x="4771144" y="1603038"/>
            <a:ext cx="3199980" cy="2399985"/>
          </a:xfrm>
          <a:custGeom>
            <a:avLst/>
            <a:gdLst>
              <a:gd name="connsiteX0" fmla="*/ 0 w 3199980"/>
              <a:gd name="connsiteY0" fmla="*/ 0 h 2399985"/>
              <a:gd name="connsiteX1" fmla="*/ 3199980 w 3199980"/>
              <a:gd name="connsiteY1" fmla="*/ 0 h 2399985"/>
              <a:gd name="connsiteX2" fmla="*/ 3199980 w 3199980"/>
              <a:gd name="connsiteY2" fmla="*/ 2399985 h 2399985"/>
              <a:gd name="connsiteX3" fmla="*/ 0 w 3199980"/>
              <a:gd name="connsiteY3" fmla="*/ 2399985 h 2399985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</a:cxnLst>
            <a:rect l="l" t="t" r="r" b="b"/>
            <a:pathLst>
              <a:path w="3199980" h="2399985">
                <a:moveTo>
                  <a:pt x="0" y="0"/>
                </a:moveTo>
                <a:lnTo>
                  <a:pt x="3199980" y="0"/>
                </a:lnTo>
                <a:lnTo>
                  <a:pt x="3199980" y="2399985"/>
                </a:lnTo>
                <a:lnTo>
                  <a:pt x="0" y="2399985"/>
                </a:lnTo>
                <a:close/>
              </a:path>
            </a:pathLst>
          </a:custGeom>
          <a:blipFill>
            <a:blip r:embed="rId4"/>
            <a:srcRect/>
            <a:stretch>
              <a:fillRect l="-6222" r="-6222"/>
            </a:stretch>
          </a:blipFill>
          <a:ln w="12700" cap="flat" cmpd="sng" algn="ctr">
            <a:noFill/>
            <a:prstDash val="solid"/>
            <a:miter lim="800000"/>
          </a:ln>
          <a:effectLst/>
          <a:extLst>
            <a:ext uri="{91240B29-F687-4F45-9708-019B960494DF}">
              <a14:hiddenLine xmlns:a14="http://schemas.microsoft.com/office/drawing/2010/main" w="12700" cap="flat" cmpd="sng" algn="ctr">
                <a:solidFill>
                  <a:schemeClr val="accent1">
                    <a:shade val="50000"/>
                  </a:schemeClr>
                </a:solidFill>
                <a:prstDash val="solid"/>
                <a:miter lim="800000"/>
              </a14:hiddenLine>
            </a:ext>
          </a:ex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sp>
        <p:nvSpPr>
          <p:cNvPr id="5" name="矩形 4">
            <a:extLst>
              <a:ext uri="{FF2B5EF4-FFF2-40B4-BE49-F238E27FC236}">
                <a16:creationId xmlns:a16="http://schemas.microsoft.com/office/drawing/2014/main" id="{05866E03-8F7D-594F-A20A-60CCF936A5A9}"/>
              </a:ext>
            </a:extLst>
          </p:cNvPr>
          <p:cNvSpPr/>
          <p:nvPr/>
        </p:nvSpPr>
        <p:spPr>
          <a:xfrm>
            <a:off x="904020" y="1564017"/>
            <a:ext cx="3657600" cy="4460931"/>
          </a:xfrm>
          <a:prstGeom prst="rect">
            <a:avLst/>
          </a:prstGeom>
          <a:solidFill>
            <a:schemeClr val="accent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90000" tIns="46800" rIns="90000" bIns="46800" rtlCol="0" anchor="ctr"/>
          <a:lstStyle/>
          <a:p>
            <a:pPr algn="ctr"/>
            <a:endParaRPr lang="id-ID" dirty="0">
              <a:latin typeface="MiSans" panose="00000500000000000000" pitchFamily="2" charset="-122"/>
              <a:cs typeface="+mn-ea"/>
              <a:sym typeface="+mn-lt"/>
            </a:endParaRPr>
          </a:p>
        </p:txBody>
      </p:sp>
      <p:sp>
        <p:nvSpPr>
          <p:cNvPr id="11" name="文本框 10">
            <a:extLst>
              <a:ext uri="{FF2B5EF4-FFF2-40B4-BE49-F238E27FC236}">
                <a16:creationId xmlns:a16="http://schemas.microsoft.com/office/drawing/2014/main" id="{8C79AE40-484E-1C49-BA90-3664CF52FA54}"/>
              </a:ext>
            </a:extLst>
          </p:cNvPr>
          <p:cNvSpPr txBox="1"/>
          <p:nvPr/>
        </p:nvSpPr>
        <p:spPr>
          <a:xfrm>
            <a:off x="1402285" y="2660853"/>
            <a:ext cx="2940208" cy="380553"/>
          </a:xfrm>
          <a:prstGeom prst="rect">
            <a:avLst/>
          </a:prstGeom>
        </p:spPr>
        <p:txBody>
          <a:bodyPr wrap="square">
            <a:spAutoFit/>
          </a:bodyPr>
          <a:lstStyle>
            <a:defPPr>
              <a:defRPr lang="zh-CN"/>
            </a:defPPr>
            <a:lvl1pPr defTabSz="457143">
              <a:lnSpc>
                <a:spcPct val="130000"/>
              </a:lnSpc>
              <a:defRPr sz="1200">
                <a:solidFill>
                  <a:schemeClr val="bg1">
                    <a:lumMod val="50000"/>
                  </a:schemeClr>
                </a:solidFill>
                <a:latin typeface="Source Han Sans CN Normal" panose="020B0400000000000000" pitchFamily="34" charset="-128"/>
                <a:ea typeface="Source Han Sans CN Normal" panose="020B0400000000000000" pitchFamily="34" charset="-128"/>
              </a:defRPr>
            </a:lvl1pPr>
          </a:lstStyle>
          <a:p>
            <a:pPr>
              <a:lnSpc>
                <a:spcPct val="150000"/>
              </a:lnSpc>
            </a:pPr>
            <a:endParaRPr lang="zh-CN" altLang="en-US" sz="1400" dirty="0">
              <a:solidFill>
                <a:schemeClr val="bg1"/>
              </a:solidFill>
              <a:latin typeface="MiSans Normal" pitchFamily="2" charset="-122"/>
              <a:ea typeface="MiSans Normal" pitchFamily="2" charset="-122"/>
              <a:cs typeface="Alibaba PuHuiTi" pitchFamily="18" charset="-122"/>
            </a:endParaRPr>
          </a:p>
        </p:txBody>
      </p:sp>
      <p:sp>
        <p:nvSpPr>
          <p:cNvPr id="12" name="文本框 11">
            <a:extLst>
              <a:ext uri="{FF2B5EF4-FFF2-40B4-BE49-F238E27FC236}">
                <a16:creationId xmlns:a16="http://schemas.microsoft.com/office/drawing/2014/main" id="{F12B8E24-F0B8-EC4A-8FB7-66EC23C09DB3}"/>
              </a:ext>
            </a:extLst>
          </p:cNvPr>
          <p:cNvSpPr txBox="1"/>
          <p:nvPr/>
        </p:nvSpPr>
        <p:spPr>
          <a:xfrm>
            <a:off x="2148983" y="2265194"/>
            <a:ext cx="184730" cy="400110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algn="ctr"/>
            <a:endParaRPr lang="en-US" sz="2000" b="1" dirty="0">
              <a:solidFill>
                <a:schemeClr val="bg1"/>
              </a:solidFill>
              <a:latin typeface="MiSans Normal" pitchFamily="2" charset="-122"/>
              <a:ea typeface="MiSans Normal" pitchFamily="2" charset="-122"/>
            </a:endParaRPr>
          </a:p>
        </p:txBody>
      </p:sp>
      <p:sp>
        <p:nvSpPr>
          <p:cNvPr id="13" name="文本框 12">
            <a:extLst>
              <a:ext uri="{FF2B5EF4-FFF2-40B4-BE49-F238E27FC236}">
                <a16:creationId xmlns:a16="http://schemas.microsoft.com/office/drawing/2014/main" id="{9ACFE26C-5CAD-CB43-96F9-04C07C5FD67F}"/>
              </a:ext>
            </a:extLst>
          </p:cNvPr>
          <p:cNvSpPr txBox="1"/>
          <p:nvPr/>
        </p:nvSpPr>
        <p:spPr>
          <a:xfrm>
            <a:off x="1402285" y="4590329"/>
            <a:ext cx="2940208" cy="380553"/>
          </a:xfrm>
          <a:prstGeom prst="rect">
            <a:avLst/>
          </a:prstGeom>
        </p:spPr>
        <p:txBody>
          <a:bodyPr wrap="square">
            <a:spAutoFit/>
          </a:bodyPr>
          <a:lstStyle>
            <a:defPPr>
              <a:defRPr lang="zh-CN"/>
            </a:defPPr>
            <a:lvl1pPr defTabSz="457143">
              <a:lnSpc>
                <a:spcPct val="130000"/>
              </a:lnSpc>
              <a:defRPr sz="1200">
                <a:solidFill>
                  <a:schemeClr val="bg1">
                    <a:lumMod val="50000"/>
                  </a:schemeClr>
                </a:solidFill>
                <a:latin typeface="Source Han Sans CN Normal" panose="020B0400000000000000" pitchFamily="34" charset="-128"/>
                <a:ea typeface="Source Han Sans CN Normal" panose="020B0400000000000000" pitchFamily="34" charset="-128"/>
              </a:defRPr>
            </a:lvl1pPr>
          </a:lstStyle>
          <a:p>
            <a:pPr>
              <a:lnSpc>
                <a:spcPct val="150000"/>
              </a:lnSpc>
            </a:pPr>
            <a:endParaRPr lang="zh-CN" altLang="en-US" sz="1400" dirty="0">
              <a:solidFill>
                <a:schemeClr val="bg1"/>
              </a:solidFill>
              <a:latin typeface="MiSans Normal" pitchFamily="2" charset="-122"/>
              <a:ea typeface="MiSans Normal" pitchFamily="2" charset="-122"/>
              <a:cs typeface="Alibaba PuHuiTi" pitchFamily="18" charset="-122"/>
            </a:endParaRPr>
          </a:p>
        </p:txBody>
      </p:sp>
      <p:sp>
        <p:nvSpPr>
          <p:cNvPr id="14" name="文本框 13">
            <a:extLst>
              <a:ext uri="{FF2B5EF4-FFF2-40B4-BE49-F238E27FC236}">
                <a16:creationId xmlns:a16="http://schemas.microsoft.com/office/drawing/2014/main" id="{1B63A1D4-5545-AF47-B604-EC703C6AECD8}"/>
              </a:ext>
            </a:extLst>
          </p:cNvPr>
          <p:cNvSpPr txBox="1"/>
          <p:nvPr/>
        </p:nvSpPr>
        <p:spPr>
          <a:xfrm>
            <a:off x="2148983" y="4194670"/>
            <a:ext cx="184730" cy="400110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algn="ctr"/>
            <a:endParaRPr lang="en-US" sz="2000" b="1" dirty="0">
              <a:solidFill>
                <a:schemeClr val="bg1"/>
              </a:solidFill>
              <a:latin typeface="MiSans Normal" pitchFamily="2" charset="-122"/>
              <a:ea typeface="MiSans Normal" pitchFamily="2" charset="-122"/>
            </a:endParaRPr>
          </a:p>
        </p:txBody>
      </p:sp>
      <p:sp>
        <p:nvSpPr>
          <p:cNvPr id="15" name="文本框 14">
            <a:extLst>
              <a:ext uri="{FF2B5EF4-FFF2-40B4-BE49-F238E27FC236}">
                <a16:creationId xmlns:a16="http://schemas.microsoft.com/office/drawing/2014/main" id="{B2BA6EDC-C65F-4B4A-ABC7-F6EC47EFD6E9}"/>
              </a:ext>
            </a:extLst>
          </p:cNvPr>
          <p:cNvSpPr txBox="1"/>
          <p:nvPr/>
        </p:nvSpPr>
        <p:spPr>
          <a:xfrm>
            <a:off x="5037173" y="4901019"/>
            <a:ext cx="184731" cy="707886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endParaRPr lang="en-US" sz="4000" dirty="0">
              <a:solidFill>
                <a:schemeClr val="tx1">
                  <a:lumMod val="75000"/>
                  <a:lumOff val="25000"/>
                </a:schemeClr>
              </a:solidFill>
              <a:latin typeface="MiSans Medium" pitchFamily="2" charset="-122"/>
              <a:ea typeface="MiSans Medium" pitchFamily="2" charset="-122"/>
            </a:endParaRPr>
          </a:p>
        </p:txBody>
      </p:sp>
      <p:sp>
        <p:nvSpPr>
          <p:cNvPr id="16" name="文本框 15">
            <a:extLst>
              <a:ext uri="{FF2B5EF4-FFF2-40B4-BE49-F238E27FC236}">
                <a16:creationId xmlns:a16="http://schemas.microsoft.com/office/drawing/2014/main" id="{C1F3FC89-AC13-B245-8274-7E83AF1BCFA8}"/>
              </a:ext>
            </a:extLst>
          </p:cNvPr>
          <p:cNvSpPr txBox="1"/>
          <p:nvPr/>
        </p:nvSpPr>
        <p:spPr>
          <a:xfrm>
            <a:off x="5037173" y="4531687"/>
            <a:ext cx="184731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endParaRPr lang="en-US" dirty="0">
              <a:solidFill>
                <a:schemeClr val="bg1">
                  <a:lumMod val="50000"/>
                </a:schemeClr>
              </a:solidFill>
              <a:latin typeface="MiSans Light" pitchFamily="2" charset="-122"/>
              <a:ea typeface="MiSans Light" pitchFamily="2" charset="-122"/>
            </a:endParaRPr>
          </a:p>
        </p:txBody>
      </p:sp>
      <p:sp>
        <p:nvSpPr>
          <p:cNvPr id="17" name="文本框 16">
            <a:extLst>
              <a:ext uri="{FF2B5EF4-FFF2-40B4-BE49-F238E27FC236}">
                <a16:creationId xmlns:a16="http://schemas.microsoft.com/office/drawing/2014/main" id="{76EF26EE-4DD3-5B46-A134-DEF1E2B58C8B}"/>
              </a:ext>
            </a:extLst>
          </p:cNvPr>
          <p:cNvSpPr txBox="1"/>
          <p:nvPr/>
        </p:nvSpPr>
        <p:spPr>
          <a:xfrm>
            <a:off x="8180652" y="4394725"/>
            <a:ext cx="3199981" cy="1349985"/>
          </a:xfrm>
          <a:prstGeom prst="rect">
            <a:avLst/>
          </a:prstGeom>
        </p:spPr>
        <p:txBody>
          <a:bodyPr wrap="square">
            <a:noAutofit/>
          </a:bodyPr>
          <a:lstStyle>
            <a:defPPr>
              <a:defRPr lang="zh-CN"/>
            </a:defPPr>
            <a:lvl1pPr defTabSz="457143">
              <a:lnSpc>
                <a:spcPct val="130000"/>
              </a:lnSpc>
              <a:defRPr sz="1200">
                <a:solidFill>
                  <a:schemeClr val="bg1">
                    <a:lumMod val="50000"/>
                  </a:schemeClr>
                </a:solidFill>
                <a:latin typeface="Source Han Sans CN Normal" panose="020B0400000000000000" pitchFamily="34" charset="-128"/>
                <a:ea typeface="Source Han Sans CN Normal" panose="020B0400000000000000" pitchFamily="34" charset="-128"/>
              </a:defRPr>
            </a:lvl1pPr>
          </a:lstStyle>
          <a:p>
            <a:pPr>
              <a:lnSpc>
                <a:spcPct val="150000"/>
              </a:lnSpc>
            </a:pPr>
            <a:r>
              <a:rPr lang="zh-CN" altLang="en-US" sz="1300">
                <a:latin typeface="MiSans Normal" pitchFamily="2" charset="-122"/>
                <a:ea typeface="MiSans Normal" pitchFamily="2" charset="-122"/>
                <a:cs typeface="Alibaba PuHuiTi" pitchFamily="18" charset="-122"/>
              </a:rPr>
              <a:t>价值评估 建议围绕</a:t>
            </a:r>
            <a:r>
              <a:rPr lang="en-US" altLang="zh-CN" sz="1300">
                <a:latin typeface="MiSans Normal" pitchFamily="2" charset="-122"/>
                <a:ea typeface="MiSans Normal" pitchFamily="2" charset="-122"/>
                <a:cs typeface="Alibaba PuHuiTi" pitchFamily="18" charset="-122"/>
              </a:rPr>
              <a:t>AI</a:t>
            </a:r>
            <a:r>
              <a:rPr lang="zh-CN" altLang="en-US" sz="1300">
                <a:latin typeface="MiSans Normal" pitchFamily="2" charset="-122"/>
                <a:ea typeface="MiSans Normal" pitchFamily="2" charset="-122"/>
                <a:cs typeface="Alibaba PuHuiTi" pitchFamily="18" charset="-122"/>
              </a:rPr>
              <a:t>客服降本增效方</a:t>
            </a:r>
          </a:p>
          <a:p>
            <a:pPr>
              <a:lnSpc>
                <a:spcPct val="150000"/>
              </a:lnSpc>
            </a:pPr>
            <a:r>
              <a:rPr lang="zh-CN" altLang="en-US" sz="1300">
                <a:latin typeface="MiSans Normal" pitchFamily="2" charset="-122"/>
                <a:ea typeface="MiSans Normal" pitchFamily="2" charset="-122"/>
                <a:cs typeface="Alibaba PuHuiTi" pitchFamily="18" charset="-122"/>
              </a:rPr>
              <a:t>案建立统一指标集，至少覆盖效率、质量、</a:t>
            </a:r>
          </a:p>
          <a:p>
            <a:pPr>
              <a:lnSpc>
                <a:spcPct val="150000"/>
              </a:lnSpc>
            </a:pPr>
            <a:r>
              <a:rPr lang="zh-CN" altLang="en-US" sz="1300">
                <a:latin typeface="MiSans Normal" pitchFamily="2" charset="-122"/>
                <a:ea typeface="MiSans Normal" pitchFamily="2" charset="-122"/>
                <a:cs typeface="Alibaba PuHuiTi" pitchFamily="18" charset="-122"/>
              </a:rPr>
              <a:t>成本与稳定性四类指标。</a:t>
            </a:r>
          </a:p>
          <a:p>
            <a:pPr>
              <a:lnSpc>
                <a:spcPct val="150000"/>
              </a:lnSpc>
            </a:pPr>
            <a:r>
              <a:rPr lang="zh-CN" altLang="en-US" sz="1300">
                <a:latin typeface="MiSans Normal" pitchFamily="2" charset="-122"/>
                <a:ea typeface="MiSans Normal" pitchFamily="2" charset="-122"/>
                <a:cs typeface="Alibaba PuHuiTi" pitchFamily="18" charset="-122"/>
              </a:rPr>
              <a:t>只有当关键指标持续改善</a:t>
            </a:r>
            <a:r>
              <a:rPr lang="en-US" altLang="zh-CN" sz="1300">
                <a:latin typeface="MiSans Normal" pitchFamily="2" charset="-122"/>
                <a:ea typeface="MiSans Normal" pitchFamily="2" charset="-122"/>
                <a:cs typeface="Alibaba PuHuiTi" pitchFamily="18" charset="-122"/>
              </a:rPr>
              <a:t>...</a:t>
            </a:r>
            <a:endParaRPr lang="zh-CN" altLang="en-US" sz="1300" dirty="0">
              <a:latin typeface="MiSans Normal" pitchFamily="2" charset="-122"/>
              <a:ea typeface="MiSans Normal" pitchFamily="2" charset="-122"/>
              <a:cs typeface="Alibaba PuHuiTi" pitchFamily="18" charset="-122"/>
            </a:endParaRPr>
          </a:p>
        </p:txBody>
      </p:sp>
    </p:spTree>
    <p:extLst>
      <p:ext uri="{BB962C8B-B14F-4D97-AF65-F5344CB8AC3E}">
        <p14:creationId xmlns:p14="http://schemas.microsoft.com/office/powerpoint/2010/main" val="3494641274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2" presetClass="entr" presetSubtype="8" decel="10000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7" dur="1000" fill="hold"/>
                                        <p:tgtEl>
                                          <p:spTgt spid="5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0-#ppt_w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8" dur="1000" fill="hold"/>
                                        <p:tgtEl>
                                          <p:spTgt spid="5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9" presetID="2" presetClass="entr" presetSubtype="2" decel="100000" fill="hold" grpId="0" nodeType="withEffect">
                                  <p:stCondLst>
                                    <p:cond delay="20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1" dur="1000" fill="hold"/>
                                        <p:tgtEl>
                                          <p:spTgt spid="18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w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12" dur="1000" fill="hold"/>
                                        <p:tgtEl>
                                          <p:spTgt spid="18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13" presetID="2" presetClass="entr" presetSubtype="2" decel="100000" fill="hold" grpId="0" nodeType="withEffect">
                                  <p:stCondLst>
                                    <p:cond delay="40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5" dur="1000" fill="hold"/>
                                        <p:tgtEl>
                                          <p:spTgt spid="19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w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16" dur="1000" fill="hold"/>
                                        <p:tgtEl>
                                          <p:spTgt spid="19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17" presetID="2" presetClass="entr" presetSubtype="2" decel="100000" fill="hold" grpId="0" nodeType="withEffect" nodePh="1">
                                  <p:stCondLst>
                                    <p:cond delay="600"/>
                                  </p:stCondLst>
                                  <p:endCondLst>
                                    <p:cond evt="begin" delay="0">
                                      <p:tn val="17"/>
                                    </p:cond>
                                  </p:end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9" dur="1000" fill="hold"/>
                                        <p:tgtEl>
                                          <p:spTgt spid="16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w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20" dur="1000" fill="hold"/>
                                        <p:tgtEl>
                                          <p:spTgt spid="16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21" presetID="2" presetClass="entr" presetSubtype="2" decel="100000" fill="hold" grpId="0" nodeType="withEffect" nodePh="1">
                                  <p:stCondLst>
                                    <p:cond delay="800"/>
                                  </p:stCondLst>
                                  <p:endCondLst>
                                    <p:cond evt="begin" delay="0">
                                      <p:tn val="21"/>
                                    </p:cond>
                                  </p:endCondLst>
                                  <p:childTnLst>
                                    <p:set>
                                      <p:cBhvr>
                                        <p:cTn id="2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23" dur="1000" fill="hold"/>
                                        <p:tgtEl>
                                          <p:spTgt spid="15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w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24" dur="1000" fill="hold"/>
                                        <p:tgtEl>
                                          <p:spTgt spid="15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25" presetID="2" presetClass="entr" presetSubtype="2" decel="100000" fill="hold" grpId="0" nodeType="withEffect">
                                  <p:stCondLst>
                                    <p:cond delay="100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27" dur="1000" fill="hold"/>
                                        <p:tgtEl>
                                          <p:spTgt spid="17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w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28" dur="1000" fill="hold"/>
                                        <p:tgtEl>
                                          <p:spTgt spid="17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29" presetID="10" presetClass="entr" presetSubtype="0" fill="hold" grpId="0" nodeType="withEffect" nodePh="1">
                                  <p:stCondLst>
                                    <p:cond delay="1200"/>
                                  </p:stCondLst>
                                  <p:endCondLst>
                                    <p:cond evt="begin" delay="0">
                                      <p:tn val="29"/>
                                    </p:cond>
                                  </p:endCondLst>
                                  <p:childTnLst>
                                    <p:set>
                                      <p:cBhvr>
                                        <p:cTn id="3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1" dur="300"/>
                                        <p:tgtEl>
                                          <p:spTgt spid="1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32" presetID="10" presetClass="entr" presetSubtype="0" fill="hold" grpId="0" nodeType="withEffect" nodePh="1">
                                  <p:stCondLst>
                                    <p:cond delay="1400"/>
                                  </p:stCondLst>
                                  <p:endCondLst>
                                    <p:cond evt="begin" delay="0">
                                      <p:tn val="32"/>
                                    </p:cond>
                                  </p:endCondLst>
                                  <p:childTnLst>
                                    <p:set>
                                      <p:cBhvr>
                                        <p:cTn id="3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4" dur="300"/>
                                        <p:tgtEl>
                                          <p:spTgt spid="1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35" presetID="10" presetClass="entr" presetSubtype="0" fill="hold" grpId="0" nodeType="withEffect" nodePh="1">
                                  <p:stCondLst>
                                    <p:cond delay="1600"/>
                                  </p:stCondLst>
                                  <p:endCondLst>
                                    <p:cond evt="begin" delay="0">
                                      <p:tn val="35"/>
                                    </p:cond>
                                  </p:endCondLst>
                                  <p:childTnLst>
                                    <p:set>
                                      <p:cBhvr>
                                        <p:cTn id="3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7" dur="300"/>
                                        <p:tgtEl>
                                          <p:spTgt spid="1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38" presetID="10" presetClass="entr" presetSubtype="0" fill="hold" grpId="0" nodeType="withEffect" nodePh="1">
                                  <p:stCondLst>
                                    <p:cond delay="1800"/>
                                  </p:stCondLst>
                                  <p:endCondLst>
                                    <p:cond evt="begin" delay="0">
                                      <p:tn val="38"/>
                                    </p:cond>
                                  </p:endCondLst>
                                  <p:childTnLst>
                                    <p:set>
                                      <p:cBhvr>
                                        <p:cTn id="3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40" dur="300"/>
                                        <p:tgtEl>
                                          <p:spTgt spid="1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19" grpId="0" animBg="1"/>
      <p:bldP spid="18" grpId="0" animBg="1"/>
      <p:bldP spid="5" grpId="0" animBg="1"/>
      <p:bldP spid="11" grpId="0"/>
      <p:bldP spid="12" grpId="0"/>
      <p:bldP spid="13" grpId="0"/>
      <p:bldP spid="14" grpId="0"/>
      <p:bldP spid="15" grpId="0"/>
      <p:bldP spid="16" grpId="0"/>
      <p:bldP spid="17" grpId="0"/>
    </p:bldLst>
  </p:timing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8" name="矩形 37">
            <a:extLst>
              <a:ext uri="{FF2B5EF4-FFF2-40B4-BE49-F238E27FC236}">
                <a16:creationId xmlns:a16="http://schemas.microsoft.com/office/drawing/2014/main" id="{B0D4623B-1AAF-4809-6E23-1F5D5E882BCF}"/>
              </a:ext>
            </a:extLst>
          </p:cNvPr>
          <p:cNvSpPr/>
          <p:nvPr/>
        </p:nvSpPr>
        <p:spPr>
          <a:xfrm>
            <a:off x="1" y="6641764"/>
            <a:ext cx="12192000" cy="216236"/>
          </a:xfrm>
          <a:prstGeom prst="rect">
            <a:avLst/>
          </a:prstGeom>
          <a:solidFill>
            <a:schemeClr val="accent2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>
              <a:cs typeface="思源黑体 CN Normal" panose="020B0400000000000000" charset="-122"/>
            </a:endParaRPr>
          </a:p>
        </p:txBody>
      </p:sp>
      <p:sp>
        <p:nvSpPr>
          <p:cNvPr id="41" name="任意多边形: 形状 40">
            <a:extLst>
              <a:ext uri="{FF2B5EF4-FFF2-40B4-BE49-F238E27FC236}">
                <a16:creationId xmlns:a16="http://schemas.microsoft.com/office/drawing/2014/main" id="{B2FE6276-FB59-A202-C9EB-0CF3F538ADD4}"/>
              </a:ext>
            </a:extLst>
          </p:cNvPr>
          <p:cNvSpPr/>
          <p:nvPr/>
        </p:nvSpPr>
        <p:spPr>
          <a:xfrm flipV="1">
            <a:off x="0" y="6455318"/>
            <a:ext cx="6502400" cy="402681"/>
          </a:xfrm>
          <a:custGeom>
            <a:avLst/>
            <a:gdLst/>
            <a:ahLst/>
            <a:cxnLst>
              <a:cxn ang="3cd4">
                <a:pos x="hc" y="t"/>
              </a:cxn>
              <a:cxn ang="cd2">
                <a:pos x="l" y="vc"/>
              </a:cxn>
              <a:cxn ang="cd4">
                <a:pos x="hc" y="b"/>
              </a:cxn>
              <a:cxn ang="0">
                <a:pos x="r" y="vc"/>
              </a:cxn>
            </a:cxnLst>
            <a:rect l="l" t="t" r="r" b="b"/>
            <a:pathLst>
              <a:path w="11444" h="795">
                <a:moveTo>
                  <a:pt x="0" y="0"/>
                </a:moveTo>
                <a:lnTo>
                  <a:pt x="10649" y="0"/>
                </a:lnTo>
                <a:lnTo>
                  <a:pt x="11444" y="795"/>
                </a:lnTo>
                <a:lnTo>
                  <a:pt x="10649" y="795"/>
                </a:lnTo>
                <a:lnTo>
                  <a:pt x="0" y="795"/>
                </a:lnTo>
                <a:lnTo>
                  <a:pt x="0" y="0"/>
                </a:lnTo>
                <a:close/>
              </a:path>
            </a:pathLst>
          </a:custGeom>
          <a:solidFill>
            <a:schemeClr val="accent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rtlCol="0" anchor="ctr">
            <a:noAutofit/>
          </a:bodyPr>
          <a:lstStyle/>
          <a:p>
            <a:pPr algn="ctr"/>
            <a:endParaRPr lang="zh-CN" altLang="en-US">
              <a:cs typeface="思源黑体 CN Normal" panose="020B0400000000000000" charset="-122"/>
            </a:endParaRPr>
          </a:p>
        </p:txBody>
      </p:sp>
      <p:sp>
        <p:nvSpPr>
          <p:cNvPr id="47" name="文本框 46">
            <a:extLst>
              <a:ext uri="{FF2B5EF4-FFF2-40B4-BE49-F238E27FC236}">
                <a16:creationId xmlns:a16="http://schemas.microsoft.com/office/drawing/2014/main" id="{3FA1F870-1FA1-4B6B-E6AE-245B8E26BC1B}"/>
              </a:ext>
            </a:extLst>
          </p:cNvPr>
          <p:cNvSpPr txBox="1"/>
          <p:nvPr/>
        </p:nvSpPr>
        <p:spPr>
          <a:xfrm>
            <a:off x="420007" y="402681"/>
            <a:ext cx="2352221" cy="400110"/>
          </a:xfrm>
          <a:prstGeom prst="rect">
            <a:avLst/>
          </a:prstGeom>
          <a:noFill/>
        </p:spPr>
        <p:txBody>
          <a:bodyPr wrap="square" rtlCol="0">
            <a:normAutofit/>
          </a:bodyPr>
          <a:lstStyle/>
          <a:p>
            <a:pPr marL="342900" indent="-342900">
              <a:buFont typeface="思源黑体 CN Normal" panose="020B0400000000000000" charset="-122"/>
              <a:buChar char="•"/>
            </a:pPr>
            <a:r>
              <a:rPr lang="zh-CN" altLang="en-US" sz="2000">
                <a:solidFill>
                  <a:schemeClr val="tx1">
                    <a:lumMod val="65000"/>
                    <a:lumOff val="35000"/>
                  </a:schemeClr>
                </a:solidFill>
                <a:latin typeface="MiSans Normal" pitchFamily="2" charset="-122"/>
                <a:ea typeface="MiSans Normal" pitchFamily="2" charset="-122"/>
                <a:cs typeface="思源黑体 CN Normal" panose="020B0400000000000000" charset="-122"/>
              </a:rPr>
              <a:t>下一步决策事项</a:t>
            </a:r>
          </a:p>
        </p:txBody>
      </p:sp>
      <p:sp>
        <p:nvSpPr>
          <p:cNvPr id="3" name="矩形 2">
            <a:extLst>
              <a:ext uri="{FF2B5EF4-FFF2-40B4-BE49-F238E27FC236}">
                <a16:creationId xmlns:a16="http://schemas.microsoft.com/office/drawing/2014/main" id="{154DBFD6-4B84-AF49-8886-53F797E8C855}"/>
              </a:ext>
            </a:extLst>
          </p:cNvPr>
          <p:cNvSpPr/>
          <p:nvPr/>
        </p:nvSpPr>
        <p:spPr>
          <a:xfrm>
            <a:off x="993224" y="2635735"/>
            <a:ext cx="4862287" cy="1237594"/>
          </a:xfrm>
          <a:prstGeom prst="rect">
            <a:avLst/>
          </a:prstGeom>
          <a:solidFill>
            <a:schemeClr val="bg1"/>
          </a:solidFill>
          <a:ln>
            <a:noFill/>
          </a:ln>
          <a:effectLst>
            <a:outerShdw blurRad="228600" sx="102000" sy="102000" algn="ctr" rotWithShape="0">
              <a:prstClr val="black">
                <a:alpha val="20000"/>
              </a:prstClr>
            </a:outerShdw>
          </a:effec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="horz" wrap="square" lIns="91440" tIns="45720" rIns="91440" bIns="45720" numCol="1" spcCol="0" rtlCol="0" fromWordArt="0" anchor="ctr" anchorCtr="0" forceAA="0" compatLnSpc="1">
            <a:prstTxWarp prst="textNoShape">
              <a:avLst/>
            </a:prstTxWarp>
            <a:noAutofit/>
          </a:bodyPr>
          <a:lstStyle>
            <a:defPPr>
              <a:defRPr lang="zh-CN"/>
            </a:defPPr>
            <a:lvl1pPr marL="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9pPr>
          </a:lstStyle>
          <a:p>
            <a:pPr algn="ctr"/>
            <a:endParaRPr lang="zh-CN" altLang="en-US">
              <a:latin typeface="MiSans Normal" pitchFamily="2" charset="-122"/>
              <a:ea typeface="MiSans Normal" pitchFamily="2" charset="-122"/>
            </a:endParaRPr>
          </a:p>
        </p:txBody>
      </p:sp>
      <p:grpSp>
        <p:nvGrpSpPr>
          <p:cNvPr id="4" name="组合 3">
            <a:extLst>
              <a:ext uri="{FF2B5EF4-FFF2-40B4-BE49-F238E27FC236}">
                <a16:creationId xmlns:a16="http://schemas.microsoft.com/office/drawing/2014/main" id="{A1C09C6B-CC1F-DA4D-A97E-AF40FD5FBC88}"/>
              </a:ext>
            </a:extLst>
          </p:cNvPr>
          <p:cNvGrpSpPr/>
          <p:nvPr/>
        </p:nvGrpSpPr>
        <p:grpSpPr>
          <a:xfrm>
            <a:off x="2191905" y="2759017"/>
            <a:ext cx="3334847" cy="961022"/>
            <a:chOff x="1331921" y="3382460"/>
            <a:chExt cx="3334847" cy="961022"/>
          </a:xfrm>
        </p:grpSpPr>
        <p:sp>
          <p:nvSpPr>
            <p:cNvPr id="9" name="文本框 8">
              <a:extLst>
                <a:ext uri="{FF2B5EF4-FFF2-40B4-BE49-F238E27FC236}">
                  <a16:creationId xmlns:a16="http://schemas.microsoft.com/office/drawing/2014/main" id="{8DA92CEC-4240-314A-B2DC-57CFB17B2D2C}"/>
                </a:ext>
              </a:extLst>
            </p:cNvPr>
            <p:cNvSpPr txBox="1"/>
            <p:nvPr/>
          </p:nvSpPr>
          <p:spPr>
            <a:xfrm>
              <a:off x="1331922" y="3727159"/>
              <a:ext cx="2996215" cy="616323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>
              <a:defPPr>
                <a:defRPr lang="zh-CN"/>
              </a:defPPr>
              <a:lvl1pPr marL="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1pPr>
              <a:lvl2pPr marL="4572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2pPr>
              <a:lvl3pPr marL="9144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3pPr>
              <a:lvl4pPr marL="13716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4pPr>
              <a:lvl5pPr marL="18288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5pPr>
              <a:lvl6pPr marL="22860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6pPr>
              <a:lvl7pPr marL="27432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7pPr>
              <a:lvl8pPr marL="32004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8pPr>
              <a:lvl9pPr marL="36576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pPr>
                <a:lnSpc>
                  <a:spcPct val="150000"/>
                </a:lnSpc>
              </a:pPr>
              <a:r>
                <a:rPr lang="zh-CN" altLang="en-US" sz="1200">
                  <a:solidFill>
                    <a:schemeClr val="tx1">
                      <a:lumMod val="85000"/>
                      <a:lumOff val="15000"/>
                    </a:schemeClr>
                  </a:solidFill>
                  <a:latin typeface="MiSans Normal" pitchFamily="2" charset="-122"/>
                  <a:ea typeface="MiSans Normal" pitchFamily="2" charset="-122"/>
                </a:rPr>
                <a:t>或者粘贴复制的文本到此处，</a:t>
              </a:r>
            </a:p>
          </p:txBody>
        </p:sp>
        <p:sp>
          <p:nvSpPr>
            <p:cNvPr id="10" name="文本框 9">
              <a:extLst>
                <a:ext uri="{FF2B5EF4-FFF2-40B4-BE49-F238E27FC236}">
                  <a16:creationId xmlns:a16="http://schemas.microsoft.com/office/drawing/2014/main" id="{F3075D30-5C79-9146-AA3A-21A600D80625}"/>
                </a:ext>
              </a:extLst>
            </p:cNvPr>
            <p:cNvSpPr txBox="1"/>
            <p:nvPr/>
          </p:nvSpPr>
          <p:spPr>
            <a:xfrm>
              <a:off x="1331921" y="3382460"/>
              <a:ext cx="3334847" cy="400110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>
              <a:defPPr>
                <a:defRPr lang="zh-CN"/>
              </a:defPPr>
              <a:lvl1pPr marL="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1pPr>
              <a:lvl2pPr marL="4572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2pPr>
              <a:lvl3pPr marL="9144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3pPr>
              <a:lvl4pPr marL="13716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4pPr>
              <a:lvl5pPr marL="18288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5pPr>
              <a:lvl6pPr marL="22860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6pPr>
              <a:lvl7pPr marL="27432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7pPr>
              <a:lvl8pPr marL="32004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8pPr>
              <a:lvl9pPr marL="36576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endParaRPr/>
            </a:p>
          </p:txBody>
        </p:sp>
      </p:grpSp>
      <p:grpSp>
        <p:nvGrpSpPr>
          <p:cNvPr id="2" name="组合 1">
            <a:extLst>
              <a:ext uri="{FF2B5EF4-FFF2-40B4-BE49-F238E27FC236}">
                <a16:creationId xmlns:a16="http://schemas.microsoft.com/office/drawing/2014/main" id="{78358782-AD65-4DC2-9B30-25FADE14A05D}"/>
              </a:ext>
            </a:extLst>
          </p:cNvPr>
          <p:cNvGrpSpPr/>
          <p:nvPr/>
        </p:nvGrpSpPr>
        <p:grpSpPr>
          <a:xfrm>
            <a:off x="1281819" y="2883634"/>
            <a:ext cx="752475" cy="752475"/>
            <a:chOff x="1281819" y="2883634"/>
            <a:chExt cx="752475" cy="752475"/>
          </a:xfrm>
        </p:grpSpPr>
        <p:sp>
          <p:nvSpPr>
            <p:cNvPr id="7" name="椭圆 6">
              <a:extLst>
                <a:ext uri="{FF2B5EF4-FFF2-40B4-BE49-F238E27FC236}">
                  <a16:creationId xmlns:a16="http://schemas.microsoft.com/office/drawing/2014/main" id="{673E11D9-8B6F-5740-9E67-850DC9AFC87F}"/>
                </a:ext>
              </a:extLst>
            </p:cNvPr>
            <p:cNvSpPr/>
            <p:nvPr/>
          </p:nvSpPr>
          <p:spPr>
            <a:xfrm>
              <a:off x="1281819" y="2883634"/>
              <a:ext cx="752475" cy="752475"/>
            </a:xfrm>
            <a:prstGeom prst="ellipse">
              <a:avLst/>
            </a:prstGeom>
            <a:solidFill>
              <a:schemeClr val="accent2"/>
            </a:solidFill>
            <a:ln>
              <a:noFill/>
            </a:ln>
            <a:effectLst>
              <a:outerShdw blurRad="228600" sx="102000" sy="102000" algn="ctr" rotWithShape="0">
                <a:prstClr val="black">
                  <a:alpha val="20000"/>
                </a:prstClr>
              </a:outerShdw>
            </a:effectLst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ot="0" spcFirstLastPara="0" vert="horz" wrap="square" lIns="91440" tIns="45720" rIns="91440" bIns="45720" numCol="1" spcCol="0" rtlCol="0" fromWordArt="0" anchor="ctr" anchorCtr="0" forceAA="0" compatLnSpc="1">
              <a:prstTxWarp prst="textNoShape">
                <a:avLst/>
              </a:prstTxWarp>
              <a:noAutofit/>
            </a:bodyPr>
            <a:lstStyle>
              <a:defPPr>
                <a:defRPr lang="zh-CN"/>
              </a:defPPr>
              <a:lvl1pPr marL="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1pPr>
              <a:lvl2pPr marL="4572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2pPr>
              <a:lvl3pPr marL="9144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3pPr>
              <a:lvl4pPr marL="13716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4pPr>
              <a:lvl5pPr marL="18288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5pPr>
              <a:lvl6pPr marL="22860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6pPr>
              <a:lvl7pPr marL="27432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7pPr>
              <a:lvl8pPr marL="32004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8pPr>
              <a:lvl9pPr marL="36576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pPr algn="ctr"/>
              <a:endParaRPr lang="zh-CN" altLang="en-US">
                <a:latin typeface="MiSans Normal" pitchFamily="2" charset="-122"/>
                <a:ea typeface="MiSans Normal" pitchFamily="2" charset="-122"/>
              </a:endParaRPr>
            </a:p>
          </p:txBody>
        </p:sp>
        <p:sp>
          <p:nvSpPr>
            <p:cNvPr id="8" name="任意多边形: 形状 7">
              <a:extLst>
                <a:ext uri="{FF2B5EF4-FFF2-40B4-BE49-F238E27FC236}">
                  <a16:creationId xmlns:a16="http://schemas.microsoft.com/office/drawing/2014/main" id="{07C85C64-F6FE-114C-B816-C8810D589031}"/>
                </a:ext>
              </a:extLst>
            </p:cNvPr>
            <p:cNvSpPr>
              <a:spLocks noChangeAspect="1"/>
            </p:cNvSpPr>
            <p:nvPr/>
          </p:nvSpPr>
          <p:spPr bwMode="auto">
            <a:xfrm>
              <a:off x="1446607" y="3041764"/>
              <a:ext cx="422896" cy="425535"/>
            </a:xfrm>
            <a:custGeom>
              <a:avLst/>
              <a:gdLst>
                <a:gd name="connsiteX0" fmla="*/ 0 w 596445"/>
                <a:gd name="connsiteY0" fmla="*/ 460757 h 600166"/>
                <a:gd name="connsiteX1" fmla="*/ 162584 w 596445"/>
                <a:gd name="connsiteY1" fmla="*/ 515661 h 600166"/>
                <a:gd name="connsiteX2" fmla="*/ 325168 w 596445"/>
                <a:gd name="connsiteY2" fmla="*/ 460757 h 600166"/>
                <a:gd name="connsiteX3" fmla="*/ 325168 w 596445"/>
                <a:gd name="connsiteY3" fmla="*/ 540965 h 600166"/>
                <a:gd name="connsiteX4" fmla="*/ 162584 w 596445"/>
                <a:gd name="connsiteY4" fmla="*/ 600166 h 600166"/>
                <a:gd name="connsiteX5" fmla="*/ 0 w 596445"/>
                <a:gd name="connsiteY5" fmla="*/ 540965 h 600166"/>
                <a:gd name="connsiteX6" fmla="*/ 596251 w 596445"/>
                <a:gd name="connsiteY6" fmla="*/ 369557 h 600166"/>
                <a:gd name="connsiteX7" fmla="*/ 596251 w 596445"/>
                <a:gd name="connsiteY7" fmla="*/ 449765 h 600166"/>
                <a:gd name="connsiteX8" fmla="*/ 433673 w 596445"/>
                <a:gd name="connsiteY8" fmla="*/ 508966 h 600166"/>
                <a:gd name="connsiteX9" fmla="*/ 347602 w 596445"/>
                <a:gd name="connsiteY9" fmla="*/ 499895 h 600166"/>
                <a:gd name="connsiteX10" fmla="*/ 347602 w 596445"/>
                <a:gd name="connsiteY10" fmla="*/ 415390 h 600166"/>
                <a:gd name="connsiteX11" fmla="*/ 433673 w 596445"/>
                <a:gd name="connsiteY11" fmla="*/ 424461 h 600166"/>
                <a:gd name="connsiteX12" fmla="*/ 596251 w 596445"/>
                <a:gd name="connsiteY12" fmla="*/ 369557 h 600166"/>
                <a:gd name="connsiteX13" fmla="*/ 0 w 596445"/>
                <a:gd name="connsiteY13" fmla="*/ 346681 h 600166"/>
                <a:gd name="connsiteX14" fmla="*/ 162584 w 596445"/>
                <a:gd name="connsiteY14" fmla="*/ 401108 h 600166"/>
                <a:gd name="connsiteX15" fmla="*/ 325168 w 596445"/>
                <a:gd name="connsiteY15" fmla="*/ 346681 h 600166"/>
                <a:gd name="connsiteX16" fmla="*/ 325168 w 596445"/>
                <a:gd name="connsiteY16" fmla="*/ 426889 h 600166"/>
                <a:gd name="connsiteX17" fmla="*/ 162584 w 596445"/>
                <a:gd name="connsiteY17" fmla="*/ 486090 h 600166"/>
                <a:gd name="connsiteX18" fmla="*/ 0 w 596445"/>
                <a:gd name="connsiteY18" fmla="*/ 426889 h 600166"/>
                <a:gd name="connsiteX19" fmla="*/ 0 w 596445"/>
                <a:gd name="connsiteY19" fmla="*/ 346681 h 600166"/>
                <a:gd name="connsiteX20" fmla="*/ 596233 w 596445"/>
                <a:gd name="connsiteY20" fmla="*/ 254944 h 600166"/>
                <a:gd name="connsiteX21" fmla="*/ 596233 w 596445"/>
                <a:gd name="connsiteY21" fmla="*/ 335664 h 600166"/>
                <a:gd name="connsiteX22" fmla="*/ 433667 w 596445"/>
                <a:gd name="connsiteY22" fmla="*/ 394891 h 600166"/>
                <a:gd name="connsiteX23" fmla="*/ 347602 w 596445"/>
                <a:gd name="connsiteY23" fmla="*/ 385816 h 600166"/>
                <a:gd name="connsiteX24" fmla="*/ 347602 w 596445"/>
                <a:gd name="connsiteY24" fmla="*/ 301275 h 600166"/>
                <a:gd name="connsiteX25" fmla="*/ 433667 w 596445"/>
                <a:gd name="connsiteY25" fmla="*/ 309872 h 600166"/>
                <a:gd name="connsiteX26" fmla="*/ 596233 w 596445"/>
                <a:gd name="connsiteY26" fmla="*/ 254944 h 600166"/>
                <a:gd name="connsiteX27" fmla="*/ 162555 w 596445"/>
                <a:gd name="connsiteY27" fmla="*/ 205813 h 600166"/>
                <a:gd name="connsiteX28" fmla="*/ 325109 w 596445"/>
                <a:gd name="connsiteY28" fmla="*/ 265022 h 600166"/>
                <a:gd name="connsiteX29" fmla="*/ 325109 w 596445"/>
                <a:gd name="connsiteY29" fmla="*/ 313726 h 600166"/>
                <a:gd name="connsiteX30" fmla="*/ 162555 w 596445"/>
                <a:gd name="connsiteY30" fmla="*/ 372935 h 600166"/>
                <a:gd name="connsiteX31" fmla="*/ 0 w 596445"/>
                <a:gd name="connsiteY31" fmla="*/ 313726 h 600166"/>
                <a:gd name="connsiteX32" fmla="*/ 0 w 596445"/>
                <a:gd name="connsiteY32" fmla="*/ 265022 h 600166"/>
                <a:gd name="connsiteX33" fmla="*/ 162555 w 596445"/>
                <a:gd name="connsiteY33" fmla="*/ 205813 h 600166"/>
                <a:gd name="connsiteX34" fmla="*/ 67402 w 596445"/>
                <a:gd name="connsiteY34" fmla="*/ 140407 h 600166"/>
                <a:gd name="connsiteX35" fmla="*/ 139640 w 596445"/>
                <a:gd name="connsiteY35" fmla="*/ 185286 h 600166"/>
                <a:gd name="connsiteX36" fmla="*/ 67402 w 596445"/>
                <a:gd name="connsiteY36" fmla="*/ 194835 h 600166"/>
                <a:gd name="connsiteX37" fmla="*/ 433697 w 596445"/>
                <a:gd name="connsiteY37" fmla="*/ 114613 h 600166"/>
                <a:gd name="connsiteX38" fmla="*/ 596251 w 596445"/>
                <a:gd name="connsiteY38" fmla="*/ 173822 h 600166"/>
                <a:gd name="connsiteX39" fmla="*/ 596251 w 596445"/>
                <a:gd name="connsiteY39" fmla="*/ 222526 h 600166"/>
                <a:gd name="connsiteX40" fmla="*/ 433697 w 596445"/>
                <a:gd name="connsiteY40" fmla="*/ 281735 h 600166"/>
                <a:gd name="connsiteX41" fmla="*/ 347638 w 596445"/>
                <a:gd name="connsiteY41" fmla="*/ 272663 h 600166"/>
                <a:gd name="connsiteX42" fmla="*/ 347638 w 596445"/>
                <a:gd name="connsiteY42" fmla="*/ 269320 h 600166"/>
                <a:gd name="connsiteX43" fmla="*/ 322299 w 596445"/>
                <a:gd name="connsiteY43" fmla="*/ 223959 h 600166"/>
                <a:gd name="connsiteX44" fmla="*/ 321343 w 596445"/>
                <a:gd name="connsiteY44" fmla="*/ 223481 h 600166"/>
                <a:gd name="connsiteX45" fmla="*/ 271142 w 596445"/>
                <a:gd name="connsiteY45" fmla="*/ 199606 h 600166"/>
                <a:gd name="connsiteX46" fmla="*/ 271142 w 596445"/>
                <a:gd name="connsiteY46" fmla="*/ 173822 h 600166"/>
                <a:gd name="connsiteX47" fmla="*/ 433697 w 596445"/>
                <a:gd name="connsiteY47" fmla="*/ 114613 h 600166"/>
                <a:gd name="connsiteX48" fmla="*/ 229995 w 596445"/>
                <a:gd name="connsiteY48" fmla="*/ 0 h 600166"/>
                <a:gd name="connsiteX49" fmla="*/ 392588 w 596445"/>
                <a:gd name="connsiteY49" fmla="*/ 59209 h 600166"/>
                <a:gd name="connsiteX50" fmla="*/ 392588 w 596445"/>
                <a:gd name="connsiteY50" fmla="*/ 93588 h 600166"/>
                <a:gd name="connsiteX51" fmla="*/ 248167 w 596445"/>
                <a:gd name="connsiteY51" fmla="*/ 166645 h 600166"/>
                <a:gd name="connsiteX52" fmla="*/ 229995 w 596445"/>
                <a:gd name="connsiteY52" fmla="*/ 167122 h 600166"/>
                <a:gd name="connsiteX53" fmla="*/ 67402 w 596445"/>
                <a:gd name="connsiteY53" fmla="*/ 107913 h 600166"/>
                <a:gd name="connsiteX54" fmla="*/ 67402 w 596445"/>
                <a:gd name="connsiteY54" fmla="*/ 59209 h 600166"/>
                <a:gd name="connsiteX55" fmla="*/ 229995 w 596445"/>
                <a:gd name="connsiteY55" fmla="*/ 0 h 600166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  <a:cxn ang="0">
                  <a:pos x="connsiteX22" y="connsiteY22"/>
                </a:cxn>
                <a:cxn ang="0">
                  <a:pos x="connsiteX23" y="connsiteY23"/>
                </a:cxn>
                <a:cxn ang="0">
                  <a:pos x="connsiteX24" y="connsiteY24"/>
                </a:cxn>
                <a:cxn ang="0">
                  <a:pos x="connsiteX25" y="connsiteY25"/>
                </a:cxn>
                <a:cxn ang="0">
                  <a:pos x="connsiteX26" y="connsiteY26"/>
                </a:cxn>
                <a:cxn ang="0">
                  <a:pos x="connsiteX27" y="connsiteY27"/>
                </a:cxn>
                <a:cxn ang="0">
                  <a:pos x="connsiteX28" y="connsiteY28"/>
                </a:cxn>
                <a:cxn ang="0">
                  <a:pos x="connsiteX29" y="connsiteY29"/>
                </a:cxn>
                <a:cxn ang="0">
                  <a:pos x="connsiteX30" y="connsiteY30"/>
                </a:cxn>
                <a:cxn ang="0">
                  <a:pos x="connsiteX31" y="connsiteY31"/>
                </a:cxn>
                <a:cxn ang="0">
                  <a:pos x="connsiteX32" y="connsiteY32"/>
                </a:cxn>
                <a:cxn ang="0">
                  <a:pos x="connsiteX33" y="connsiteY33"/>
                </a:cxn>
                <a:cxn ang="0">
                  <a:pos x="connsiteX34" y="connsiteY34"/>
                </a:cxn>
                <a:cxn ang="0">
                  <a:pos x="connsiteX35" y="connsiteY35"/>
                </a:cxn>
                <a:cxn ang="0">
                  <a:pos x="connsiteX36" y="connsiteY36"/>
                </a:cxn>
                <a:cxn ang="0">
                  <a:pos x="connsiteX37" y="connsiteY37"/>
                </a:cxn>
                <a:cxn ang="0">
                  <a:pos x="connsiteX38" y="connsiteY38"/>
                </a:cxn>
                <a:cxn ang="0">
                  <a:pos x="connsiteX39" y="connsiteY39"/>
                </a:cxn>
                <a:cxn ang="0">
                  <a:pos x="connsiteX40" y="connsiteY40"/>
                </a:cxn>
                <a:cxn ang="0">
                  <a:pos x="connsiteX41" y="connsiteY41"/>
                </a:cxn>
                <a:cxn ang="0">
                  <a:pos x="connsiteX42" y="connsiteY42"/>
                </a:cxn>
                <a:cxn ang="0">
                  <a:pos x="connsiteX43" y="connsiteY43"/>
                </a:cxn>
                <a:cxn ang="0">
                  <a:pos x="connsiteX44" y="connsiteY44"/>
                </a:cxn>
                <a:cxn ang="0">
                  <a:pos x="connsiteX45" y="connsiteY45"/>
                </a:cxn>
                <a:cxn ang="0">
                  <a:pos x="connsiteX46" y="connsiteY46"/>
                </a:cxn>
                <a:cxn ang="0">
                  <a:pos x="connsiteX47" y="connsiteY47"/>
                </a:cxn>
                <a:cxn ang="0">
                  <a:pos x="connsiteX48" y="connsiteY48"/>
                </a:cxn>
                <a:cxn ang="0">
                  <a:pos x="connsiteX49" y="connsiteY49"/>
                </a:cxn>
                <a:cxn ang="0">
                  <a:pos x="connsiteX50" y="connsiteY50"/>
                </a:cxn>
                <a:cxn ang="0">
                  <a:pos x="connsiteX51" y="connsiteY51"/>
                </a:cxn>
                <a:cxn ang="0">
                  <a:pos x="connsiteX52" y="connsiteY52"/>
                </a:cxn>
                <a:cxn ang="0">
                  <a:pos x="connsiteX53" y="connsiteY53"/>
                </a:cxn>
                <a:cxn ang="0">
                  <a:pos x="connsiteX54" y="connsiteY54"/>
                </a:cxn>
                <a:cxn ang="0">
                  <a:pos x="connsiteX55" y="connsiteY55"/>
                </a:cxn>
              </a:cxnLst>
              <a:rect l="l" t="t" r="r" b="b"/>
              <a:pathLst>
                <a:path w="596445" h="600166">
                  <a:moveTo>
                    <a:pt x="0" y="460757"/>
                  </a:moveTo>
                  <a:cubicBezTo>
                    <a:pt x="6217" y="491312"/>
                    <a:pt x="76989" y="515661"/>
                    <a:pt x="162584" y="515661"/>
                  </a:cubicBezTo>
                  <a:cubicBezTo>
                    <a:pt x="248658" y="515661"/>
                    <a:pt x="318952" y="491312"/>
                    <a:pt x="325168" y="460757"/>
                  </a:cubicBezTo>
                  <a:cubicBezTo>
                    <a:pt x="325646" y="462189"/>
                    <a:pt x="325168" y="540965"/>
                    <a:pt x="325168" y="540965"/>
                  </a:cubicBezTo>
                  <a:cubicBezTo>
                    <a:pt x="325168" y="573907"/>
                    <a:pt x="252483" y="600166"/>
                    <a:pt x="162584" y="600166"/>
                  </a:cubicBezTo>
                  <a:cubicBezTo>
                    <a:pt x="72685" y="600166"/>
                    <a:pt x="0" y="573907"/>
                    <a:pt x="0" y="540965"/>
                  </a:cubicBezTo>
                  <a:close/>
                  <a:moveTo>
                    <a:pt x="596251" y="369557"/>
                  </a:moveTo>
                  <a:cubicBezTo>
                    <a:pt x="596251" y="370989"/>
                    <a:pt x="596251" y="449765"/>
                    <a:pt x="596251" y="449765"/>
                  </a:cubicBezTo>
                  <a:cubicBezTo>
                    <a:pt x="596251" y="482230"/>
                    <a:pt x="523569" y="508966"/>
                    <a:pt x="433673" y="508966"/>
                  </a:cubicBezTo>
                  <a:cubicBezTo>
                    <a:pt x="402114" y="508966"/>
                    <a:pt x="372467" y="505624"/>
                    <a:pt x="347602" y="499895"/>
                  </a:cubicBezTo>
                  <a:lnTo>
                    <a:pt x="347602" y="415390"/>
                  </a:lnTo>
                  <a:cubicBezTo>
                    <a:pt x="372467" y="421119"/>
                    <a:pt x="402114" y="424461"/>
                    <a:pt x="433673" y="424461"/>
                  </a:cubicBezTo>
                  <a:cubicBezTo>
                    <a:pt x="519266" y="424461"/>
                    <a:pt x="590035" y="400112"/>
                    <a:pt x="596251" y="369557"/>
                  </a:cubicBezTo>
                  <a:close/>
                  <a:moveTo>
                    <a:pt x="0" y="346681"/>
                  </a:moveTo>
                  <a:cubicBezTo>
                    <a:pt x="6217" y="377236"/>
                    <a:pt x="76989" y="401108"/>
                    <a:pt x="162584" y="401108"/>
                  </a:cubicBezTo>
                  <a:cubicBezTo>
                    <a:pt x="248658" y="401108"/>
                    <a:pt x="318952" y="377236"/>
                    <a:pt x="325168" y="346681"/>
                  </a:cubicBezTo>
                  <a:cubicBezTo>
                    <a:pt x="325646" y="348113"/>
                    <a:pt x="325168" y="426889"/>
                    <a:pt x="325168" y="426889"/>
                  </a:cubicBezTo>
                  <a:cubicBezTo>
                    <a:pt x="325168" y="459354"/>
                    <a:pt x="252483" y="486090"/>
                    <a:pt x="162584" y="486090"/>
                  </a:cubicBezTo>
                  <a:cubicBezTo>
                    <a:pt x="72685" y="486090"/>
                    <a:pt x="0" y="459354"/>
                    <a:pt x="0" y="426889"/>
                  </a:cubicBezTo>
                  <a:cubicBezTo>
                    <a:pt x="0" y="426889"/>
                    <a:pt x="0" y="348113"/>
                    <a:pt x="0" y="346681"/>
                  </a:cubicBezTo>
                  <a:close/>
                  <a:moveTo>
                    <a:pt x="596233" y="254944"/>
                  </a:moveTo>
                  <a:cubicBezTo>
                    <a:pt x="596711" y="256855"/>
                    <a:pt x="596233" y="335664"/>
                    <a:pt x="596233" y="335664"/>
                  </a:cubicBezTo>
                  <a:cubicBezTo>
                    <a:pt x="596233" y="368143"/>
                    <a:pt x="523556" y="394891"/>
                    <a:pt x="433667" y="394891"/>
                  </a:cubicBezTo>
                  <a:cubicBezTo>
                    <a:pt x="402110" y="394891"/>
                    <a:pt x="372465" y="391548"/>
                    <a:pt x="347602" y="385816"/>
                  </a:cubicBezTo>
                  <a:lnTo>
                    <a:pt x="347602" y="301275"/>
                  </a:lnTo>
                  <a:cubicBezTo>
                    <a:pt x="372465" y="306529"/>
                    <a:pt x="402110" y="309872"/>
                    <a:pt x="433667" y="309872"/>
                  </a:cubicBezTo>
                  <a:cubicBezTo>
                    <a:pt x="519253" y="309872"/>
                    <a:pt x="590017" y="285990"/>
                    <a:pt x="596233" y="254944"/>
                  </a:cubicBezTo>
                  <a:close/>
                  <a:moveTo>
                    <a:pt x="162555" y="205813"/>
                  </a:moveTo>
                  <a:cubicBezTo>
                    <a:pt x="252438" y="205813"/>
                    <a:pt x="325109" y="232553"/>
                    <a:pt x="325109" y="265022"/>
                  </a:cubicBezTo>
                  <a:lnTo>
                    <a:pt x="325109" y="313726"/>
                  </a:lnTo>
                  <a:cubicBezTo>
                    <a:pt x="325109" y="346673"/>
                    <a:pt x="252438" y="372935"/>
                    <a:pt x="162555" y="372935"/>
                  </a:cubicBezTo>
                  <a:cubicBezTo>
                    <a:pt x="72672" y="372935"/>
                    <a:pt x="0" y="346673"/>
                    <a:pt x="0" y="313726"/>
                  </a:cubicBezTo>
                  <a:lnTo>
                    <a:pt x="0" y="265022"/>
                  </a:lnTo>
                  <a:cubicBezTo>
                    <a:pt x="0" y="232553"/>
                    <a:pt x="72672" y="205813"/>
                    <a:pt x="162555" y="205813"/>
                  </a:cubicBezTo>
                  <a:close/>
                  <a:moveTo>
                    <a:pt x="67402" y="140407"/>
                  </a:moveTo>
                  <a:cubicBezTo>
                    <a:pt x="71229" y="159027"/>
                    <a:pt x="99455" y="175260"/>
                    <a:pt x="139640" y="185286"/>
                  </a:cubicBezTo>
                  <a:cubicBezTo>
                    <a:pt x="114764" y="186241"/>
                    <a:pt x="90365" y="189583"/>
                    <a:pt x="67402" y="194835"/>
                  </a:cubicBezTo>
                  <a:close/>
                  <a:moveTo>
                    <a:pt x="433697" y="114613"/>
                  </a:moveTo>
                  <a:cubicBezTo>
                    <a:pt x="523580" y="114613"/>
                    <a:pt x="596251" y="141353"/>
                    <a:pt x="596251" y="173822"/>
                  </a:cubicBezTo>
                  <a:lnTo>
                    <a:pt x="596251" y="222526"/>
                  </a:lnTo>
                  <a:cubicBezTo>
                    <a:pt x="596251" y="255473"/>
                    <a:pt x="523580" y="281735"/>
                    <a:pt x="433697" y="281735"/>
                  </a:cubicBezTo>
                  <a:cubicBezTo>
                    <a:pt x="402142" y="281735"/>
                    <a:pt x="372500" y="278393"/>
                    <a:pt x="347638" y="272663"/>
                  </a:cubicBezTo>
                  <a:lnTo>
                    <a:pt x="347638" y="269320"/>
                  </a:lnTo>
                  <a:cubicBezTo>
                    <a:pt x="347638" y="251176"/>
                    <a:pt x="338076" y="236373"/>
                    <a:pt x="322299" y="223959"/>
                  </a:cubicBezTo>
                  <a:lnTo>
                    <a:pt x="321343" y="223481"/>
                  </a:lnTo>
                  <a:cubicBezTo>
                    <a:pt x="308434" y="213454"/>
                    <a:pt x="290744" y="205814"/>
                    <a:pt x="271142" y="199606"/>
                  </a:cubicBezTo>
                  <a:lnTo>
                    <a:pt x="271142" y="173822"/>
                  </a:lnTo>
                  <a:cubicBezTo>
                    <a:pt x="271142" y="141353"/>
                    <a:pt x="343814" y="114613"/>
                    <a:pt x="433697" y="114613"/>
                  </a:cubicBezTo>
                  <a:close/>
                  <a:moveTo>
                    <a:pt x="229995" y="0"/>
                  </a:moveTo>
                  <a:cubicBezTo>
                    <a:pt x="319900" y="0"/>
                    <a:pt x="392588" y="26262"/>
                    <a:pt x="392588" y="59209"/>
                  </a:cubicBezTo>
                  <a:lnTo>
                    <a:pt x="392588" y="93588"/>
                  </a:lnTo>
                  <a:cubicBezTo>
                    <a:pt x="317987" y="99318"/>
                    <a:pt x="251515" y="124625"/>
                    <a:pt x="248167" y="166645"/>
                  </a:cubicBezTo>
                  <a:cubicBezTo>
                    <a:pt x="242429" y="167122"/>
                    <a:pt x="236212" y="167122"/>
                    <a:pt x="229995" y="167122"/>
                  </a:cubicBezTo>
                  <a:cubicBezTo>
                    <a:pt x="140569" y="167122"/>
                    <a:pt x="67402" y="140382"/>
                    <a:pt x="67402" y="107913"/>
                  </a:cubicBezTo>
                  <a:lnTo>
                    <a:pt x="67402" y="59209"/>
                  </a:lnTo>
                  <a:cubicBezTo>
                    <a:pt x="67402" y="26740"/>
                    <a:pt x="140569" y="0"/>
                    <a:pt x="229995" y="0"/>
                  </a:cubicBezTo>
                  <a:close/>
                </a:path>
              </a:pathLst>
            </a:custGeom>
            <a:solidFill>
              <a:schemeClr val="bg1"/>
            </a:solidFill>
            <a:ln>
              <a:noFill/>
            </a:ln>
          </p:spPr>
          <p:txBody>
            <a:bodyPr/>
            <a:lstStyle/>
            <a:p>
              <a:endParaRPr lang="zh-CN" altLang="en-US">
                <a:latin typeface="MiSans Normal" pitchFamily="2" charset="-122"/>
                <a:ea typeface="MiSans Normal" pitchFamily="2" charset="-122"/>
              </a:endParaRPr>
            </a:p>
          </p:txBody>
        </p:sp>
      </p:grpSp>
      <p:sp>
        <p:nvSpPr>
          <p:cNvPr id="6" name="文本框 5">
            <a:extLst>
              <a:ext uri="{FF2B5EF4-FFF2-40B4-BE49-F238E27FC236}">
                <a16:creationId xmlns:a16="http://schemas.microsoft.com/office/drawing/2014/main" id="{0B13500C-6E9F-774A-A20B-9A18BCA8FD3A}"/>
              </a:ext>
            </a:extLst>
          </p:cNvPr>
          <p:cNvSpPr txBox="1"/>
          <p:nvPr/>
        </p:nvSpPr>
        <p:spPr>
          <a:xfrm>
            <a:off x="5030652" y="2635735"/>
            <a:ext cx="876300" cy="1323439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>
            <a:defPPr>
              <a:defRPr lang="zh-CN"/>
            </a:defPPr>
            <a:lvl1pPr marL="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algn="ctr"/>
            <a:r>
              <a:rPr lang="en-US" altLang="zh-CN" sz="8000" dirty="0">
                <a:solidFill>
                  <a:schemeClr val="tx1">
                    <a:lumMod val="75000"/>
                    <a:lumOff val="25000"/>
                    <a:alpha val="20000"/>
                  </a:schemeClr>
                </a:solidFill>
                <a:latin typeface="MiSans Normal" pitchFamily="2" charset="-122"/>
                <a:ea typeface="MiSans Normal" pitchFamily="2" charset="-122"/>
              </a:rPr>
              <a:t>1</a:t>
            </a:r>
            <a:endParaRPr lang="zh-CN" altLang="en-US" sz="8000" dirty="0">
              <a:solidFill>
                <a:schemeClr val="tx1">
                  <a:lumMod val="75000"/>
                  <a:lumOff val="25000"/>
                  <a:alpha val="20000"/>
                </a:schemeClr>
              </a:solidFill>
              <a:latin typeface="MiSans Normal" pitchFamily="2" charset="-122"/>
              <a:ea typeface="MiSans Normal" pitchFamily="2" charset="-122"/>
            </a:endParaRPr>
          </a:p>
        </p:txBody>
      </p:sp>
      <p:sp>
        <p:nvSpPr>
          <p:cNvPr id="12" name="矩形 11">
            <a:extLst>
              <a:ext uri="{FF2B5EF4-FFF2-40B4-BE49-F238E27FC236}">
                <a16:creationId xmlns:a16="http://schemas.microsoft.com/office/drawing/2014/main" id="{C42DADB1-3AB1-0F44-9248-136DE8731AA5}"/>
              </a:ext>
            </a:extLst>
          </p:cNvPr>
          <p:cNvSpPr/>
          <p:nvPr/>
        </p:nvSpPr>
        <p:spPr>
          <a:xfrm>
            <a:off x="993224" y="4303873"/>
            <a:ext cx="4862287" cy="1237594"/>
          </a:xfrm>
          <a:prstGeom prst="rect">
            <a:avLst/>
          </a:prstGeom>
          <a:solidFill>
            <a:schemeClr val="accent1"/>
          </a:solidFill>
          <a:ln>
            <a:noFill/>
          </a:ln>
          <a:effectLst>
            <a:outerShdw blurRad="228600" sx="102000" sy="102000" algn="ctr" rotWithShape="0">
              <a:prstClr val="black">
                <a:alpha val="20000"/>
              </a:prstClr>
            </a:outerShdw>
          </a:effec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="horz" wrap="square" lIns="91440" tIns="45720" rIns="91440" bIns="45720" numCol="1" spcCol="0" rtlCol="0" fromWordArt="0" anchor="ctr" anchorCtr="0" forceAA="0" compatLnSpc="1">
            <a:prstTxWarp prst="textNoShape">
              <a:avLst/>
            </a:prstTxWarp>
            <a:noAutofit/>
          </a:bodyPr>
          <a:lstStyle>
            <a:defPPr>
              <a:defRPr lang="zh-CN"/>
            </a:defPPr>
            <a:lvl1pPr marL="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9pPr>
          </a:lstStyle>
          <a:p>
            <a:pPr algn="ctr"/>
            <a:endParaRPr lang="zh-CN" altLang="en-US">
              <a:latin typeface="MiSans Normal" pitchFamily="2" charset="-122"/>
              <a:ea typeface="MiSans Normal" pitchFamily="2" charset="-122"/>
            </a:endParaRPr>
          </a:p>
        </p:txBody>
      </p:sp>
      <p:grpSp>
        <p:nvGrpSpPr>
          <p:cNvPr id="13" name="组合 12">
            <a:extLst>
              <a:ext uri="{FF2B5EF4-FFF2-40B4-BE49-F238E27FC236}">
                <a16:creationId xmlns:a16="http://schemas.microsoft.com/office/drawing/2014/main" id="{64E0CD67-9633-4F41-B431-559777F4EB38}"/>
              </a:ext>
            </a:extLst>
          </p:cNvPr>
          <p:cNvGrpSpPr/>
          <p:nvPr/>
        </p:nvGrpSpPr>
        <p:grpSpPr>
          <a:xfrm>
            <a:off x="2191905" y="4427155"/>
            <a:ext cx="3334847" cy="962882"/>
            <a:chOff x="1331921" y="3382460"/>
            <a:chExt cx="3334847" cy="962882"/>
          </a:xfrm>
        </p:grpSpPr>
        <p:sp>
          <p:nvSpPr>
            <p:cNvPr id="18" name="文本框 17">
              <a:extLst>
                <a:ext uri="{FF2B5EF4-FFF2-40B4-BE49-F238E27FC236}">
                  <a16:creationId xmlns:a16="http://schemas.microsoft.com/office/drawing/2014/main" id="{DF03ACF3-EA95-E741-A371-948ABB2C441C}"/>
                </a:ext>
              </a:extLst>
            </p:cNvPr>
            <p:cNvSpPr txBox="1"/>
            <p:nvPr/>
          </p:nvSpPr>
          <p:spPr>
            <a:xfrm>
              <a:off x="1331922" y="3727159"/>
              <a:ext cx="2996215" cy="618183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>
              <a:defPPr>
                <a:defRPr lang="zh-CN"/>
              </a:defPPr>
              <a:lvl1pPr marL="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1pPr>
              <a:lvl2pPr marL="4572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2pPr>
              <a:lvl3pPr marL="9144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3pPr>
              <a:lvl4pPr marL="13716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4pPr>
              <a:lvl5pPr marL="18288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5pPr>
              <a:lvl6pPr marL="22860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6pPr>
              <a:lvl7pPr marL="27432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7pPr>
              <a:lvl8pPr marL="32004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8pPr>
              <a:lvl9pPr marL="36576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pPr>
                <a:lnSpc>
                  <a:spcPct val="150000"/>
                </a:lnSpc>
              </a:pPr>
              <a:r>
                <a:rPr lang="zh-CN" altLang="en-US" sz="1200">
                  <a:solidFill>
                    <a:schemeClr val="bg1"/>
                  </a:solidFill>
                  <a:latin typeface="MiSans Normal" pitchFamily="2" charset="-122"/>
                  <a:ea typeface="MiSans Normal" pitchFamily="2" charset="-122"/>
                </a:rPr>
                <a:t>或者粘贴复制的文本到此处，</a:t>
              </a:r>
            </a:p>
          </p:txBody>
        </p:sp>
        <p:sp>
          <p:nvSpPr>
            <p:cNvPr id="19" name="文本框 18">
              <a:extLst>
                <a:ext uri="{FF2B5EF4-FFF2-40B4-BE49-F238E27FC236}">
                  <a16:creationId xmlns:a16="http://schemas.microsoft.com/office/drawing/2014/main" id="{7363E4A6-4EC2-3740-9704-62F70FB44020}"/>
                </a:ext>
              </a:extLst>
            </p:cNvPr>
            <p:cNvSpPr txBox="1"/>
            <p:nvPr/>
          </p:nvSpPr>
          <p:spPr>
            <a:xfrm>
              <a:off x="1331921" y="3382460"/>
              <a:ext cx="3334847" cy="400110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>
              <a:defPPr>
                <a:defRPr lang="zh-CN"/>
              </a:defPPr>
              <a:lvl1pPr marL="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1pPr>
              <a:lvl2pPr marL="4572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2pPr>
              <a:lvl3pPr marL="9144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3pPr>
              <a:lvl4pPr marL="13716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4pPr>
              <a:lvl5pPr marL="18288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5pPr>
              <a:lvl6pPr marL="22860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6pPr>
              <a:lvl7pPr marL="27432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7pPr>
              <a:lvl8pPr marL="32004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8pPr>
              <a:lvl9pPr marL="36576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endParaRPr/>
            </a:p>
          </p:txBody>
        </p:sp>
      </p:grpSp>
      <p:grpSp>
        <p:nvGrpSpPr>
          <p:cNvPr id="11" name="组合 10">
            <a:extLst>
              <a:ext uri="{FF2B5EF4-FFF2-40B4-BE49-F238E27FC236}">
                <a16:creationId xmlns:a16="http://schemas.microsoft.com/office/drawing/2014/main" id="{B8AA2DC7-57EE-4839-AD96-AE79B2D98AB6}"/>
              </a:ext>
            </a:extLst>
          </p:cNvPr>
          <p:cNvGrpSpPr/>
          <p:nvPr/>
        </p:nvGrpSpPr>
        <p:grpSpPr>
          <a:xfrm>
            <a:off x="1281819" y="4551772"/>
            <a:ext cx="752475" cy="752475"/>
            <a:chOff x="1281819" y="4551772"/>
            <a:chExt cx="752475" cy="752475"/>
          </a:xfrm>
        </p:grpSpPr>
        <p:sp>
          <p:nvSpPr>
            <p:cNvPr id="16" name="椭圆 15">
              <a:extLst>
                <a:ext uri="{FF2B5EF4-FFF2-40B4-BE49-F238E27FC236}">
                  <a16:creationId xmlns:a16="http://schemas.microsoft.com/office/drawing/2014/main" id="{4131A62A-FC2F-EA4B-90E9-3119CC7A22A6}"/>
                </a:ext>
              </a:extLst>
            </p:cNvPr>
            <p:cNvSpPr/>
            <p:nvPr/>
          </p:nvSpPr>
          <p:spPr>
            <a:xfrm>
              <a:off x="1281819" y="4551772"/>
              <a:ext cx="752475" cy="752475"/>
            </a:xfrm>
            <a:prstGeom prst="ellipse">
              <a:avLst/>
            </a:prstGeom>
            <a:solidFill>
              <a:schemeClr val="accent2"/>
            </a:solidFill>
            <a:ln>
              <a:noFill/>
            </a:ln>
            <a:effectLst>
              <a:outerShdw blurRad="228600" sx="102000" sy="102000" algn="ctr" rotWithShape="0">
                <a:prstClr val="black">
                  <a:alpha val="20000"/>
                </a:prstClr>
              </a:outerShdw>
            </a:effectLst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ot="0" spcFirstLastPara="0" vert="horz" wrap="square" lIns="91440" tIns="45720" rIns="91440" bIns="45720" numCol="1" spcCol="0" rtlCol="0" fromWordArt="0" anchor="ctr" anchorCtr="0" forceAA="0" compatLnSpc="1">
              <a:prstTxWarp prst="textNoShape">
                <a:avLst/>
              </a:prstTxWarp>
              <a:noAutofit/>
            </a:bodyPr>
            <a:lstStyle>
              <a:defPPr>
                <a:defRPr lang="zh-CN"/>
              </a:defPPr>
              <a:lvl1pPr marL="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1pPr>
              <a:lvl2pPr marL="4572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2pPr>
              <a:lvl3pPr marL="9144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3pPr>
              <a:lvl4pPr marL="13716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4pPr>
              <a:lvl5pPr marL="18288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5pPr>
              <a:lvl6pPr marL="22860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6pPr>
              <a:lvl7pPr marL="27432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7pPr>
              <a:lvl8pPr marL="32004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8pPr>
              <a:lvl9pPr marL="36576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pPr algn="ctr"/>
              <a:endParaRPr lang="zh-CN" altLang="en-US">
                <a:latin typeface="MiSans Normal" pitchFamily="2" charset="-122"/>
                <a:ea typeface="MiSans Normal" pitchFamily="2" charset="-122"/>
              </a:endParaRPr>
            </a:p>
          </p:txBody>
        </p:sp>
        <p:sp>
          <p:nvSpPr>
            <p:cNvPr id="17" name="任意多边形: 形状 16">
              <a:extLst>
                <a:ext uri="{FF2B5EF4-FFF2-40B4-BE49-F238E27FC236}">
                  <a16:creationId xmlns:a16="http://schemas.microsoft.com/office/drawing/2014/main" id="{38DE5430-12ED-FB46-AFB2-F0D1AAA13C5D}"/>
                </a:ext>
              </a:extLst>
            </p:cNvPr>
            <p:cNvSpPr>
              <a:spLocks noChangeAspect="1"/>
            </p:cNvSpPr>
            <p:nvPr/>
          </p:nvSpPr>
          <p:spPr bwMode="auto">
            <a:xfrm>
              <a:off x="1445288" y="4734795"/>
              <a:ext cx="425535" cy="375749"/>
            </a:xfrm>
            <a:custGeom>
              <a:avLst/>
              <a:gdLst>
                <a:gd name="connsiteX0" fmla="*/ 215951 w 579624"/>
                <a:gd name="connsiteY0" fmla="*/ 186880 h 511811"/>
                <a:gd name="connsiteX1" fmla="*/ 202957 w 579624"/>
                <a:gd name="connsiteY1" fmla="*/ 199945 h 511811"/>
                <a:gd name="connsiteX2" fmla="*/ 202957 w 579624"/>
                <a:gd name="connsiteY2" fmla="*/ 212210 h 511811"/>
                <a:gd name="connsiteX3" fmla="*/ 157835 w 579624"/>
                <a:gd name="connsiteY3" fmla="*/ 259673 h 511811"/>
                <a:gd name="connsiteX4" fmla="*/ 205894 w 579624"/>
                <a:gd name="connsiteY4" fmla="*/ 308468 h 511811"/>
                <a:gd name="connsiteX5" fmla="*/ 234107 w 579624"/>
                <a:gd name="connsiteY5" fmla="*/ 331665 h 511811"/>
                <a:gd name="connsiteX6" fmla="*/ 208564 w 579624"/>
                <a:gd name="connsiteY6" fmla="*/ 348197 h 511811"/>
                <a:gd name="connsiteX7" fmla="*/ 178661 w 579624"/>
                <a:gd name="connsiteY7" fmla="*/ 342864 h 511811"/>
                <a:gd name="connsiteX8" fmla="*/ 167180 w 579624"/>
                <a:gd name="connsiteY8" fmla="*/ 343753 h 511811"/>
                <a:gd name="connsiteX9" fmla="*/ 160060 w 579624"/>
                <a:gd name="connsiteY9" fmla="*/ 352730 h 511811"/>
                <a:gd name="connsiteX10" fmla="*/ 159526 w 579624"/>
                <a:gd name="connsiteY10" fmla="*/ 354685 h 511811"/>
                <a:gd name="connsiteX11" fmla="*/ 169850 w 579624"/>
                <a:gd name="connsiteY11" fmla="*/ 373528 h 511811"/>
                <a:gd name="connsiteX12" fmla="*/ 201622 w 579624"/>
                <a:gd name="connsiteY12" fmla="*/ 379128 h 511811"/>
                <a:gd name="connsiteX13" fmla="*/ 201622 w 579624"/>
                <a:gd name="connsiteY13" fmla="*/ 391393 h 511811"/>
                <a:gd name="connsiteX14" fmla="*/ 214616 w 579624"/>
                <a:gd name="connsiteY14" fmla="*/ 404458 h 511811"/>
                <a:gd name="connsiteX15" fmla="*/ 227699 w 579624"/>
                <a:gd name="connsiteY15" fmla="*/ 391393 h 511811"/>
                <a:gd name="connsiteX16" fmla="*/ 227699 w 579624"/>
                <a:gd name="connsiteY16" fmla="*/ 377261 h 511811"/>
                <a:gd name="connsiteX17" fmla="*/ 275224 w 579624"/>
                <a:gd name="connsiteY17" fmla="*/ 327933 h 511811"/>
                <a:gd name="connsiteX18" fmla="*/ 230725 w 579624"/>
                <a:gd name="connsiteY18" fmla="*/ 278071 h 511811"/>
                <a:gd name="connsiteX19" fmla="*/ 198596 w 579624"/>
                <a:gd name="connsiteY19" fmla="*/ 255140 h 511811"/>
                <a:gd name="connsiteX20" fmla="*/ 221558 w 579624"/>
                <a:gd name="connsiteY20" fmla="*/ 240208 h 511811"/>
                <a:gd name="connsiteX21" fmla="*/ 245855 w 579624"/>
                <a:gd name="connsiteY21" fmla="*/ 243763 h 511811"/>
                <a:gd name="connsiteX22" fmla="*/ 257158 w 579624"/>
                <a:gd name="connsiteY22" fmla="*/ 242519 h 511811"/>
                <a:gd name="connsiteX23" fmla="*/ 264100 w 579624"/>
                <a:gd name="connsiteY23" fmla="*/ 233542 h 511811"/>
                <a:gd name="connsiteX24" fmla="*/ 264278 w 579624"/>
                <a:gd name="connsiteY24" fmla="*/ 232564 h 511811"/>
                <a:gd name="connsiteX25" fmla="*/ 253331 w 579624"/>
                <a:gd name="connsiteY25" fmla="*/ 213899 h 511811"/>
                <a:gd name="connsiteX26" fmla="*/ 229034 w 579624"/>
                <a:gd name="connsiteY26" fmla="*/ 210344 h 511811"/>
                <a:gd name="connsiteX27" fmla="*/ 229034 w 579624"/>
                <a:gd name="connsiteY27" fmla="*/ 199945 h 511811"/>
                <a:gd name="connsiteX28" fmla="*/ 215951 w 579624"/>
                <a:gd name="connsiteY28" fmla="*/ 186880 h 511811"/>
                <a:gd name="connsiteX29" fmla="*/ 216485 w 579624"/>
                <a:gd name="connsiteY29" fmla="*/ 144306 h 511811"/>
                <a:gd name="connsiteX30" fmla="*/ 368139 w 579624"/>
                <a:gd name="connsiteY30" fmla="*/ 295669 h 511811"/>
                <a:gd name="connsiteX31" fmla="*/ 216485 w 579624"/>
                <a:gd name="connsiteY31" fmla="*/ 447032 h 511811"/>
                <a:gd name="connsiteX32" fmla="*/ 64920 w 579624"/>
                <a:gd name="connsiteY32" fmla="*/ 295669 h 511811"/>
                <a:gd name="connsiteX33" fmla="*/ 216485 w 579624"/>
                <a:gd name="connsiteY33" fmla="*/ 144306 h 511811"/>
                <a:gd name="connsiteX34" fmla="*/ 216450 w 579624"/>
                <a:gd name="connsiteY34" fmla="*/ 125119 h 511811"/>
                <a:gd name="connsiteX35" fmla="*/ 45657 w 579624"/>
                <a:gd name="connsiteY35" fmla="*/ 295669 h 511811"/>
                <a:gd name="connsiteX36" fmla="*/ 216450 w 579624"/>
                <a:gd name="connsiteY36" fmla="*/ 466219 h 511811"/>
                <a:gd name="connsiteX37" fmla="*/ 387332 w 579624"/>
                <a:gd name="connsiteY37" fmla="*/ 295669 h 511811"/>
                <a:gd name="connsiteX38" fmla="*/ 216450 w 579624"/>
                <a:gd name="connsiteY38" fmla="*/ 125119 h 511811"/>
                <a:gd name="connsiteX39" fmla="*/ 216450 w 579624"/>
                <a:gd name="connsiteY39" fmla="*/ 79527 h 511811"/>
                <a:gd name="connsiteX40" fmla="*/ 432989 w 579624"/>
                <a:gd name="connsiteY40" fmla="*/ 295669 h 511811"/>
                <a:gd name="connsiteX41" fmla="*/ 216450 w 579624"/>
                <a:gd name="connsiteY41" fmla="*/ 511811 h 511811"/>
                <a:gd name="connsiteX42" fmla="*/ 0 w 579624"/>
                <a:gd name="connsiteY42" fmla="*/ 295669 h 511811"/>
                <a:gd name="connsiteX43" fmla="*/ 216450 w 579624"/>
                <a:gd name="connsiteY43" fmla="*/ 79527 h 511811"/>
                <a:gd name="connsiteX44" fmla="*/ 378619 w 579624"/>
                <a:gd name="connsiteY44" fmla="*/ 60757 h 511811"/>
                <a:gd name="connsiteX45" fmla="*/ 518726 w 579624"/>
                <a:gd name="connsiteY45" fmla="*/ 200663 h 511811"/>
                <a:gd name="connsiteX46" fmla="*/ 470926 w 579624"/>
                <a:gd name="connsiteY46" fmla="*/ 305548 h 511811"/>
                <a:gd name="connsiteX47" fmla="*/ 471460 w 579624"/>
                <a:gd name="connsiteY47" fmla="*/ 295682 h 511811"/>
                <a:gd name="connsiteX48" fmla="*/ 331798 w 579624"/>
                <a:gd name="connsiteY48" fmla="*/ 68934 h 511811"/>
                <a:gd name="connsiteX49" fmla="*/ 378619 w 579624"/>
                <a:gd name="connsiteY49" fmla="*/ 60757 h 511811"/>
                <a:gd name="connsiteX50" fmla="*/ 378640 w 579624"/>
                <a:gd name="connsiteY50" fmla="*/ 0 h 511811"/>
                <a:gd name="connsiteX51" fmla="*/ 579624 w 579624"/>
                <a:gd name="connsiteY51" fmla="*/ 200664 h 511811"/>
                <a:gd name="connsiteX52" fmla="*/ 454387 w 579624"/>
                <a:gd name="connsiteY52" fmla="*/ 386487 h 511811"/>
                <a:gd name="connsiteX53" fmla="*/ 468629 w 579624"/>
                <a:gd name="connsiteY53" fmla="*/ 331833 h 511811"/>
                <a:gd name="connsiteX54" fmla="*/ 537968 w 579624"/>
                <a:gd name="connsiteY54" fmla="*/ 200664 h 511811"/>
                <a:gd name="connsiteX55" fmla="*/ 378640 w 579624"/>
                <a:gd name="connsiteY55" fmla="*/ 41590 h 511811"/>
                <a:gd name="connsiteX56" fmla="*/ 307877 w 579624"/>
                <a:gd name="connsiteY56" fmla="*/ 58297 h 511811"/>
                <a:gd name="connsiteX57" fmla="*/ 253047 w 579624"/>
                <a:gd name="connsiteY57" fmla="*/ 44079 h 511811"/>
                <a:gd name="connsiteX58" fmla="*/ 378640 w 579624"/>
                <a:gd name="connsiteY58" fmla="*/ 0 h 511811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  <a:cxn ang="0">
                  <a:pos x="connsiteX22" y="connsiteY22"/>
                </a:cxn>
                <a:cxn ang="0">
                  <a:pos x="connsiteX23" y="connsiteY23"/>
                </a:cxn>
                <a:cxn ang="0">
                  <a:pos x="connsiteX24" y="connsiteY24"/>
                </a:cxn>
                <a:cxn ang="0">
                  <a:pos x="connsiteX25" y="connsiteY25"/>
                </a:cxn>
                <a:cxn ang="0">
                  <a:pos x="connsiteX26" y="connsiteY26"/>
                </a:cxn>
                <a:cxn ang="0">
                  <a:pos x="connsiteX27" y="connsiteY27"/>
                </a:cxn>
                <a:cxn ang="0">
                  <a:pos x="connsiteX28" y="connsiteY28"/>
                </a:cxn>
                <a:cxn ang="0">
                  <a:pos x="connsiteX29" y="connsiteY29"/>
                </a:cxn>
                <a:cxn ang="0">
                  <a:pos x="connsiteX30" y="connsiteY30"/>
                </a:cxn>
                <a:cxn ang="0">
                  <a:pos x="connsiteX31" y="connsiteY31"/>
                </a:cxn>
                <a:cxn ang="0">
                  <a:pos x="connsiteX32" y="connsiteY32"/>
                </a:cxn>
                <a:cxn ang="0">
                  <a:pos x="connsiteX33" y="connsiteY33"/>
                </a:cxn>
                <a:cxn ang="0">
                  <a:pos x="connsiteX34" y="connsiteY34"/>
                </a:cxn>
                <a:cxn ang="0">
                  <a:pos x="connsiteX35" y="connsiteY35"/>
                </a:cxn>
                <a:cxn ang="0">
                  <a:pos x="connsiteX36" y="connsiteY36"/>
                </a:cxn>
                <a:cxn ang="0">
                  <a:pos x="connsiteX37" y="connsiteY37"/>
                </a:cxn>
                <a:cxn ang="0">
                  <a:pos x="connsiteX38" y="connsiteY38"/>
                </a:cxn>
                <a:cxn ang="0">
                  <a:pos x="connsiteX39" y="connsiteY39"/>
                </a:cxn>
                <a:cxn ang="0">
                  <a:pos x="connsiteX40" y="connsiteY40"/>
                </a:cxn>
                <a:cxn ang="0">
                  <a:pos x="connsiteX41" y="connsiteY41"/>
                </a:cxn>
                <a:cxn ang="0">
                  <a:pos x="connsiteX42" y="connsiteY42"/>
                </a:cxn>
                <a:cxn ang="0">
                  <a:pos x="connsiteX43" y="connsiteY43"/>
                </a:cxn>
                <a:cxn ang="0">
                  <a:pos x="connsiteX44" y="connsiteY44"/>
                </a:cxn>
                <a:cxn ang="0">
                  <a:pos x="connsiteX45" y="connsiteY45"/>
                </a:cxn>
                <a:cxn ang="0">
                  <a:pos x="connsiteX46" y="connsiteY46"/>
                </a:cxn>
                <a:cxn ang="0">
                  <a:pos x="connsiteX47" y="connsiteY47"/>
                </a:cxn>
                <a:cxn ang="0">
                  <a:pos x="connsiteX48" y="connsiteY48"/>
                </a:cxn>
                <a:cxn ang="0">
                  <a:pos x="connsiteX49" y="connsiteY49"/>
                </a:cxn>
                <a:cxn ang="0">
                  <a:pos x="connsiteX50" y="connsiteY50"/>
                </a:cxn>
                <a:cxn ang="0">
                  <a:pos x="connsiteX51" y="connsiteY51"/>
                </a:cxn>
                <a:cxn ang="0">
                  <a:pos x="connsiteX52" y="connsiteY52"/>
                </a:cxn>
                <a:cxn ang="0">
                  <a:pos x="connsiteX53" y="connsiteY53"/>
                </a:cxn>
                <a:cxn ang="0">
                  <a:pos x="connsiteX54" y="connsiteY54"/>
                </a:cxn>
                <a:cxn ang="0">
                  <a:pos x="connsiteX55" y="connsiteY55"/>
                </a:cxn>
                <a:cxn ang="0">
                  <a:pos x="connsiteX56" y="connsiteY56"/>
                </a:cxn>
                <a:cxn ang="0">
                  <a:pos x="connsiteX57" y="connsiteY57"/>
                </a:cxn>
                <a:cxn ang="0">
                  <a:pos x="connsiteX58" y="connsiteY58"/>
                </a:cxn>
              </a:cxnLst>
              <a:rect l="l" t="t" r="r" b="b"/>
              <a:pathLst>
                <a:path w="579624" h="511811">
                  <a:moveTo>
                    <a:pt x="215951" y="186880"/>
                  </a:moveTo>
                  <a:cubicBezTo>
                    <a:pt x="208742" y="186880"/>
                    <a:pt x="202957" y="192746"/>
                    <a:pt x="202957" y="199945"/>
                  </a:cubicBezTo>
                  <a:lnTo>
                    <a:pt x="202957" y="212210"/>
                  </a:lnTo>
                  <a:cubicBezTo>
                    <a:pt x="174389" y="217899"/>
                    <a:pt x="157835" y="236208"/>
                    <a:pt x="157835" y="259673"/>
                  </a:cubicBezTo>
                  <a:cubicBezTo>
                    <a:pt x="157835" y="285537"/>
                    <a:pt x="177326" y="298869"/>
                    <a:pt x="205894" y="308468"/>
                  </a:cubicBezTo>
                  <a:cubicBezTo>
                    <a:pt x="225652" y="315134"/>
                    <a:pt x="234107" y="321533"/>
                    <a:pt x="234107" y="331665"/>
                  </a:cubicBezTo>
                  <a:cubicBezTo>
                    <a:pt x="234107" y="342331"/>
                    <a:pt x="223694" y="348197"/>
                    <a:pt x="208564" y="348197"/>
                  </a:cubicBezTo>
                  <a:cubicBezTo>
                    <a:pt x="197706" y="348197"/>
                    <a:pt x="187472" y="345975"/>
                    <a:pt x="178661" y="342864"/>
                  </a:cubicBezTo>
                  <a:cubicBezTo>
                    <a:pt x="174834" y="341531"/>
                    <a:pt x="170740" y="341798"/>
                    <a:pt x="167180" y="343753"/>
                  </a:cubicBezTo>
                  <a:cubicBezTo>
                    <a:pt x="163620" y="345620"/>
                    <a:pt x="161039" y="348908"/>
                    <a:pt x="160060" y="352730"/>
                  </a:cubicBezTo>
                  <a:lnTo>
                    <a:pt x="159526" y="354685"/>
                  </a:lnTo>
                  <a:cubicBezTo>
                    <a:pt x="157479" y="362685"/>
                    <a:pt x="162018" y="370951"/>
                    <a:pt x="169850" y="373528"/>
                  </a:cubicBezTo>
                  <a:cubicBezTo>
                    <a:pt x="179106" y="376461"/>
                    <a:pt x="190231" y="378594"/>
                    <a:pt x="201622" y="379128"/>
                  </a:cubicBezTo>
                  <a:lnTo>
                    <a:pt x="201622" y="391393"/>
                  </a:lnTo>
                  <a:cubicBezTo>
                    <a:pt x="201622" y="398592"/>
                    <a:pt x="207407" y="404458"/>
                    <a:pt x="214616" y="404458"/>
                  </a:cubicBezTo>
                  <a:cubicBezTo>
                    <a:pt x="221825" y="404458"/>
                    <a:pt x="227699" y="398592"/>
                    <a:pt x="227699" y="391393"/>
                  </a:cubicBezTo>
                  <a:lnTo>
                    <a:pt x="227699" y="377261"/>
                  </a:lnTo>
                  <a:cubicBezTo>
                    <a:pt x="258404" y="371839"/>
                    <a:pt x="275224" y="351664"/>
                    <a:pt x="275224" y="327933"/>
                  </a:cubicBezTo>
                  <a:cubicBezTo>
                    <a:pt x="275224" y="303935"/>
                    <a:pt x="262409" y="289270"/>
                    <a:pt x="230725" y="278071"/>
                  </a:cubicBezTo>
                  <a:cubicBezTo>
                    <a:pt x="207941" y="269538"/>
                    <a:pt x="198596" y="263939"/>
                    <a:pt x="198596" y="255140"/>
                  </a:cubicBezTo>
                  <a:cubicBezTo>
                    <a:pt x="198596" y="247674"/>
                    <a:pt x="204292" y="240208"/>
                    <a:pt x="221558" y="240208"/>
                  </a:cubicBezTo>
                  <a:cubicBezTo>
                    <a:pt x="231437" y="240208"/>
                    <a:pt x="239447" y="241808"/>
                    <a:pt x="245855" y="243763"/>
                  </a:cubicBezTo>
                  <a:cubicBezTo>
                    <a:pt x="249593" y="244918"/>
                    <a:pt x="253687" y="244474"/>
                    <a:pt x="257158" y="242519"/>
                  </a:cubicBezTo>
                  <a:cubicBezTo>
                    <a:pt x="260540" y="240652"/>
                    <a:pt x="263121" y="237364"/>
                    <a:pt x="264100" y="233542"/>
                  </a:cubicBezTo>
                  <a:lnTo>
                    <a:pt x="264278" y="232564"/>
                  </a:lnTo>
                  <a:cubicBezTo>
                    <a:pt x="266414" y="224387"/>
                    <a:pt x="261519" y="216032"/>
                    <a:pt x="253331" y="213899"/>
                  </a:cubicBezTo>
                  <a:cubicBezTo>
                    <a:pt x="246656" y="212122"/>
                    <a:pt x="238735" y="210788"/>
                    <a:pt x="229034" y="210344"/>
                  </a:cubicBezTo>
                  <a:lnTo>
                    <a:pt x="229034" y="199945"/>
                  </a:lnTo>
                  <a:cubicBezTo>
                    <a:pt x="229034" y="192746"/>
                    <a:pt x="223249" y="186880"/>
                    <a:pt x="215951" y="186880"/>
                  </a:cubicBezTo>
                  <a:close/>
                  <a:moveTo>
                    <a:pt x="216485" y="144306"/>
                  </a:moveTo>
                  <a:cubicBezTo>
                    <a:pt x="300144" y="144306"/>
                    <a:pt x="368139" y="212210"/>
                    <a:pt x="368139" y="295669"/>
                  </a:cubicBezTo>
                  <a:cubicBezTo>
                    <a:pt x="368139" y="379128"/>
                    <a:pt x="300144" y="447032"/>
                    <a:pt x="216485" y="447032"/>
                  </a:cubicBezTo>
                  <a:cubicBezTo>
                    <a:pt x="132915" y="447032"/>
                    <a:pt x="64920" y="379128"/>
                    <a:pt x="64920" y="295669"/>
                  </a:cubicBezTo>
                  <a:cubicBezTo>
                    <a:pt x="64920" y="212210"/>
                    <a:pt x="132915" y="144306"/>
                    <a:pt x="216485" y="144306"/>
                  </a:cubicBezTo>
                  <a:close/>
                  <a:moveTo>
                    <a:pt x="216450" y="125119"/>
                  </a:moveTo>
                  <a:cubicBezTo>
                    <a:pt x="122287" y="125119"/>
                    <a:pt x="45657" y="201640"/>
                    <a:pt x="45657" y="295669"/>
                  </a:cubicBezTo>
                  <a:cubicBezTo>
                    <a:pt x="45657" y="389698"/>
                    <a:pt x="122287" y="466219"/>
                    <a:pt x="216450" y="466219"/>
                  </a:cubicBezTo>
                  <a:cubicBezTo>
                    <a:pt x="310702" y="466219"/>
                    <a:pt x="387332" y="389698"/>
                    <a:pt x="387332" y="295669"/>
                  </a:cubicBezTo>
                  <a:cubicBezTo>
                    <a:pt x="387332" y="201640"/>
                    <a:pt x="310702" y="125119"/>
                    <a:pt x="216450" y="125119"/>
                  </a:cubicBezTo>
                  <a:close/>
                  <a:moveTo>
                    <a:pt x="216450" y="79527"/>
                  </a:moveTo>
                  <a:cubicBezTo>
                    <a:pt x="336067" y="79527"/>
                    <a:pt x="432989" y="176311"/>
                    <a:pt x="432989" y="295669"/>
                  </a:cubicBezTo>
                  <a:cubicBezTo>
                    <a:pt x="432989" y="415116"/>
                    <a:pt x="336067" y="511811"/>
                    <a:pt x="216450" y="511811"/>
                  </a:cubicBezTo>
                  <a:cubicBezTo>
                    <a:pt x="96922" y="511811"/>
                    <a:pt x="0" y="415116"/>
                    <a:pt x="0" y="295669"/>
                  </a:cubicBezTo>
                  <a:cubicBezTo>
                    <a:pt x="0" y="176311"/>
                    <a:pt x="96922" y="79527"/>
                    <a:pt x="216450" y="79527"/>
                  </a:cubicBezTo>
                  <a:close/>
                  <a:moveTo>
                    <a:pt x="378619" y="60757"/>
                  </a:moveTo>
                  <a:cubicBezTo>
                    <a:pt x="455883" y="60757"/>
                    <a:pt x="518726" y="123510"/>
                    <a:pt x="518726" y="200663"/>
                  </a:cubicBezTo>
                  <a:cubicBezTo>
                    <a:pt x="518726" y="242439"/>
                    <a:pt x="500122" y="279860"/>
                    <a:pt x="470926" y="305548"/>
                  </a:cubicBezTo>
                  <a:cubicBezTo>
                    <a:pt x="471104" y="302259"/>
                    <a:pt x="471460" y="299059"/>
                    <a:pt x="471460" y="295682"/>
                  </a:cubicBezTo>
                  <a:cubicBezTo>
                    <a:pt x="471460" y="196752"/>
                    <a:pt x="414581" y="111066"/>
                    <a:pt x="331798" y="68934"/>
                  </a:cubicBezTo>
                  <a:cubicBezTo>
                    <a:pt x="346485" y="63779"/>
                    <a:pt x="362152" y="60757"/>
                    <a:pt x="378619" y="60757"/>
                  </a:cubicBezTo>
                  <a:close/>
                  <a:moveTo>
                    <a:pt x="378640" y="0"/>
                  </a:moveTo>
                  <a:cubicBezTo>
                    <a:pt x="489635" y="0"/>
                    <a:pt x="579624" y="89757"/>
                    <a:pt x="579624" y="200664"/>
                  </a:cubicBezTo>
                  <a:cubicBezTo>
                    <a:pt x="579624" y="284733"/>
                    <a:pt x="527821" y="356538"/>
                    <a:pt x="454387" y="386487"/>
                  </a:cubicBezTo>
                  <a:cubicBezTo>
                    <a:pt x="461152" y="369069"/>
                    <a:pt x="465870" y="350762"/>
                    <a:pt x="468629" y="331833"/>
                  </a:cubicBezTo>
                  <a:cubicBezTo>
                    <a:pt x="510464" y="303129"/>
                    <a:pt x="537968" y="255051"/>
                    <a:pt x="537968" y="200664"/>
                  </a:cubicBezTo>
                  <a:cubicBezTo>
                    <a:pt x="537968" y="112951"/>
                    <a:pt x="466493" y="41590"/>
                    <a:pt x="378640" y="41590"/>
                  </a:cubicBezTo>
                  <a:cubicBezTo>
                    <a:pt x="353183" y="41590"/>
                    <a:pt x="329240" y="47722"/>
                    <a:pt x="307877" y="58297"/>
                  </a:cubicBezTo>
                  <a:cubicBezTo>
                    <a:pt x="290431" y="51632"/>
                    <a:pt x="272095" y="46833"/>
                    <a:pt x="253047" y="44079"/>
                  </a:cubicBezTo>
                  <a:cubicBezTo>
                    <a:pt x="287494" y="16529"/>
                    <a:pt x="331020" y="0"/>
                    <a:pt x="378640" y="0"/>
                  </a:cubicBezTo>
                  <a:close/>
                </a:path>
              </a:pathLst>
            </a:custGeom>
            <a:solidFill>
              <a:schemeClr val="bg1"/>
            </a:solidFill>
            <a:ln>
              <a:noFill/>
            </a:ln>
          </p:spPr>
          <p:txBody>
            <a:bodyPr/>
            <a:lstStyle/>
            <a:p>
              <a:endParaRPr lang="zh-CN" altLang="en-US">
                <a:latin typeface="MiSans Normal" pitchFamily="2" charset="-122"/>
                <a:ea typeface="MiSans Normal" pitchFamily="2" charset="-122"/>
              </a:endParaRPr>
            </a:p>
          </p:txBody>
        </p:sp>
      </p:grpSp>
      <p:sp>
        <p:nvSpPr>
          <p:cNvPr id="15" name="文本框 14">
            <a:extLst>
              <a:ext uri="{FF2B5EF4-FFF2-40B4-BE49-F238E27FC236}">
                <a16:creationId xmlns:a16="http://schemas.microsoft.com/office/drawing/2014/main" id="{5ED75ED0-99B1-3944-A192-89AFD5161A9B}"/>
              </a:ext>
            </a:extLst>
          </p:cNvPr>
          <p:cNvSpPr txBox="1"/>
          <p:nvPr/>
        </p:nvSpPr>
        <p:spPr>
          <a:xfrm>
            <a:off x="5030652" y="4303873"/>
            <a:ext cx="876300" cy="1323439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>
            <a:defPPr>
              <a:defRPr lang="zh-CN"/>
            </a:defPPr>
            <a:lvl1pPr marL="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algn="ctr"/>
            <a:r>
              <a:rPr lang="en-US" altLang="zh-CN" sz="8000">
                <a:solidFill>
                  <a:schemeClr val="bg1">
                    <a:alpha val="20000"/>
                  </a:schemeClr>
                </a:solidFill>
                <a:latin typeface="MiSans Normal" pitchFamily="2" charset="-122"/>
                <a:ea typeface="MiSans Normal" pitchFamily="2" charset="-122"/>
              </a:rPr>
              <a:t>3</a:t>
            </a:r>
            <a:endParaRPr lang="zh-CN" altLang="en-US" sz="8000">
              <a:solidFill>
                <a:schemeClr val="bg1">
                  <a:alpha val="20000"/>
                </a:schemeClr>
              </a:solidFill>
              <a:latin typeface="MiSans Normal" pitchFamily="2" charset="-122"/>
              <a:ea typeface="MiSans Normal" pitchFamily="2" charset="-122"/>
            </a:endParaRPr>
          </a:p>
        </p:txBody>
      </p:sp>
      <p:sp>
        <p:nvSpPr>
          <p:cNvPr id="30" name="矩形 29">
            <a:extLst>
              <a:ext uri="{FF2B5EF4-FFF2-40B4-BE49-F238E27FC236}">
                <a16:creationId xmlns:a16="http://schemas.microsoft.com/office/drawing/2014/main" id="{3C50039F-E72E-1347-8E4B-F9F338C3BA31}"/>
              </a:ext>
            </a:extLst>
          </p:cNvPr>
          <p:cNvSpPr/>
          <p:nvPr/>
        </p:nvSpPr>
        <p:spPr>
          <a:xfrm>
            <a:off x="6275973" y="2635735"/>
            <a:ext cx="4862287" cy="1237594"/>
          </a:xfrm>
          <a:prstGeom prst="rect">
            <a:avLst/>
          </a:prstGeom>
          <a:solidFill>
            <a:schemeClr val="accent1"/>
          </a:solidFill>
          <a:ln>
            <a:noFill/>
          </a:ln>
          <a:effectLst>
            <a:outerShdw blurRad="228600" sx="102000" sy="102000" algn="ctr" rotWithShape="0">
              <a:prstClr val="black">
                <a:alpha val="20000"/>
              </a:prstClr>
            </a:outerShdw>
          </a:effec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="horz" wrap="square" lIns="91440" tIns="45720" rIns="91440" bIns="45720" numCol="1" spcCol="0" rtlCol="0" fromWordArt="0" anchor="ctr" anchorCtr="0" forceAA="0" compatLnSpc="1">
            <a:prstTxWarp prst="textNoShape">
              <a:avLst/>
            </a:prstTxWarp>
            <a:noAutofit/>
          </a:bodyPr>
          <a:lstStyle>
            <a:defPPr>
              <a:defRPr lang="zh-CN"/>
            </a:defPPr>
            <a:lvl1pPr marL="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9pPr>
          </a:lstStyle>
          <a:p>
            <a:pPr algn="ctr"/>
            <a:endParaRPr lang="zh-CN" altLang="en-US">
              <a:latin typeface="MiSans Normal" pitchFamily="2" charset="-122"/>
              <a:ea typeface="MiSans Normal" pitchFamily="2" charset="-122"/>
            </a:endParaRPr>
          </a:p>
        </p:txBody>
      </p:sp>
      <p:grpSp>
        <p:nvGrpSpPr>
          <p:cNvPr id="31" name="组合 30">
            <a:extLst>
              <a:ext uri="{FF2B5EF4-FFF2-40B4-BE49-F238E27FC236}">
                <a16:creationId xmlns:a16="http://schemas.microsoft.com/office/drawing/2014/main" id="{A87B7FAA-699C-4544-99EF-E3F6DB26DF10}"/>
              </a:ext>
            </a:extLst>
          </p:cNvPr>
          <p:cNvGrpSpPr/>
          <p:nvPr/>
        </p:nvGrpSpPr>
        <p:grpSpPr>
          <a:xfrm>
            <a:off x="7474654" y="2759017"/>
            <a:ext cx="3334847" cy="962882"/>
            <a:chOff x="1331921" y="3382460"/>
            <a:chExt cx="3334847" cy="962882"/>
          </a:xfrm>
        </p:grpSpPr>
        <p:sp>
          <p:nvSpPr>
            <p:cNvPr id="36" name="文本框 35">
              <a:extLst>
                <a:ext uri="{FF2B5EF4-FFF2-40B4-BE49-F238E27FC236}">
                  <a16:creationId xmlns:a16="http://schemas.microsoft.com/office/drawing/2014/main" id="{AD8ADF6A-4EBD-AF49-96D9-E4CB213C3801}"/>
                </a:ext>
              </a:extLst>
            </p:cNvPr>
            <p:cNvSpPr txBox="1"/>
            <p:nvPr/>
          </p:nvSpPr>
          <p:spPr>
            <a:xfrm>
              <a:off x="1331922" y="3727159"/>
              <a:ext cx="2996215" cy="618183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>
              <a:defPPr>
                <a:defRPr lang="zh-CN"/>
              </a:defPPr>
              <a:lvl1pPr marL="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1pPr>
              <a:lvl2pPr marL="4572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2pPr>
              <a:lvl3pPr marL="9144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3pPr>
              <a:lvl4pPr marL="13716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4pPr>
              <a:lvl5pPr marL="18288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5pPr>
              <a:lvl6pPr marL="22860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6pPr>
              <a:lvl7pPr marL="27432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7pPr>
              <a:lvl8pPr marL="32004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8pPr>
              <a:lvl9pPr marL="36576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pPr>
                <a:lnSpc>
                  <a:spcPct val="150000"/>
                </a:lnSpc>
              </a:pPr>
              <a:r>
                <a:rPr lang="zh-CN" altLang="en-US" sz="1200">
                  <a:solidFill>
                    <a:schemeClr val="bg1"/>
                  </a:solidFill>
                  <a:latin typeface="MiSans Normal" pitchFamily="2" charset="-122"/>
                  <a:ea typeface="MiSans Normal" pitchFamily="2" charset="-122"/>
                </a:rPr>
                <a:t>或者粘贴复制的文本到此处，</a:t>
              </a:r>
            </a:p>
          </p:txBody>
        </p:sp>
        <p:sp>
          <p:nvSpPr>
            <p:cNvPr id="37" name="文本框 36">
              <a:extLst>
                <a:ext uri="{FF2B5EF4-FFF2-40B4-BE49-F238E27FC236}">
                  <a16:creationId xmlns:a16="http://schemas.microsoft.com/office/drawing/2014/main" id="{1AB2645E-69DC-9246-A3A6-767863332A88}"/>
                </a:ext>
              </a:extLst>
            </p:cNvPr>
            <p:cNvSpPr txBox="1"/>
            <p:nvPr/>
          </p:nvSpPr>
          <p:spPr>
            <a:xfrm>
              <a:off x="1331921" y="3382460"/>
              <a:ext cx="3334847" cy="400110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>
              <a:defPPr>
                <a:defRPr lang="zh-CN"/>
              </a:defPPr>
              <a:lvl1pPr marL="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1pPr>
              <a:lvl2pPr marL="4572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2pPr>
              <a:lvl3pPr marL="9144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3pPr>
              <a:lvl4pPr marL="13716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4pPr>
              <a:lvl5pPr marL="18288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5pPr>
              <a:lvl6pPr marL="22860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6pPr>
              <a:lvl7pPr marL="27432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7pPr>
              <a:lvl8pPr marL="32004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8pPr>
              <a:lvl9pPr marL="36576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endParaRPr/>
            </a:p>
          </p:txBody>
        </p:sp>
      </p:grpSp>
      <p:grpSp>
        <p:nvGrpSpPr>
          <p:cNvPr id="5" name="组合 4">
            <a:extLst>
              <a:ext uri="{FF2B5EF4-FFF2-40B4-BE49-F238E27FC236}">
                <a16:creationId xmlns:a16="http://schemas.microsoft.com/office/drawing/2014/main" id="{0857CFA1-CA58-4E8D-B785-2B581D0E6DE8}"/>
              </a:ext>
            </a:extLst>
          </p:cNvPr>
          <p:cNvGrpSpPr/>
          <p:nvPr/>
        </p:nvGrpSpPr>
        <p:grpSpPr>
          <a:xfrm>
            <a:off x="6564568" y="2883634"/>
            <a:ext cx="752475" cy="752475"/>
            <a:chOff x="6564568" y="2883634"/>
            <a:chExt cx="752475" cy="752475"/>
          </a:xfrm>
        </p:grpSpPr>
        <p:sp>
          <p:nvSpPr>
            <p:cNvPr id="34" name="椭圆 33">
              <a:extLst>
                <a:ext uri="{FF2B5EF4-FFF2-40B4-BE49-F238E27FC236}">
                  <a16:creationId xmlns:a16="http://schemas.microsoft.com/office/drawing/2014/main" id="{D32B86DF-9E90-4146-90E9-0111D4EB6070}"/>
                </a:ext>
              </a:extLst>
            </p:cNvPr>
            <p:cNvSpPr/>
            <p:nvPr/>
          </p:nvSpPr>
          <p:spPr>
            <a:xfrm>
              <a:off x="6564568" y="2883634"/>
              <a:ext cx="752475" cy="752475"/>
            </a:xfrm>
            <a:prstGeom prst="ellipse">
              <a:avLst/>
            </a:prstGeom>
            <a:solidFill>
              <a:schemeClr val="accent2"/>
            </a:solidFill>
            <a:ln>
              <a:noFill/>
            </a:ln>
            <a:effectLst>
              <a:outerShdw blurRad="228600" sx="102000" sy="102000" algn="ctr" rotWithShape="0">
                <a:prstClr val="black">
                  <a:alpha val="20000"/>
                </a:prstClr>
              </a:outerShdw>
            </a:effectLst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ot="0" spcFirstLastPara="0" vert="horz" wrap="square" lIns="91440" tIns="45720" rIns="91440" bIns="45720" numCol="1" spcCol="0" rtlCol="0" fromWordArt="0" anchor="ctr" anchorCtr="0" forceAA="0" compatLnSpc="1">
              <a:prstTxWarp prst="textNoShape">
                <a:avLst/>
              </a:prstTxWarp>
              <a:noAutofit/>
            </a:bodyPr>
            <a:lstStyle>
              <a:defPPr>
                <a:defRPr lang="zh-CN"/>
              </a:defPPr>
              <a:lvl1pPr marL="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1pPr>
              <a:lvl2pPr marL="4572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2pPr>
              <a:lvl3pPr marL="9144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3pPr>
              <a:lvl4pPr marL="13716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4pPr>
              <a:lvl5pPr marL="18288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5pPr>
              <a:lvl6pPr marL="22860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6pPr>
              <a:lvl7pPr marL="27432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7pPr>
              <a:lvl8pPr marL="32004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8pPr>
              <a:lvl9pPr marL="36576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pPr algn="ctr"/>
              <a:endParaRPr lang="zh-CN" altLang="en-US">
                <a:latin typeface="MiSans Normal" pitchFamily="2" charset="-122"/>
                <a:ea typeface="MiSans Normal" pitchFamily="2" charset="-122"/>
              </a:endParaRPr>
            </a:p>
          </p:txBody>
        </p:sp>
        <p:sp>
          <p:nvSpPr>
            <p:cNvPr id="35" name="任意多边形: 形状 34">
              <a:extLst>
                <a:ext uri="{FF2B5EF4-FFF2-40B4-BE49-F238E27FC236}">
                  <a16:creationId xmlns:a16="http://schemas.microsoft.com/office/drawing/2014/main" id="{33A64362-C1A6-BB44-B3DC-704B0BC08447}"/>
                </a:ext>
              </a:extLst>
            </p:cNvPr>
            <p:cNvSpPr>
              <a:spLocks noChangeAspect="1"/>
            </p:cNvSpPr>
            <p:nvPr/>
          </p:nvSpPr>
          <p:spPr bwMode="auto">
            <a:xfrm>
              <a:off x="6728037" y="3070270"/>
              <a:ext cx="425535" cy="368522"/>
            </a:xfrm>
            <a:custGeom>
              <a:avLst/>
              <a:gdLst>
                <a:gd name="connsiteX0" fmla="*/ 249942 w 604110"/>
                <a:gd name="connsiteY0" fmla="*/ 145082 h 523172"/>
                <a:gd name="connsiteX1" fmla="*/ 353179 w 604110"/>
                <a:gd name="connsiteY1" fmla="*/ 145082 h 523172"/>
                <a:gd name="connsiteX2" fmla="*/ 353179 w 604110"/>
                <a:gd name="connsiteY2" fmla="*/ 523172 h 523172"/>
                <a:gd name="connsiteX3" fmla="*/ 249942 w 604110"/>
                <a:gd name="connsiteY3" fmla="*/ 523172 h 523172"/>
                <a:gd name="connsiteX4" fmla="*/ 0 w 604110"/>
                <a:gd name="connsiteY4" fmla="*/ 53700 h 523172"/>
                <a:gd name="connsiteX5" fmla="*/ 227220 w 604110"/>
                <a:gd name="connsiteY5" fmla="*/ 145141 h 523172"/>
                <a:gd name="connsiteX6" fmla="*/ 227220 w 604110"/>
                <a:gd name="connsiteY6" fmla="*/ 523172 h 523172"/>
                <a:gd name="connsiteX7" fmla="*/ 0 w 604110"/>
                <a:gd name="connsiteY7" fmla="*/ 414508 h 523172"/>
                <a:gd name="connsiteX8" fmla="*/ 604110 w 604110"/>
                <a:gd name="connsiteY8" fmla="*/ 49819 h 523172"/>
                <a:gd name="connsiteX9" fmla="*/ 604110 w 604110"/>
                <a:gd name="connsiteY9" fmla="*/ 410805 h 523172"/>
                <a:gd name="connsiteX10" fmla="*/ 376890 w 604110"/>
                <a:gd name="connsiteY10" fmla="*/ 519361 h 523172"/>
                <a:gd name="connsiteX11" fmla="*/ 376890 w 604110"/>
                <a:gd name="connsiteY11" fmla="*/ 141274 h 523172"/>
                <a:gd name="connsiteX12" fmla="*/ 604110 w 604110"/>
                <a:gd name="connsiteY12" fmla="*/ 49819 h 523172"/>
                <a:gd name="connsiteX13" fmla="*/ 76296 w 604110"/>
                <a:gd name="connsiteY13" fmla="*/ 0 h 523172"/>
                <a:gd name="connsiteX14" fmla="*/ 299911 w 604110"/>
                <a:gd name="connsiteY14" fmla="*/ 70898 h 523172"/>
                <a:gd name="connsiteX15" fmla="*/ 523650 w 604110"/>
                <a:gd name="connsiteY15" fmla="*/ 0 h 523172"/>
                <a:gd name="connsiteX16" fmla="*/ 563111 w 604110"/>
                <a:gd name="connsiteY16" fmla="*/ 29376 h 523172"/>
                <a:gd name="connsiteX17" fmla="*/ 353147 w 604110"/>
                <a:gd name="connsiteY17" fmla="*/ 119114 h 523172"/>
                <a:gd name="connsiteX18" fmla="*/ 301524 w 604110"/>
                <a:gd name="connsiteY18" fmla="*/ 119114 h 523172"/>
                <a:gd name="connsiteX19" fmla="*/ 298422 w 604110"/>
                <a:gd name="connsiteY19" fmla="*/ 119114 h 523172"/>
                <a:gd name="connsiteX20" fmla="*/ 246675 w 604110"/>
                <a:gd name="connsiteY20" fmla="*/ 119114 h 523172"/>
                <a:gd name="connsiteX21" fmla="*/ 36835 w 604110"/>
                <a:gd name="connsiteY21" fmla="*/ 29376 h 523172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</a:cxnLst>
              <a:rect l="l" t="t" r="r" b="b"/>
              <a:pathLst>
                <a:path w="604110" h="523172">
                  <a:moveTo>
                    <a:pt x="249942" y="145082"/>
                  </a:moveTo>
                  <a:lnTo>
                    <a:pt x="353179" y="145082"/>
                  </a:lnTo>
                  <a:lnTo>
                    <a:pt x="353179" y="523172"/>
                  </a:lnTo>
                  <a:lnTo>
                    <a:pt x="249942" y="523172"/>
                  </a:lnTo>
                  <a:close/>
                  <a:moveTo>
                    <a:pt x="0" y="53700"/>
                  </a:moveTo>
                  <a:cubicBezTo>
                    <a:pt x="0" y="53700"/>
                    <a:pt x="167282" y="63241"/>
                    <a:pt x="227220" y="145141"/>
                  </a:cubicBezTo>
                  <a:lnTo>
                    <a:pt x="227220" y="523172"/>
                  </a:lnTo>
                  <a:cubicBezTo>
                    <a:pt x="227220" y="523172"/>
                    <a:pt x="206496" y="414508"/>
                    <a:pt x="0" y="414508"/>
                  </a:cubicBezTo>
                  <a:close/>
                  <a:moveTo>
                    <a:pt x="604110" y="49819"/>
                  </a:moveTo>
                  <a:lnTo>
                    <a:pt x="604110" y="410805"/>
                  </a:lnTo>
                  <a:cubicBezTo>
                    <a:pt x="397614" y="410805"/>
                    <a:pt x="376890" y="519361"/>
                    <a:pt x="376890" y="519361"/>
                  </a:cubicBezTo>
                  <a:lnTo>
                    <a:pt x="376890" y="141274"/>
                  </a:lnTo>
                  <a:cubicBezTo>
                    <a:pt x="436828" y="59485"/>
                    <a:pt x="604110" y="49819"/>
                    <a:pt x="604110" y="49819"/>
                  </a:cubicBezTo>
                  <a:close/>
                  <a:moveTo>
                    <a:pt x="76296" y="0"/>
                  </a:moveTo>
                  <a:cubicBezTo>
                    <a:pt x="76296" y="0"/>
                    <a:pt x="263304" y="27145"/>
                    <a:pt x="299911" y="70898"/>
                  </a:cubicBezTo>
                  <a:cubicBezTo>
                    <a:pt x="336642" y="27145"/>
                    <a:pt x="523650" y="0"/>
                    <a:pt x="523650" y="0"/>
                  </a:cubicBezTo>
                  <a:lnTo>
                    <a:pt x="563111" y="29376"/>
                  </a:lnTo>
                  <a:cubicBezTo>
                    <a:pt x="341110" y="82054"/>
                    <a:pt x="353147" y="119114"/>
                    <a:pt x="353147" y="119114"/>
                  </a:cubicBezTo>
                  <a:lnTo>
                    <a:pt x="301524" y="119114"/>
                  </a:lnTo>
                  <a:lnTo>
                    <a:pt x="298422" y="119114"/>
                  </a:lnTo>
                  <a:lnTo>
                    <a:pt x="246675" y="119114"/>
                  </a:lnTo>
                  <a:cubicBezTo>
                    <a:pt x="246675" y="119114"/>
                    <a:pt x="258712" y="82054"/>
                    <a:pt x="36835" y="29376"/>
                  </a:cubicBezTo>
                  <a:close/>
                </a:path>
              </a:pathLst>
            </a:custGeom>
            <a:solidFill>
              <a:schemeClr val="bg1"/>
            </a:solidFill>
            <a:ln>
              <a:noFill/>
            </a:ln>
          </p:spPr>
          <p:txBody>
            <a:bodyPr/>
            <a:lstStyle/>
            <a:p>
              <a:endParaRPr lang="zh-CN" altLang="en-US">
                <a:latin typeface="MiSans Normal" pitchFamily="2" charset="-122"/>
                <a:ea typeface="MiSans Normal" pitchFamily="2" charset="-122"/>
              </a:endParaRPr>
            </a:p>
          </p:txBody>
        </p:sp>
      </p:grpSp>
      <p:sp>
        <p:nvSpPr>
          <p:cNvPr id="33" name="文本框 32">
            <a:extLst>
              <a:ext uri="{FF2B5EF4-FFF2-40B4-BE49-F238E27FC236}">
                <a16:creationId xmlns:a16="http://schemas.microsoft.com/office/drawing/2014/main" id="{E2966D21-B328-6E44-A71C-D4BE397D5F22}"/>
              </a:ext>
            </a:extLst>
          </p:cNvPr>
          <p:cNvSpPr txBox="1"/>
          <p:nvPr/>
        </p:nvSpPr>
        <p:spPr>
          <a:xfrm>
            <a:off x="10313401" y="2635735"/>
            <a:ext cx="876300" cy="1323439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>
            <a:defPPr>
              <a:defRPr lang="zh-CN"/>
            </a:defPPr>
            <a:lvl1pPr marL="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algn="ctr"/>
            <a:r>
              <a:rPr lang="en-US" altLang="zh-CN" sz="8000">
                <a:solidFill>
                  <a:schemeClr val="bg1">
                    <a:alpha val="20000"/>
                  </a:schemeClr>
                </a:solidFill>
                <a:latin typeface="MiSans Normal" pitchFamily="2" charset="-122"/>
                <a:ea typeface="MiSans Normal" pitchFamily="2" charset="-122"/>
              </a:rPr>
              <a:t>2</a:t>
            </a:r>
            <a:endParaRPr lang="zh-CN" altLang="en-US" sz="8000">
              <a:solidFill>
                <a:schemeClr val="bg1">
                  <a:alpha val="20000"/>
                </a:schemeClr>
              </a:solidFill>
              <a:latin typeface="MiSans Normal" pitchFamily="2" charset="-122"/>
              <a:ea typeface="MiSans Normal" pitchFamily="2" charset="-122"/>
            </a:endParaRPr>
          </a:p>
        </p:txBody>
      </p:sp>
      <p:sp>
        <p:nvSpPr>
          <p:cNvPr id="39" name="矩形 38">
            <a:extLst>
              <a:ext uri="{FF2B5EF4-FFF2-40B4-BE49-F238E27FC236}">
                <a16:creationId xmlns:a16="http://schemas.microsoft.com/office/drawing/2014/main" id="{12594158-ED21-AB4B-9B40-B19282E3E20C}"/>
              </a:ext>
            </a:extLst>
          </p:cNvPr>
          <p:cNvSpPr/>
          <p:nvPr/>
        </p:nvSpPr>
        <p:spPr>
          <a:xfrm>
            <a:off x="6275973" y="4307440"/>
            <a:ext cx="4862287" cy="1237594"/>
          </a:xfrm>
          <a:prstGeom prst="rect">
            <a:avLst/>
          </a:prstGeom>
          <a:solidFill>
            <a:schemeClr val="bg1"/>
          </a:solidFill>
          <a:ln>
            <a:noFill/>
          </a:ln>
          <a:effectLst>
            <a:outerShdw blurRad="228600" sx="102000" sy="102000" algn="ctr" rotWithShape="0">
              <a:prstClr val="black">
                <a:alpha val="20000"/>
              </a:prstClr>
            </a:outerShdw>
          </a:effec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="horz" wrap="square" lIns="91440" tIns="45720" rIns="91440" bIns="45720" numCol="1" spcCol="0" rtlCol="0" fromWordArt="0" anchor="ctr" anchorCtr="0" forceAA="0" compatLnSpc="1">
            <a:prstTxWarp prst="textNoShape">
              <a:avLst/>
            </a:prstTxWarp>
            <a:noAutofit/>
          </a:bodyPr>
          <a:lstStyle>
            <a:defPPr>
              <a:defRPr lang="zh-CN"/>
            </a:defPPr>
            <a:lvl1pPr marL="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9pPr>
          </a:lstStyle>
          <a:p>
            <a:pPr algn="ctr"/>
            <a:endParaRPr lang="zh-CN" altLang="en-US">
              <a:latin typeface="MiSans Normal" pitchFamily="2" charset="-122"/>
              <a:ea typeface="MiSans Normal" pitchFamily="2" charset="-122"/>
            </a:endParaRPr>
          </a:p>
        </p:txBody>
      </p:sp>
      <p:grpSp>
        <p:nvGrpSpPr>
          <p:cNvPr id="40" name="组合 39">
            <a:extLst>
              <a:ext uri="{FF2B5EF4-FFF2-40B4-BE49-F238E27FC236}">
                <a16:creationId xmlns:a16="http://schemas.microsoft.com/office/drawing/2014/main" id="{87586267-FB32-7C41-AB0D-4DA9F0A8D0B2}"/>
              </a:ext>
            </a:extLst>
          </p:cNvPr>
          <p:cNvGrpSpPr/>
          <p:nvPr/>
        </p:nvGrpSpPr>
        <p:grpSpPr>
          <a:xfrm>
            <a:off x="7474654" y="4430722"/>
            <a:ext cx="3334847" cy="961022"/>
            <a:chOff x="1331921" y="3382460"/>
            <a:chExt cx="3334847" cy="961022"/>
          </a:xfrm>
        </p:grpSpPr>
        <p:sp>
          <p:nvSpPr>
            <p:cNvPr id="45" name="文本框 44">
              <a:extLst>
                <a:ext uri="{FF2B5EF4-FFF2-40B4-BE49-F238E27FC236}">
                  <a16:creationId xmlns:a16="http://schemas.microsoft.com/office/drawing/2014/main" id="{065EE5C8-9468-BD4F-B670-AD8A92759DB2}"/>
                </a:ext>
              </a:extLst>
            </p:cNvPr>
            <p:cNvSpPr txBox="1"/>
            <p:nvPr/>
          </p:nvSpPr>
          <p:spPr>
            <a:xfrm>
              <a:off x="1331922" y="3727159"/>
              <a:ext cx="2996215" cy="616323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>
              <a:defPPr>
                <a:defRPr lang="zh-CN"/>
              </a:defPPr>
              <a:lvl1pPr marL="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1pPr>
              <a:lvl2pPr marL="4572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2pPr>
              <a:lvl3pPr marL="9144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3pPr>
              <a:lvl4pPr marL="13716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4pPr>
              <a:lvl5pPr marL="18288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5pPr>
              <a:lvl6pPr marL="22860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6pPr>
              <a:lvl7pPr marL="27432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7pPr>
              <a:lvl8pPr marL="32004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8pPr>
              <a:lvl9pPr marL="36576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pPr>
                <a:lnSpc>
                  <a:spcPct val="150000"/>
                </a:lnSpc>
              </a:pPr>
              <a:r>
                <a:rPr lang="zh-CN" altLang="en-US" sz="1200">
                  <a:solidFill>
                    <a:schemeClr val="tx1">
                      <a:lumMod val="85000"/>
                      <a:lumOff val="15000"/>
                    </a:schemeClr>
                  </a:solidFill>
                  <a:latin typeface="MiSans Normal" pitchFamily="2" charset="-122"/>
                  <a:ea typeface="MiSans Normal" pitchFamily="2" charset="-122"/>
                </a:rPr>
                <a:t>或者粘贴复制的文本到此处，</a:t>
              </a:r>
            </a:p>
          </p:txBody>
        </p:sp>
        <p:sp>
          <p:nvSpPr>
            <p:cNvPr id="46" name="文本框 45">
              <a:extLst>
                <a:ext uri="{FF2B5EF4-FFF2-40B4-BE49-F238E27FC236}">
                  <a16:creationId xmlns:a16="http://schemas.microsoft.com/office/drawing/2014/main" id="{ECE790CE-EC83-D242-B503-E2FF08EABD0D}"/>
                </a:ext>
              </a:extLst>
            </p:cNvPr>
            <p:cNvSpPr txBox="1"/>
            <p:nvPr/>
          </p:nvSpPr>
          <p:spPr>
            <a:xfrm>
              <a:off x="1331921" y="3382460"/>
              <a:ext cx="3334847" cy="400110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>
              <a:defPPr>
                <a:defRPr lang="zh-CN"/>
              </a:defPPr>
              <a:lvl1pPr marL="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1pPr>
              <a:lvl2pPr marL="4572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2pPr>
              <a:lvl3pPr marL="9144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3pPr>
              <a:lvl4pPr marL="13716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4pPr>
              <a:lvl5pPr marL="18288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5pPr>
              <a:lvl6pPr marL="22860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6pPr>
              <a:lvl7pPr marL="27432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7pPr>
              <a:lvl8pPr marL="32004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8pPr>
              <a:lvl9pPr marL="36576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endParaRPr/>
            </a:p>
          </p:txBody>
        </p:sp>
      </p:grpSp>
      <p:grpSp>
        <p:nvGrpSpPr>
          <p:cNvPr id="14" name="组合 13">
            <a:extLst>
              <a:ext uri="{FF2B5EF4-FFF2-40B4-BE49-F238E27FC236}">
                <a16:creationId xmlns:a16="http://schemas.microsoft.com/office/drawing/2014/main" id="{0F83886E-13F6-40AD-9B4A-34CD5F4CA6C6}"/>
              </a:ext>
            </a:extLst>
          </p:cNvPr>
          <p:cNvGrpSpPr/>
          <p:nvPr/>
        </p:nvGrpSpPr>
        <p:grpSpPr>
          <a:xfrm>
            <a:off x="6564568" y="4555339"/>
            <a:ext cx="752475" cy="752475"/>
            <a:chOff x="6564568" y="4555339"/>
            <a:chExt cx="752475" cy="752475"/>
          </a:xfrm>
        </p:grpSpPr>
        <p:sp>
          <p:nvSpPr>
            <p:cNvPr id="43" name="椭圆 42">
              <a:extLst>
                <a:ext uri="{FF2B5EF4-FFF2-40B4-BE49-F238E27FC236}">
                  <a16:creationId xmlns:a16="http://schemas.microsoft.com/office/drawing/2014/main" id="{FDCEB9D7-C540-6848-BB0E-05BE4192B175}"/>
                </a:ext>
              </a:extLst>
            </p:cNvPr>
            <p:cNvSpPr/>
            <p:nvPr/>
          </p:nvSpPr>
          <p:spPr>
            <a:xfrm>
              <a:off x="6564568" y="4555339"/>
              <a:ext cx="752475" cy="752475"/>
            </a:xfrm>
            <a:prstGeom prst="ellipse">
              <a:avLst/>
            </a:prstGeom>
            <a:solidFill>
              <a:schemeClr val="accent2"/>
            </a:solidFill>
            <a:ln>
              <a:noFill/>
            </a:ln>
            <a:effectLst>
              <a:outerShdw blurRad="228600" sx="102000" sy="102000" algn="ctr" rotWithShape="0">
                <a:prstClr val="black">
                  <a:alpha val="20000"/>
                </a:prstClr>
              </a:outerShdw>
            </a:effectLst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ot="0" spcFirstLastPara="0" vert="horz" wrap="square" lIns="91440" tIns="45720" rIns="91440" bIns="45720" numCol="1" spcCol="0" rtlCol="0" fromWordArt="0" anchor="ctr" anchorCtr="0" forceAA="0" compatLnSpc="1">
              <a:prstTxWarp prst="textNoShape">
                <a:avLst/>
              </a:prstTxWarp>
              <a:noAutofit/>
            </a:bodyPr>
            <a:lstStyle>
              <a:defPPr>
                <a:defRPr lang="zh-CN"/>
              </a:defPPr>
              <a:lvl1pPr marL="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1pPr>
              <a:lvl2pPr marL="4572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2pPr>
              <a:lvl3pPr marL="9144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3pPr>
              <a:lvl4pPr marL="13716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4pPr>
              <a:lvl5pPr marL="18288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5pPr>
              <a:lvl6pPr marL="22860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6pPr>
              <a:lvl7pPr marL="27432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7pPr>
              <a:lvl8pPr marL="32004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8pPr>
              <a:lvl9pPr marL="36576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pPr algn="ctr"/>
              <a:endParaRPr lang="zh-CN" altLang="en-US">
                <a:latin typeface="MiSans Normal" pitchFamily="2" charset="-122"/>
                <a:ea typeface="MiSans Normal" pitchFamily="2" charset="-122"/>
              </a:endParaRPr>
            </a:p>
          </p:txBody>
        </p:sp>
        <p:sp>
          <p:nvSpPr>
            <p:cNvPr id="44" name="任意多边形: 形状 43">
              <a:extLst>
                <a:ext uri="{FF2B5EF4-FFF2-40B4-BE49-F238E27FC236}">
                  <a16:creationId xmlns:a16="http://schemas.microsoft.com/office/drawing/2014/main" id="{8DEFA565-4495-EF41-BF2E-1CE47AA2B5ED}"/>
                </a:ext>
              </a:extLst>
            </p:cNvPr>
            <p:cNvSpPr>
              <a:spLocks noChangeAspect="1"/>
            </p:cNvSpPr>
            <p:nvPr/>
          </p:nvSpPr>
          <p:spPr bwMode="auto">
            <a:xfrm>
              <a:off x="6762068" y="4713469"/>
              <a:ext cx="357472" cy="425535"/>
            </a:xfrm>
            <a:custGeom>
              <a:avLst/>
              <a:gdLst>
                <a:gd name="T0" fmla="*/ 401 w 401"/>
                <a:gd name="T1" fmla="*/ 89 h 478"/>
                <a:gd name="T2" fmla="*/ 401 w 401"/>
                <a:gd name="T3" fmla="*/ 293 h 478"/>
                <a:gd name="T4" fmla="*/ 73 w 401"/>
                <a:gd name="T5" fmla="*/ 293 h 478"/>
                <a:gd name="T6" fmla="*/ 73 w 401"/>
                <a:gd name="T7" fmla="*/ 89 h 478"/>
                <a:gd name="T8" fmla="*/ 401 w 401"/>
                <a:gd name="T9" fmla="*/ 89 h 478"/>
                <a:gd name="T10" fmla="*/ 39 w 401"/>
                <a:gd name="T11" fmla="*/ 0 h 478"/>
                <a:gd name="T12" fmla="*/ 0 w 401"/>
                <a:gd name="T13" fmla="*/ 39 h 478"/>
                <a:gd name="T14" fmla="*/ 23 w 401"/>
                <a:gd name="T15" fmla="*/ 74 h 478"/>
                <a:gd name="T16" fmla="*/ 23 w 401"/>
                <a:gd name="T17" fmla="*/ 478 h 478"/>
                <a:gd name="T18" fmla="*/ 56 w 401"/>
                <a:gd name="T19" fmla="*/ 478 h 478"/>
                <a:gd name="T20" fmla="*/ 56 w 401"/>
                <a:gd name="T21" fmla="*/ 74 h 478"/>
                <a:gd name="T22" fmla="*/ 78 w 401"/>
                <a:gd name="T23" fmla="*/ 39 h 478"/>
                <a:gd name="T24" fmla="*/ 39 w 401"/>
                <a:gd name="T25" fmla="*/ 0 h 478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</a:cxnLst>
              <a:rect l="0" t="0" r="r" b="b"/>
              <a:pathLst>
                <a:path w="401" h="478">
                  <a:moveTo>
                    <a:pt x="401" y="89"/>
                  </a:moveTo>
                  <a:lnTo>
                    <a:pt x="401" y="293"/>
                  </a:lnTo>
                  <a:cubicBezTo>
                    <a:pt x="292" y="212"/>
                    <a:pt x="182" y="375"/>
                    <a:pt x="73" y="293"/>
                  </a:cubicBezTo>
                  <a:lnTo>
                    <a:pt x="73" y="89"/>
                  </a:lnTo>
                  <a:cubicBezTo>
                    <a:pt x="182" y="171"/>
                    <a:pt x="292" y="7"/>
                    <a:pt x="401" y="89"/>
                  </a:cubicBezTo>
                  <a:close/>
                  <a:moveTo>
                    <a:pt x="39" y="0"/>
                  </a:moveTo>
                  <a:cubicBezTo>
                    <a:pt x="18" y="0"/>
                    <a:pt x="0" y="17"/>
                    <a:pt x="0" y="39"/>
                  </a:cubicBezTo>
                  <a:cubicBezTo>
                    <a:pt x="0" y="54"/>
                    <a:pt x="9" y="68"/>
                    <a:pt x="23" y="74"/>
                  </a:cubicBezTo>
                  <a:lnTo>
                    <a:pt x="23" y="478"/>
                  </a:lnTo>
                  <a:lnTo>
                    <a:pt x="56" y="478"/>
                  </a:lnTo>
                  <a:lnTo>
                    <a:pt x="56" y="74"/>
                  </a:lnTo>
                  <a:cubicBezTo>
                    <a:pt x="69" y="68"/>
                    <a:pt x="78" y="54"/>
                    <a:pt x="78" y="39"/>
                  </a:cubicBezTo>
                  <a:cubicBezTo>
                    <a:pt x="78" y="17"/>
                    <a:pt x="61" y="0"/>
                    <a:pt x="39" y="0"/>
                  </a:cubicBezTo>
                  <a:close/>
                </a:path>
              </a:pathLst>
            </a:custGeom>
            <a:solidFill>
              <a:schemeClr val="bg1"/>
            </a:solidFill>
            <a:ln>
              <a:noFill/>
            </a:ln>
          </p:spPr>
          <p:txBody>
            <a:bodyPr/>
            <a:lstStyle/>
            <a:p>
              <a:endParaRPr lang="zh-CN" altLang="en-US">
                <a:latin typeface="MiSans Normal" pitchFamily="2" charset="-122"/>
                <a:ea typeface="MiSans Normal" pitchFamily="2" charset="-122"/>
              </a:endParaRPr>
            </a:p>
          </p:txBody>
        </p:sp>
      </p:grpSp>
      <p:sp>
        <p:nvSpPr>
          <p:cNvPr id="42" name="文本框 41">
            <a:extLst>
              <a:ext uri="{FF2B5EF4-FFF2-40B4-BE49-F238E27FC236}">
                <a16:creationId xmlns:a16="http://schemas.microsoft.com/office/drawing/2014/main" id="{7AF2B9D3-7A79-7944-990A-709C86E750F7}"/>
              </a:ext>
            </a:extLst>
          </p:cNvPr>
          <p:cNvSpPr txBox="1"/>
          <p:nvPr/>
        </p:nvSpPr>
        <p:spPr>
          <a:xfrm>
            <a:off x="10313401" y="4307440"/>
            <a:ext cx="876300" cy="1323439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>
            <a:defPPr>
              <a:defRPr lang="zh-CN"/>
            </a:defPPr>
            <a:lvl1pPr marL="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algn="ctr"/>
            <a:r>
              <a:rPr lang="en-US" altLang="zh-CN" sz="8000">
                <a:solidFill>
                  <a:schemeClr val="tx1">
                    <a:lumMod val="75000"/>
                    <a:lumOff val="25000"/>
                    <a:alpha val="20000"/>
                  </a:schemeClr>
                </a:solidFill>
                <a:latin typeface="MiSans Normal" pitchFamily="2" charset="-122"/>
                <a:ea typeface="MiSans Normal" pitchFamily="2" charset="-122"/>
              </a:rPr>
              <a:t>4</a:t>
            </a:r>
            <a:endParaRPr lang="zh-CN" altLang="en-US" sz="8000">
              <a:solidFill>
                <a:schemeClr val="tx1">
                  <a:lumMod val="75000"/>
                  <a:lumOff val="25000"/>
                  <a:alpha val="20000"/>
                </a:schemeClr>
              </a:solidFill>
              <a:latin typeface="MiSans Normal" pitchFamily="2" charset="-122"/>
              <a:ea typeface="MiSans Normal" pitchFamily="2" charset="-122"/>
            </a:endParaRPr>
          </a:p>
        </p:txBody>
      </p:sp>
      <p:sp>
        <p:nvSpPr>
          <p:cNvPr id="20" name="文本框 19">
            <a:extLst>
              <a:ext uri="{FF2B5EF4-FFF2-40B4-BE49-F238E27FC236}">
                <a16:creationId xmlns:a16="http://schemas.microsoft.com/office/drawing/2014/main" id="{AE468E31-0B36-86B3-967F-A8417E6270C3}"/>
              </a:ext>
            </a:extLst>
          </p:cNvPr>
          <p:cNvSpPr txBox="1"/>
          <p:nvPr/>
        </p:nvSpPr>
        <p:spPr>
          <a:xfrm>
            <a:off x="1463040" y="2194560"/>
            <a:ext cx="4328160" cy="369332"/>
          </a:xfrm>
          <a:prstGeom prst="rect">
            <a:avLst/>
          </a:prstGeom>
          <a:noFill/>
        </p:spPr>
        <p:txBody>
          <a:bodyPr vert="horz" wrap="square" rtlCol="0">
            <a:normAutofit/>
          </a:bodyPr>
          <a:lstStyle/>
          <a:p>
            <a:r>
              <a:rPr lang="zh-CN" altLang="en-US" sz="1400"/>
              <a:t>试点范围：明确首批渠道与服务场景边界</a:t>
            </a:r>
          </a:p>
        </p:txBody>
      </p:sp>
      <p:sp>
        <p:nvSpPr>
          <p:cNvPr id="21" name="文本框 20">
            <a:extLst>
              <a:ext uri="{FF2B5EF4-FFF2-40B4-BE49-F238E27FC236}">
                <a16:creationId xmlns:a16="http://schemas.microsoft.com/office/drawing/2014/main" id="{E2F7A7F9-9995-EB35-D9DB-1AA1BB5A5B48}"/>
              </a:ext>
            </a:extLst>
          </p:cNvPr>
          <p:cNvSpPr txBox="1"/>
          <p:nvPr/>
        </p:nvSpPr>
        <p:spPr>
          <a:xfrm>
            <a:off x="6400800" y="2194560"/>
            <a:ext cx="4328160" cy="369332"/>
          </a:xfrm>
          <a:prstGeom prst="rect">
            <a:avLst/>
          </a:prstGeom>
          <a:noFill/>
        </p:spPr>
        <p:txBody>
          <a:bodyPr vert="horz" wrap="square" rtlCol="0">
            <a:normAutofit/>
          </a:bodyPr>
          <a:lstStyle/>
          <a:p>
            <a:r>
              <a:rPr lang="zh-CN" altLang="en-US" sz="1400"/>
              <a:t>预算边界：锁定试点投入上限与审批口径</a:t>
            </a:r>
          </a:p>
        </p:txBody>
      </p:sp>
      <p:sp>
        <p:nvSpPr>
          <p:cNvPr id="22" name="文本框 21">
            <a:extLst>
              <a:ext uri="{FF2B5EF4-FFF2-40B4-BE49-F238E27FC236}">
                <a16:creationId xmlns:a16="http://schemas.microsoft.com/office/drawing/2014/main" id="{77833D75-7504-0CAF-DD8E-620858580629}"/>
              </a:ext>
            </a:extLst>
          </p:cNvPr>
          <p:cNvSpPr txBox="1"/>
          <p:nvPr/>
        </p:nvSpPr>
        <p:spPr>
          <a:xfrm>
            <a:off x="1463040" y="4251960"/>
            <a:ext cx="4328160" cy="369332"/>
          </a:xfrm>
          <a:prstGeom prst="rect">
            <a:avLst/>
          </a:prstGeom>
          <a:noFill/>
        </p:spPr>
        <p:txBody>
          <a:bodyPr vert="horz" wrap="square" rtlCol="0">
            <a:normAutofit/>
          </a:bodyPr>
          <a:lstStyle/>
          <a:p>
            <a:r>
              <a:rPr lang="zh-CN" altLang="en-US" sz="1400"/>
              <a:t>系统接入：确认客服系统接口与联调计划</a:t>
            </a:r>
          </a:p>
        </p:txBody>
      </p:sp>
      <p:sp>
        <p:nvSpPr>
          <p:cNvPr id="23" name="文本框 22">
            <a:extLst>
              <a:ext uri="{FF2B5EF4-FFF2-40B4-BE49-F238E27FC236}">
                <a16:creationId xmlns:a16="http://schemas.microsoft.com/office/drawing/2014/main" id="{2F9FF2B4-F1B8-9311-23B5-0DA71A93096A}"/>
              </a:ext>
            </a:extLst>
          </p:cNvPr>
          <p:cNvSpPr txBox="1"/>
          <p:nvPr/>
        </p:nvSpPr>
        <p:spPr>
          <a:xfrm>
            <a:off x="6400800" y="4251960"/>
            <a:ext cx="4328160" cy="369332"/>
          </a:xfrm>
          <a:prstGeom prst="rect">
            <a:avLst/>
          </a:prstGeom>
          <a:noFill/>
        </p:spPr>
        <p:txBody>
          <a:bodyPr vert="horz" wrap="square" rtlCol="0">
            <a:normAutofit/>
          </a:bodyPr>
          <a:lstStyle/>
          <a:p>
            <a:r>
              <a:rPr lang="zh-CN" altLang="en-US" sz="1400"/>
              <a:t>责任人：指定业务与技术双负责人机制</a:t>
            </a:r>
          </a:p>
        </p:txBody>
      </p:sp>
    </p:spTree>
    <p:extLst>
      <p:ext uri="{BB962C8B-B14F-4D97-AF65-F5344CB8AC3E}">
        <p14:creationId xmlns:p14="http://schemas.microsoft.com/office/powerpoint/2010/main" val="3210296133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2" presetClass="entr" presetSubtype="8" decel="10000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7" dur="1000" fill="hold"/>
                                        <p:tgtEl>
                                          <p:spTgt spid="3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0-#ppt_w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8" dur="1000" fill="hold"/>
                                        <p:tgtEl>
                                          <p:spTgt spid="3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9" presetID="10" presetClass="entr" presetSubtype="0" fill="hold" nodeType="withEffect">
                                  <p:stCondLst>
                                    <p:cond delay="20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1" dur="300"/>
                                        <p:tgtEl>
                                          <p:spTgt spid="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2" presetID="10" presetClass="entr" presetSubtype="0" fill="hold" nodeType="withEffect">
                                  <p:stCondLst>
                                    <p:cond delay="400"/>
                                  </p:stCondLst>
                                  <p:childTnLst>
                                    <p:set>
                                      <p:cBhvr>
                                        <p:cTn id="1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4" dur="300"/>
                                        <p:tgtEl>
                                          <p:spTgt spid="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5" presetID="10" presetClass="entr" presetSubtype="0" fill="hold" grpId="0" nodeType="withEffect">
                                  <p:stCondLst>
                                    <p:cond delay="60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7" dur="300"/>
                                        <p:tgtEl>
                                          <p:spTgt spid="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8" presetID="2" presetClass="entr" presetSubtype="8" decel="100000" fill="hold" grpId="0" nodeType="withEffect">
                                  <p:stCondLst>
                                    <p:cond delay="800"/>
                                  </p:stCondLst>
                                  <p:childTnLst>
                                    <p:set>
                                      <p:cBhvr>
                                        <p:cTn id="1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20" dur="1000" fill="hold"/>
                                        <p:tgtEl>
                                          <p:spTgt spid="12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0-#ppt_w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21" dur="1000" fill="hold"/>
                                        <p:tgtEl>
                                          <p:spTgt spid="12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22" presetID="10" presetClass="entr" presetSubtype="0" fill="hold" nodeType="withEffect">
                                  <p:stCondLst>
                                    <p:cond delay="1000"/>
                                  </p:stCondLst>
                                  <p:childTnLst>
                                    <p:set>
                                      <p:cBhvr>
                                        <p:cTn id="2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4" dur="300"/>
                                        <p:tgtEl>
                                          <p:spTgt spid="1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25" presetID="10" presetClass="entr" presetSubtype="0" fill="hold" nodeType="withEffect">
                                  <p:stCondLst>
                                    <p:cond delay="120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7" dur="300"/>
                                        <p:tgtEl>
                                          <p:spTgt spid="1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28" presetID="10" presetClass="entr" presetSubtype="0" fill="hold" grpId="0" nodeType="withEffect">
                                  <p:stCondLst>
                                    <p:cond delay="1400"/>
                                  </p:stCondLst>
                                  <p:childTnLst>
                                    <p:set>
                                      <p:cBhvr>
                                        <p:cTn id="2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0" dur="300"/>
                                        <p:tgtEl>
                                          <p:spTgt spid="1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31" presetID="2" presetClass="entr" presetSubtype="2" decel="100000" fill="hold" grpId="0" nodeType="withEffect">
                                  <p:stCondLst>
                                    <p:cond delay="1600"/>
                                  </p:stCondLst>
                                  <p:childTnLst>
                                    <p:set>
                                      <p:cBhvr>
                                        <p:cTn id="3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33" dur="1000" fill="hold"/>
                                        <p:tgtEl>
                                          <p:spTgt spid="30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w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34" dur="1000" fill="hold"/>
                                        <p:tgtEl>
                                          <p:spTgt spid="30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35" presetID="10" presetClass="entr" presetSubtype="0" fill="hold" nodeType="withEffect">
                                  <p:stCondLst>
                                    <p:cond delay="1800"/>
                                  </p:stCondLst>
                                  <p:childTnLst>
                                    <p:set>
                                      <p:cBhvr>
                                        <p:cTn id="3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7" dur="300"/>
                                        <p:tgtEl>
                                          <p:spTgt spid="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38" presetID="10" presetClass="entr" presetSubtype="0" fill="hold" nodeType="withEffect">
                                  <p:stCondLst>
                                    <p:cond delay="2000"/>
                                  </p:stCondLst>
                                  <p:childTnLst>
                                    <p:set>
                                      <p:cBhvr>
                                        <p:cTn id="3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40" dur="300"/>
                                        <p:tgtEl>
                                          <p:spTgt spid="3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41" presetID="10" presetClass="entr" presetSubtype="0" fill="hold" grpId="0" nodeType="withEffect">
                                  <p:stCondLst>
                                    <p:cond delay="2200"/>
                                  </p:stCondLst>
                                  <p:childTnLst>
                                    <p:set>
                                      <p:cBhvr>
                                        <p:cTn id="4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43" dur="300"/>
                                        <p:tgtEl>
                                          <p:spTgt spid="3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44" presetID="2" presetClass="entr" presetSubtype="2" decel="100000" fill="hold" grpId="0" nodeType="withEffect">
                                  <p:stCondLst>
                                    <p:cond delay="2400"/>
                                  </p:stCondLst>
                                  <p:childTnLst>
                                    <p:set>
                                      <p:cBhvr>
                                        <p:cTn id="4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46" dur="1000" fill="hold"/>
                                        <p:tgtEl>
                                          <p:spTgt spid="39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w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47" dur="1000" fill="hold"/>
                                        <p:tgtEl>
                                          <p:spTgt spid="39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48" presetID="10" presetClass="entr" presetSubtype="0" fill="hold" nodeType="withEffect">
                                  <p:stCondLst>
                                    <p:cond delay="2600"/>
                                  </p:stCondLst>
                                  <p:childTnLst>
                                    <p:set>
                                      <p:cBhvr>
                                        <p:cTn id="4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50" dur="300"/>
                                        <p:tgtEl>
                                          <p:spTgt spid="1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51" presetID="10" presetClass="entr" presetSubtype="0" fill="hold" nodeType="withEffect">
                                  <p:stCondLst>
                                    <p:cond delay="2800"/>
                                  </p:stCondLst>
                                  <p:childTnLst>
                                    <p:set>
                                      <p:cBhvr>
                                        <p:cTn id="5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53" dur="300"/>
                                        <p:tgtEl>
                                          <p:spTgt spid="4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54" presetID="10" presetClass="entr" presetSubtype="0" fill="hold" grpId="0" nodeType="withEffect">
                                  <p:stCondLst>
                                    <p:cond delay="3000"/>
                                  </p:stCondLst>
                                  <p:childTnLst>
                                    <p:set>
                                      <p:cBhvr>
                                        <p:cTn id="5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56" dur="300"/>
                                        <p:tgtEl>
                                          <p:spTgt spid="4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3" grpId="0" animBg="1"/>
      <p:bldP spid="6" grpId="0"/>
      <p:bldP spid="12" grpId="0" animBg="1"/>
      <p:bldP spid="15" grpId="0"/>
      <p:bldP spid="30" grpId="0" animBg="1"/>
      <p:bldP spid="33" grpId="0"/>
      <p:bldP spid="39" grpId="0" animBg="1"/>
      <p:bldP spid="42" grpId="0"/>
    </p:bldLst>
  </p:timing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8" name="矩形 17">
            <a:extLst>
              <a:ext uri="{FF2B5EF4-FFF2-40B4-BE49-F238E27FC236}">
                <a16:creationId xmlns:a16="http://schemas.microsoft.com/office/drawing/2014/main" id="{8D2568A0-48FD-D487-9F32-9FE7C62D1041}"/>
              </a:ext>
            </a:extLst>
          </p:cNvPr>
          <p:cNvSpPr/>
          <p:nvPr/>
        </p:nvSpPr>
        <p:spPr>
          <a:xfrm>
            <a:off x="1" y="6641764"/>
            <a:ext cx="12192000" cy="216236"/>
          </a:xfrm>
          <a:prstGeom prst="rect">
            <a:avLst/>
          </a:prstGeom>
          <a:solidFill>
            <a:schemeClr val="accent2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>
              <a:cs typeface="思源黑体 CN Normal" panose="020B0400000000000000" charset="-122"/>
            </a:endParaRPr>
          </a:p>
        </p:txBody>
      </p:sp>
      <p:sp>
        <p:nvSpPr>
          <p:cNvPr id="19" name="任意多边形: 形状 18">
            <a:extLst>
              <a:ext uri="{FF2B5EF4-FFF2-40B4-BE49-F238E27FC236}">
                <a16:creationId xmlns:a16="http://schemas.microsoft.com/office/drawing/2014/main" id="{7259F75C-4CA4-90AC-9566-B5CBE92D27A8}"/>
              </a:ext>
            </a:extLst>
          </p:cNvPr>
          <p:cNvSpPr/>
          <p:nvPr/>
        </p:nvSpPr>
        <p:spPr>
          <a:xfrm flipV="1">
            <a:off x="0" y="6455318"/>
            <a:ext cx="6502400" cy="402681"/>
          </a:xfrm>
          <a:custGeom>
            <a:avLst/>
            <a:gdLst/>
            <a:ahLst/>
            <a:cxnLst>
              <a:cxn ang="3cd4">
                <a:pos x="hc" y="t"/>
              </a:cxn>
              <a:cxn ang="cd2">
                <a:pos x="l" y="vc"/>
              </a:cxn>
              <a:cxn ang="cd4">
                <a:pos x="hc" y="b"/>
              </a:cxn>
              <a:cxn ang="0">
                <a:pos x="r" y="vc"/>
              </a:cxn>
            </a:cxnLst>
            <a:rect l="l" t="t" r="r" b="b"/>
            <a:pathLst>
              <a:path w="11444" h="795">
                <a:moveTo>
                  <a:pt x="0" y="0"/>
                </a:moveTo>
                <a:lnTo>
                  <a:pt x="10649" y="0"/>
                </a:lnTo>
                <a:lnTo>
                  <a:pt x="11444" y="795"/>
                </a:lnTo>
                <a:lnTo>
                  <a:pt x="10649" y="795"/>
                </a:lnTo>
                <a:lnTo>
                  <a:pt x="0" y="795"/>
                </a:lnTo>
                <a:lnTo>
                  <a:pt x="0" y="0"/>
                </a:lnTo>
                <a:close/>
              </a:path>
            </a:pathLst>
          </a:custGeom>
          <a:solidFill>
            <a:schemeClr val="accent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rtlCol="0" anchor="ctr">
            <a:noAutofit/>
          </a:bodyPr>
          <a:lstStyle/>
          <a:p>
            <a:pPr algn="ctr"/>
            <a:endParaRPr lang="zh-CN" altLang="en-US">
              <a:cs typeface="思源黑体 CN Normal" panose="020B0400000000000000" charset="-122"/>
            </a:endParaRPr>
          </a:p>
        </p:txBody>
      </p:sp>
      <p:sp>
        <p:nvSpPr>
          <p:cNvPr id="20" name="文本框 19">
            <a:extLst>
              <a:ext uri="{FF2B5EF4-FFF2-40B4-BE49-F238E27FC236}">
                <a16:creationId xmlns:a16="http://schemas.microsoft.com/office/drawing/2014/main" id="{BD99DFA4-8611-8CA2-9A79-348235EB86C4}"/>
              </a:ext>
            </a:extLst>
          </p:cNvPr>
          <p:cNvSpPr txBox="1"/>
          <p:nvPr/>
        </p:nvSpPr>
        <p:spPr>
          <a:xfrm>
            <a:off x="420007" y="402681"/>
            <a:ext cx="2352221" cy="400110"/>
          </a:xfrm>
          <a:prstGeom prst="rect">
            <a:avLst/>
          </a:prstGeom>
          <a:noFill/>
        </p:spPr>
        <p:txBody>
          <a:bodyPr wrap="square" rtlCol="0">
            <a:normAutofit/>
          </a:bodyPr>
          <a:lstStyle/>
          <a:p>
            <a:pPr marL="342900" indent="-342900">
              <a:buFont typeface="思源黑体 CN Normal" panose="020B0400000000000000" charset="-122"/>
              <a:buChar char="•"/>
            </a:pPr>
            <a:r>
              <a:rPr lang="zh-CN" altLang="en-US" sz="2000">
                <a:solidFill>
                  <a:schemeClr val="tx1">
                    <a:lumMod val="65000"/>
                    <a:lumOff val="35000"/>
                  </a:schemeClr>
                </a:solidFill>
                <a:latin typeface="MiSans Normal" pitchFamily="2" charset="-122"/>
                <a:ea typeface="MiSans Normal" pitchFamily="2" charset="-122"/>
                <a:cs typeface="思源黑体 CN Normal" panose="020B0400000000000000" charset="-122"/>
              </a:rPr>
              <a:t>谢谢观看</a:t>
            </a:r>
          </a:p>
        </p:txBody>
      </p:sp>
      <p:sp>
        <p:nvSpPr>
          <p:cNvPr id="2" name="椭圆 1">
            <a:extLst>
              <a:ext uri="{FF2B5EF4-FFF2-40B4-BE49-F238E27FC236}">
                <a16:creationId xmlns:a16="http://schemas.microsoft.com/office/drawing/2014/main" id="{8B2DE356-DAE4-B04A-A48B-6F8A5B845F1A}"/>
              </a:ext>
            </a:extLst>
          </p:cNvPr>
          <p:cNvSpPr/>
          <p:nvPr/>
        </p:nvSpPr>
        <p:spPr>
          <a:xfrm>
            <a:off x="1532959" y="1934930"/>
            <a:ext cx="1438275" cy="1438275"/>
          </a:xfrm>
          <a:prstGeom prst="ellipse">
            <a:avLst/>
          </a:prstGeom>
          <a:solidFill>
            <a:schemeClr val="accent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>
              <a:latin typeface="MiSans Normal" pitchFamily="2" charset="-122"/>
              <a:ea typeface="MiSans Normal" pitchFamily="2" charset="-122"/>
            </a:endParaRPr>
          </a:p>
        </p:txBody>
      </p:sp>
      <p:sp>
        <p:nvSpPr>
          <p:cNvPr id="3" name="椭圆 2">
            <a:extLst>
              <a:ext uri="{FF2B5EF4-FFF2-40B4-BE49-F238E27FC236}">
                <a16:creationId xmlns:a16="http://schemas.microsoft.com/office/drawing/2014/main" id="{950F31DD-3447-7246-92C4-F6A1FEBB7356}"/>
              </a:ext>
            </a:extLst>
          </p:cNvPr>
          <p:cNvSpPr/>
          <p:nvPr/>
        </p:nvSpPr>
        <p:spPr>
          <a:xfrm>
            <a:off x="4095561" y="1934930"/>
            <a:ext cx="1438275" cy="1438275"/>
          </a:xfrm>
          <a:prstGeom prst="ellipse">
            <a:avLst/>
          </a:prstGeom>
          <a:solidFill>
            <a:schemeClr val="accent2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>
              <a:latin typeface="MiSans Normal" pitchFamily="2" charset="-122"/>
              <a:ea typeface="MiSans Normal" pitchFamily="2" charset="-122"/>
            </a:endParaRPr>
          </a:p>
        </p:txBody>
      </p:sp>
      <p:sp>
        <p:nvSpPr>
          <p:cNvPr id="4" name="椭圆 3">
            <a:extLst>
              <a:ext uri="{FF2B5EF4-FFF2-40B4-BE49-F238E27FC236}">
                <a16:creationId xmlns:a16="http://schemas.microsoft.com/office/drawing/2014/main" id="{81CA9E58-2A9B-1740-99B3-839D77BA1DB0}"/>
              </a:ext>
            </a:extLst>
          </p:cNvPr>
          <p:cNvSpPr/>
          <p:nvPr/>
        </p:nvSpPr>
        <p:spPr>
          <a:xfrm>
            <a:off x="6658163" y="1934930"/>
            <a:ext cx="1438275" cy="1438275"/>
          </a:xfrm>
          <a:prstGeom prst="ellipse">
            <a:avLst/>
          </a:prstGeom>
          <a:solidFill>
            <a:schemeClr val="accent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>
              <a:latin typeface="MiSans Normal" pitchFamily="2" charset="-122"/>
              <a:ea typeface="MiSans Normal" pitchFamily="2" charset="-122"/>
            </a:endParaRPr>
          </a:p>
        </p:txBody>
      </p:sp>
      <p:sp>
        <p:nvSpPr>
          <p:cNvPr id="5" name="椭圆 4">
            <a:extLst>
              <a:ext uri="{FF2B5EF4-FFF2-40B4-BE49-F238E27FC236}">
                <a16:creationId xmlns:a16="http://schemas.microsoft.com/office/drawing/2014/main" id="{5FFF365B-691C-2149-9984-9CED0E63F08D}"/>
              </a:ext>
            </a:extLst>
          </p:cNvPr>
          <p:cNvSpPr/>
          <p:nvPr/>
        </p:nvSpPr>
        <p:spPr>
          <a:xfrm>
            <a:off x="9220766" y="1934930"/>
            <a:ext cx="1438275" cy="1438275"/>
          </a:xfrm>
          <a:prstGeom prst="ellipse">
            <a:avLst/>
          </a:prstGeom>
          <a:solidFill>
            <a:schemeClr val="accent2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>
              <a:latin typeface="MiSans Normal" pitchFamily="2" charset="-122"/>
              <a:ea typeface="MiSans Normal" pitchFamily="2" charset="-122"/>
            </a:endParaRPr>
          </a:p>
        </p:txBody>
      </p:sp>
      <p:sp>
        <p:nvSpPr>
          <p:cNvPr id="6" name="文本框 5">
            <a:extLst>
              <a:ext uri="{FF2B5EF4-FFF2-40B4-BE49-F238E27FC236}">
                <a16:creationId xmlns:a16="http://schemas.microsoft.com/office/drawing/2014/main" id="{466CD9B2-168A-AB47-B506-76F1A4CE409B}"/>
              </a:ext>
            </a:extLst>
          </p:cNvPr>
          <p:cNvSpPr txBox="1"/>
          <p:nvPr/>
        </p:nvSpPr>
        <p:spPr>
          <a:xfrm>
            <a:off x="1702935" y="2326847"/>
            <a:ext cx="1098322" cy="64633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altLang="zh-CN" sz="3600">
                <a:solidFill>
                  <a:schemeClr val="bg1"/>
                </a:solidFill>
                <a:latin typeface="MiSans Normal" pitchFamily="2" charset="-122"/>
                <a:ea typeface="MiSans Normal" pitchFamily="2" charset="-122"/>
              </a:rPr>
              <a:t>01</a:t>
            </a:r>
            <a:endParaRPr lang="zh-CN" altLang="en-US" sz="3600">
              <a:solidFill>
                <a:schemeClr val="bg1"/>
              </a:solidFill>
              <a:latin typeface="MiSans Normal" pitchFamily="2" charset="-122"/>
              <a:ea typeface="MiSans Normal" pitchFamily="2" charset="-122"/>
            </a:endParaRPr>
          </a:p>
        </p:txBody>
      </p:sp>
      <p:sp>
        <p:nvSpPr>
          <p:cNvPr id="7" name="文本框 6">
            <a:extLst>
              <a:ext uri="{FF2B5EF4-FFF2-40B4-BE49-F238E27FC236}">
                <a16:creationId xmlns:a16="http://schemas.microsoft.com/office/drawing/2014/main" id="{A852D442-3785-004F-8D71-F3252C10389C}"/>
              </a:ext>
            </a:extLst>
          </p:cNvPr>
          <p:cNvSpPr txBox="1"/>
          <p:nvPr/>
        </p:nvSpPr>
        <p:spPr>
          <a:xfrm>
            <a:off x="4103520" y="2326847"/>
            <a:ext cx="1422356" cy="64633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altLang="zh-CN" sz="3600">
                <a:solidFill>
                  <a:schemeClr val="bg1"/>
                </a:solidFill>
                <a:latin typeface="MiSans Normal" pitchFamily="2" charset="-122"/>
                <a:ea typeface="MiSans Normal" pitchFamily="2" charset="-122"/>
              </a:rPr>
              <a:t>02</a:t>
            </a:r>
            <a:endParaRPr lang="zh-CN" altLang="en-US" sz="3600">
              <a:solidFill>
                <a:schemeClr val="bg1"/>
              </a:solidFill>
              <a:latin typeface="MiSans Normal" pitchFamily="2" charset="-122"/>
              <a:ea typeface="MiSans Normal" pitchFamily="2" charset="-122"/>
            </a:endParaRPr>
          </a:p>
        </p:txBody>
      </p:sp>
      <p:sp>
        <p:nvSpPr>
          <p:cNvPr id="8" name="文本框 7">
            <a:extLst>
              <a:ext uri="{FF2B5EF4-FFF2-40B4-BE49-F238E27FC236}">
                <a16:creationId xmlns:a16="http://schemas.microsoft.com/office/drawing/2014/main" id="{BF1F3947-E41D-CE46-9749-C1905CD4066B}"/>
              </a:ext>
            </a:extLst>
          </p:cNvPr>
          <p:cNvSpPr txBox="1"/>
          <p:nvPr/>
        </p:nvSpPr>
        <p:spPr>
          <a:xfrm>
            <a:off x="6666122" y="2326847"/>
            <a:ext cx="1422356" cy="64633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altLang="zh-CN" sz="3600">
                <a:solidFill>
                  <a:schemeClr val="bg1"/>
                </a:solidFill>
                <a:latin typeface="MiSans Normal" pitchFamily="2" charset="-122"/>
                <a:ea typeface="MiSans Normal" pitchFamily="2" charset="-122"/>
              </a:rPr>
              <a:t>03</a:t>
            </a:r>
            <a:endParaRPr lang="zh-CN" altLang="en-US" sz="3600">
              <a:solidFill>
                <a:schemeClr val="bg1"/>
              </a:solidFill>
              <a:latin typeface="MiSans Normal" pitchFamily="2" charset="-122"/>
              <a:ea typeface="MiSans Normal" pitchFamily="2" charset="-122"/>
            </a:endParaRPr>
          </a:p>
        </p:txBody>
      </p:sp>
      <p:sp>
        <p:nvSpPr>
          <p:cNvPr id="9" name="文本框 8">
            <a:extLst>
              <a:ext uri="{FF2B5EF4-FFF2-40B4-BE49-F238E27FC236}">
                <a16:creationId xmlns:a16="http://schemas.microsoft.com/office/drawing/2014/main" id="{7A38564B-C9C5-D749-9F46-F9C4D0B89E9F}"/>
              </a:ext>
            </a:extLst>
          </p:cNvPr>
          <p:cNvSpPr txBox="1"/>
          <p:nvPr/>
        </p:nvSpPr>
        <p:spPr>
          <a:xfrm>
            <a:off x="9228723" y="2326847"/>
            <a:ext cx="1422356" cy="64633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altLang="zh-CN" sz="3600">
                <a:solidFill>
                  <a:schemeClr val="bg1"/>
                </a:solidFill>
                <a:latin typeface="MiSans Normal" pitchFamily="2" charset="-122"/>
                <a:ea typeface="MiSans Normal" pitchFamily="2" charset="-122"/>
              </a:rPr>
              <a:t>04</a:t>
            </a:r>
            <a:endParaRPr lang="zh-CN" altLang="en-US" sz="3600">
              <a:solidFill>
                <a:schemeClr val="bg1"/>
              </a:solidFill>
              <a:latin typeface="MiSans Normal" pitchFamily="2" charset="-122"/>
              <a:ea typeface="MiSans Normal" pitchFamily="2" charset="-122"/>
            </a:endParaRPr>
          </a:p>
        </p:txBody>
      </p:sp>
      <p:sp>
        <p:nvSpPr>
          <p:cNvPr id="10" name="文本框 9">
            <a:extLst>
              <a:ext uri="{FF2B5EF4-FFF2-40B4-BE49-F238E27FC236}">
                <a16:creationId xmlns:a16="http://schemas.microsoft.com/office/drawing/2014/main" id="{C25203B4-42CA-4346-B873-A553F98F57E8}"/>
              </a:ext>
            </a:extLst>
          </p:cNvPr>
          <p:cNvSpPr txBox="1"/>
          <p:nvPr/>
        </p:nvSpPr>
        <p:spPr>
          <a:xfrm>
            <a:off x="1024896" y="3921358"/>
            <a:ext cx="2433362" cy="461665"/>
          </a:xfrm>
          <a:prstGeom prst="rect">
            <a:avLst/>
          </a:prstGeom>
          <a:noFill/>
        </p:spPr>
        <p:txBody>
          <a:bodyPr wrap="square" rtlCol="0">
            <a:spAutoFit/>
            <a:scene3d>
              <a:camera prst="orthographicFront"/>
              <a:lightRig rig="threePt" dir="t"/>
            </a:scene3d>
            <a:sp3d contourW="12700"/>
          </a:bodyPr>
          <a:lstStyle/>
          <a:p>
            <a:pPr algn="ctr"/>
            <a:endParaRPr lang="zh-CN" altLang="en-US" sz="2400" b="1">
              <a:solidFill>
                <a:schemeClr val="tx1">
                  <a:lumMod val="75000"/>
                  <a:lumOff val="25000"/>
                </a:schemeClr>
              </a:solidFill>
              <a:latin typeface="MiSans Normal" pitchFamily="2" charset="-122"/>
              <a:ea typeface="MiSans Normal" pitchFamily="2" charset="-122"/>
              <a:sym typeface="思源黑体 CN Medium" panose="020B0600000000000000" pitchFamily="34" charset="-122"/>
            </a:endParaRPr>
          </a:p>
        </p:txBody>
      </p:sp>
      <p:sp>
        <p:nvSpPr>
          <p:cNvPr id="11" name="文本框 10">
            <a:extLst>
              <a:ext uri="{FF2B5EF4-FFF2-40B4-BE49-F238E27FC236}">
                <a16:creationId xmlns:a16="http://schemas.microsoft.com/office/drawing/2014/main" id="{DE04553D-CF0C-444E-8251-0D1C484E7F13}"/>
              </a:ext>
            </a:extLst>
          </p:cNvPr>
          <p:cNvSpPr txBox="1"/>
          <p:nvPr/>
        </p:nvSpPr>
        <p:spPr>
          <a:xfrm>
            <a:off x="1024896" y="4383023"/>
            <a:ext cx="2433360" cy="380553"/>
          </a:xfrm>
          <a:prstGeom prst="rect">
            <a:avLst/>
          </a:prstGeom>
          <a:noFill/>
        </p:spPr>
        <p:txBody>
          <a:bodyPr wrap="square" rtlCol="0">
            <a:spAutoFit/>
            <a:scene3d>
              <a:camera prst="orthographicFront"/>
              <a:lightRig rig="threePt" dir="t"/>
            </a:scene3d>
            <a:sp3d contourW="12700"/>
          </a:bodyPr>
          <a:lstStyle/>
          <a:p>
            <a:pPr algn="ctr">
              <a:lnSpc>
                <a:spcPct val="150000"/>
              </a:lnSpc>
            </a:pPr>
            <a:endParaRPr lang="zh-CN" altLang="en-US" sz="1400">
              <a:solidFill>
                <a:schemeClr val="bg1">
                  <a:lumMod val="50000"/>
                </a:schemeClr>
              </a:solidFill>
              <a:latin typeface="MiSans" pitchFamily="2" charset="-122"/>
              <a:ea typeface="MiSans" pitchFamily="2" charset="-122"/>
              <a:sym typeface="思源黑体 CN Medium" panose="020B0600000000000000" pitchFamily="34" charset="-122"/>
            </a:endParaRPr>
          </a:p>
        </p:txBody>
      </p:sp>
      <p:sp>
        <p:nvSpPr>
          <p:cNvPr id="12" name="文本框 11">
            <a:extLst>
              <a:ext uri="{FF2B5EF4-FFF2-40B4-BE49-F238E27FC236}">
                <a16:creationId xmlns:a16="http://schemas.microsoft.com/office/drawing/2014/main" id="{0E0357AD-2855-0946-8128-A5A556410238}"/>
              </a:ext>
            </a:extLst>
          </p:cNvPr>
          <p:cNvSpPr txBox="1"/>
          <p:nvPr/>
        </p:nvSpPr>
        <p:spPr>
          <a:xfrm>
            <a:off x="3564894" y="3921358"/>
            <a:ext cx="2433362" cy="461665"/>
          </a:xfrm>
          <a:prstGeom prst="rect">
            <a:avLst/>
          </a:prstGeom>
          <a:noFill/>
        </p:spPr>
        <p:txBody>
          <a:bodyPr wrap="square" rtlCol="0">
            <a:spAutoFit/>
            <a:scene3d>
              <a:camera prst="orthographicFront"/>
              <a:lightRig rig="threePt" dir="t"/>
            </a:scene3d>
            <a:sp3d contourW="12700"/>
          </a:bodyPr>
          <a:lstStyle/>
          <a:p>
            <a:pPr algn="ctr"/>
            <a:endParaRPr lang="zh-CN" altLang="en-US" sz="2400" b="1" dirty="0">
              <a:solidFill>
                <a:schemeClr val="tx1">
                  <a:lumMod val="75000"/>
                  <a:lumOff val="25000"/>
                </a:schemeClr>
              </a:solidFill>
              <a:latin typeface="MiSans Normal" pitchFamily="2" charset="-122"/>
              <a:ea typeface="MiSans Normal" pitchFamily="2" charset="-122"/>
              <a:sym typeface="思源黑体 CN Medium" panose="020B0600000000000000" pitchFamily="34" charset="-122"/>
            </a:endParaRPr>
          </a:p>
        </p:txBody>
      </p:sp>
      <p:sp>
        <p:nvSpPr>
          <p:cNvPr id="13" name="文本框 12">
            <a:extLst>
              <a:ext uri="{FF2B5EF4-FFF2-40B4-BE49-F238E27FC236}">
                <a16:creationId xmlns:a16="http://schemas.microsoft.com/office/drawing/2014/main" id="{9ED9C468-E717-F148-809E-2042BF4B9D04}"/>
              </a:ext>
            </a:extLst>
          </p:cNvPr>
          <p:cNvSpPr txBox="1"/>
          <p:nvPr/>
        </p:nvSpPr>
        <p:spPr>
          <a:xfrm>
            <a:off x="3564894" y="4383023"/>
            <a:ext cx="2433360" cy="1026820"/>
          </a:xfrm>
          <a:prstGeom prst="rect">
            <a:avLst/>
          </a:prstGeom>
          <a:noFill/>
        </p:spPr>
        <p:txBody>
          <a:bodyPr wrap="square" rtlCol="0">
            <a:normAutofit/>
            <a:scene3d>
              <a:camera prst="orthographicFront"/>
              <a:lightRig rig="threePt" dir="t"/>
            </a:scene3d>
            <a:sp3d contourW="12700"/>
          </a:bodyPr>
          <a:lstStyle/>
          <a:p>
            <a:pPr algn="ctr">
              <a:lnSpc>
                <a:spcPct val="150000"/>
              </a:lnSpc>
            </a:pPr>
            <a:r>
              <a:rPr lang="zh-CN" altLang="en-US" sz="1400">
                <a:solidFill>
                  <a:schemeClr val="bg1">
                    <a:lumMod val="50000"/>
                  </a:schemeClr>
                </a:solidFill>
                <a:latin typeface="MiSans" pitchFamily="2" charset="-122"/>
                <a:ea typeface="MiSans" pitchFamily="2" charset="-122"/>
                <a:sym typeface="思源黑体 CN Medium" panose="020B0600000000000000" pitchFamily="34" charset="-122"/>
              </a:rPr>
              <a:t>内容由</a:t>
            </a:r>
            <a:r>
              <a:rPr lang="en-US" altLang="zh-CN" sz="1400">
                <a:solidFill>
                  <a:schemeClr val="bg1">
                    <a:lumMod val="50000"/>
                  </a:schemeClr>
                </a:solidFill>
                <a:latin typeface="MiSans" pitchFamily="2" charset="-122"/>
                <a:ea typeface="MiSans" pitchFamily="2" charset="-122"/>
                <a:sym typeface="思源黑体 CN Medium" panose="020B0600000000000000" pitchFamily="34" charset="-122"/>
              </a:rPr>
              <a:t>AI</a:t>
            </a:r>
            <a:r>
              <a:rPr lang="zh-CN" altLang="en-US" sz="1400">
                <a:solidFill>
                  <a:schemeClr val="bg1">
                    <a:lumMod val="50000"/>
                  </a:schemeClr>
                </a:solidFill>
                <a:latin typeface="MiSans" pitchFamily="2" charset="-122"/>
                <a:ea typeface="MiSans" pitchFamily="2" charset="-122"/>
                <a:sym typeface="思源黑体 CN Medium" panose="020B0600000000000000" pitchFamily="34" charset="-122"/>
              </a:rPr>
              <a:t>生成</a:t>
            </a:r>
          </a:p>
        </p:txBody>
      </p:sp>
      <p:sp>
        <p:nvSpPr>
          <p:cNvPr id="14" name="文本框 13">
            <a:extLst>
              <a:ext uri="{FF2B5EF4-FFF2-40B4-BE49-F238E27FC236}">
                <a16:creationId xmlns:a16="http://schemas.microsoft.com/office/drawing/2014/main" id="{BFFB52EE-F39A-0547-9C58-4C0A314F8880}"/>
              </a:ext>
            </a:extLst>
          </p:cNvPr>
          <p:cNvSpPr txBox="1"/>
          <p:nvPr/>
        </p:nvSpPr>
        <p:spPr>
          <a:xfrm>
            <a:off x="6193746" y="3921358"/>
            <a:ext cx="2433362" cy="461665"/>
          </a:xfrm>
          <a:prstGeom prst="rect">
            <a:avLst/>
          </a:prstGeom>
          <a:noFill/>
        </p:spPr>
        <p:txBody>
          <a:bodyPr wrap="square" rtlCol="0">
            <a:spAutoFit/>
            <a:scene3d>
              <a:camera prst="orthographicFront"/>
              <a:lightRig rig="threePt" dir="t"/>
            </a:scene3d>
            <a:sp3d contourW="12700"/>
          </a:bodyPr>
          <a:lstStyle/>
          <a:p>
            <a:pPr algn="ctr"/>
            <a:endParaRPr lang="zh-CN" altLang="en-US" sz="2400" b="1" dirty="0">
              <a:solidFill>
                <a:schemeClr val="tx1">
                  <a:lumMod val="75000"/>
                  <a:lumOff val="25000"/>
                </a:schemeClr>
              </a:solidFill>
              <a:latin typeface="MiSans Normal" pitchFamily="2" charset="-122"/>
              <a:ea typeface="MiSans Normal" pitchFamily="2" charset="-122"/>
              <a:sym typeface="思源黑体 CN Medium" panose="020B0600000000000000" pitchFamily="34" charset="-122"/>
            </a:endParaRPr>
          </a:p>
        </p:txBody>
      </p:sp>
      <p:sp>
        <p:nvSpPr>
          <p:cNvPr id="15" name="文本框 14">
            <a:extLst>
              <a:ext uri="{FF2B5EF4-FFF2-40B4-BE49-F238E27FC236}">
                <a16:creationId xmlns:a16="http://schemas.microsoft.com/office/drawing/2014/main" id="{EDD4E6AD-BE52-DB4B-8ABE-4F3109E14D9F}"/>
              </a:ext>
            </a:extLst>
          </p:cNvPr>
          <p:cNvSpPr txBox="1"/>
          <p:nvPr/>
        </p:nvSpPr>
        <p:spPr>
          <a:xfrm>
            <a:off x="6193746" y="4383023"/>
            <a:ext cx="2433360" cy="1026820"/>
          </a:xfrm>
          <a:prstGeom prst="rect">
            <a:avLst/>
          </a:prstGeom>
          <a:noFill/>
        </p:spPr>
        <p:txBody>
          <a:bodyPr wrap="square" rtlCol="0">
            <a:normAutofit/>
            <a:scene3d>
              <a:camera prst="orthographicFront"/>
              <a:lightRig rig="threePt" dir="t"/>
            </a:scene3d>
            <a:sp3d contourW="12700"/>
          </a:bodyPr>
          <a:lstStyle/>
          <a:p>
            <a:pPr algn="ctr">
              <a:lnSpc>
                <a:spcPct val="150000"/>
              </a:lnSpc>
            </a:pPr>
            <a:r>
              <a:rPr lang="en-US" altLang="zh-CN" sz="1400">
                <a:solidFill>
                  <a:schemeClr val="bg1">
                    <a:lumMod val="50000"/>
                  </a:schemeClr>
                </a:solidFill>
                <a:latin typeface="MiSans" pitchFamily="2" charset="-122"/>
                <a:ea typeface="MiSans" pitchFamily="2" charset="-122"/>
                <a:sym typeface="思源黑体 CN Medium" panose="020B0600000000000000" pitchFamily="34" charset="-122"/>
              </a:rPr>
              <a:t>Q&amp;amp;A</a:t>
            </a:r>
            <a:endParaRPr lang="zh-CN" altLang="en-US" sz="1400">
              <a:solidFill>
                <a:schemeClr val="bg1">
                  <a:lumMod val="50000"/>
                </a:schemeClr>
              </a:solidFill>
              <a:latin typeface="MiSans" pitchFamily="2" charset="-122"/>
              <a:ea typeface="MiSans" pitchFamily="2" charset="-122"/>
              <a:sym typeface="思源黑体 CN Medium" panose="020B0600000000000000" pitchFamily="34" charset="-122"/>
            </a:endParaRPr>
          </a:p>
        </p:txBody>
      </p:sp>
      <p:sp>
        <p:nvSpPr>
          <p:cNvPr id="16" name="文本框 15">
            <a:extLst>
              <a:ext uri="{FF2B5EF4-FFF2-40B4-BE49-F238E27FC236}">
                <a16:creationId xmlns:a16="http://schemas.microsoft.com/office/drawing/2014/main" id="{0A42C54A-6D59-1D4B-9BC7-5E15A5E946C2}"/>
              </a:ext>
            </a:extLst>
          </p:cNvPr>
          <p:cNvSpPr txBox="1"/>
          <p:nvPr/>
        </p:nvSpPr>
        <p:spPr>
          <a:xfrm>
            <a:off x="8733744" y="3921358"/>
            <a:ext cx="2433362" cy="461665"/>
          </a:xfrm>
          <a:prstGeom prst="rect">
            <a:avLst/>
          </a:prstGeom>
          <a:noFill/>
        </p:spPr>
        <p:txBody>
          <a:bodyPr wrap="square" rtlCol="0">
            <a:spAutoFit/>
            <a:scene3d>
              <a:camera prst="orthographicFront"/>
              <a:lightRig rig="threePt" dir="t"/>
            </a:scene3d>
            <a:sp3d contourW="12700"/>
          </a:bodyPr>
          <a:lstStyle/>
          <a:p>
            <a:pPr algn="ctr"/>
            <a:endParaRPr lang="zh-CN" altLang="en-US" sz="2400" b="1" dirty="0">
              <a:solidFill>
                <a:schemeClr val="tx1">
                  <a:lumMod val="75000"/>
                  <a:lumOff val="25000"/>
                </a:schemeClr>
              </a:solidFill>
              <a:latin typeface="MiSans Normal" pitchFamily="2" charset="-122"/>
              <a:ea typeface="MiSans Normal" pitchFamily="2" charset="-122"/>
              <a:sym typeface="思源黑体 CN Medium" panose="020B0600000000000000" pitchFamily="34" charset="-122"/>
            </a:endParaRPr>
          </a:p>
        </p:txBody>
      </p:sp>
      <p:sp>
        <p:nvSpPr>
          <p:cNvPr id="17" name="文本框 16">
            <a:extLst>
              <a:ext uri="{FF2B5EF4-FFF2-40B4-BE49-F238E27FC236}">
                <a16:creationId xmlns:a16="http://schemas.microsoft.com/office/drawing/2014/main" id="{74BA5AA8-BBC9-1243-ABB4-D4139051F05C}"/>
              </a:ext>
            </a:extLst>
          </p:cNvPr>
          <p:cNvSpPr txBox="1"/>
          <p:nvPr/>
        </p:nvSpPr>
        <p:spPr>
          <a:xfrm>
            <a:off x="8733744" y="4383023"/>
            <a:ext cx="2433360" cy="380553"/>
          </a:xfrm>
          <a:prstGeom prst="rect">
            <a:avLst/>
          </a:prstGeom>
          <a:noFill/>
        </p:spPr>
        <p:txBody>
          <a:bodyPr wrap="square" rtlCol="0">
            <a:spAutoFit/>
            <a:scene3d>
              <a:camera prst="orthographicFront"/>
              <a:lightRig rig="threePt" dir="t"/>
            </a:scene3d>
            <a:sp3d contourW="12700"/>
          </a:bodyPr>
          <a:lstStyle/>
          <a:p>
            <a:pPr algn="ctr">
              <a:lnSpc>
                <a:spcPct val="150000"/>
              </a:lnSpc>
            </a:pPr>
            <a:endParaRPr lang="zh-CN" altLang="en-US" sz="1400">
              <a:solidFill>
                <a:schemeClr val="bg1">
                  <a:lumMod val="50000"/>
                </a:schemeClr>
              </a:solidFill>
              <a:latin typeface="MiSans" pitchFamily="2" charset="-122"/>
              <a:ea typeface="MiSans" pitchFamily="2" charset="-122"/>
              <a:sym typeface="思源黑体 CN Medium" panose="020B0600000000000000" pitchFamily="34" charset="-122"/>
            </a:endParaRPr>
          </a:p>
        </p:txBody>
      </p:sp>
      <p:sp>
        <p:nvSpPr>
          <p:cNvPr id="21" name="文本框 20">
            <a:extLst>
              <a:ext uri="{FF2B5EF4-FFF2-40B4-BE49-F238E27FC236}">
                <a16:creationId xmlns:a16="http://schemas.microsoft.com/office/drawing/2014/main" id="{C410BD33-6842-17A1-B001-09DFE053388C}"/>
              </a:ext>
            </a:extLst>
          </p:cNvPr>
          <p:cNvSpPr txBox="1"/>
          <p:nvPr/>
        </p:nvSpPr>
        <p:spPr>
          <a:xfrm>
            <a:off x="1219200" y="4177208"/>
            <a:ext cx="9753600" cy="369332"/>
          </a:xfrm>
          <a:prstGeom prst="rect">
            <a:avLst/>
          </a:prstGeom>
          <a:noFill/>
        </p:spPr>
        <p:txBody>
          <a:bodyPr vert="horz" wrap="square" rtlCol="0">
            <a:normAutofit/>
          </a:bodyPr>
          <a:lstStyle/>
          <a:p>
            <a:r>
              <a:rPr lang="en-US" altLang="zh-CN" sz="1400"/>
              <a:t>Q&amp;amp;A Q&amp;amp;A</a:t>
            </a:r>
            <a:r>
              <a:rPr lang="zh-CN" altLang="en-US" sz="1400"/>
              <a:t>内容由</a:t>
            </a:r>
            <a:r>
              <a:rPr lang="en-US" altLang="zh-CN" sz="1400"/>
              <a:t>AI</a:t>
            </a:r>
            <a:r>
              <a:rPr lang="zh-CN" altLang="en-US" sz="1400"/>
              <a:t>生成</a:t>
            </a:r>
          </a:p>
        </p:txBody>
      </p:sp>
    </p:spTree>
    <p:extLst>
      <p:ext uri="{BB962C8B-B14F-4D97-AF65-F5344CB8AC3E}">
        <p14:creationId xmlns:p14="http://schemas.microsoft.com/office/powerpoint/2010/main" val="1087998841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300"/>
                                        <p:tgtEl>
                                          <p:spTgt spid="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8" presetID="10" presetClass="entr" presetSubtype="0" fill="hold" grpId="0" nodeType="withEffect">
                                  <p:stCondLst>
                                    <p:cond delay="200"/>
                                  </p:stCondLst>
                                  <p:childTnLst>
                                    <p:set>
                                      <p:cBhvr>
                                        <p:cTn id="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0" dur="300"/>
                                        <p:tgtEl>
                                          <p:spTgt spid="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1" presetID="2" presetClass="entr" presetSubtype="4" accel="19000" decel="81000" fill="hold" grpId="0" nodeType="withEffect" nodePh="1">
                                  <p:stCondLst>
                                    <p:cond delay="400"/>
                                  </p:stCondLst>
                                  <p:endCondLst>
                                    <p:cond evt="begin" delay="0">
                                      <p:tn val="11"/>
                                    </p:cond>
                                  </p:endCondLst>
                                  <p:childTnLst>
                                    <p:set>
                                      <p:cBhvr>
                                        <p:cTn id="1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3" dur="1000" fill="hold"/>
                                        <p:tgtEl>
                                          <p:spTgt spid="10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14" dur="1000" fill="hold"/>
                                        <p:tgtEl>
                                          <p:spTgt spid="10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15" presetID="2" presetClass="entr" presetSubtype="4" accel="19000" decel="81000" fill="hold" grpId="0" nodeType="withEffect" nodePh="1">
                                  <p:stCondLst>
                                    <p:cond delay="600"/>
                                  </p:stCondLst>
                                  <p:endCondLst>
                                    <p:cond evt="begin" delay="0">
                                      <p:tn val="15"/>
                                    </p:cond>
                                  </p:end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7" dur="1000" fill="hold"/>
                                        <p:tgtEl>
                                          <p:spTgt spid="11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18" dur="1000" fill="hold"/>
                                        <p:tgtEl>
                                          <p:spTgt spid="11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19" presetID="10" presetClass="entr" presetSubtype="0" fill="hold" grpId="0" nodeType="withEffect">
                                  <p:stCondLst>
                                    <p:cond delay="800"/>
                                  </p:stCondLst>
                                  <p:childTnLst>
                                    <p:set>
                                      <p:cBhvr>
                                        <p:cTn id="2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1" dur="300"/>
                                        <p:tgtEl>
                                          <p:spTgt spid="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22" presetID="10" presetClass="entr" presetSubtype="0" fill="hold" grpId="0" nodeType="withEffect">
                                  <p:stCondLst>
                                    <p:cond delay="1000"/>
                                  </p:stCondLst>
                                  <p:childTnLst>
                                    <p:set>
                                      <p:cBhvr>
                                        <p:cTn id="2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4" dur="300"/>
                                        <p:tgtEl>
                                          <p:spTgt spid="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25" presetID="2" presetClass="entr" presetSubtype="4" accel="19000" decel="81000" fill="hold" grpId="0" nodeType="withEffect" nodePh="1">
                                  <p:stCondLst>
                                    <p:cond delay="1200"/>
                                  </p:stCondLst>
                                  <p:endCondLst>
                                    <p:cond evt="begin" delay="0">
                                      <p:tn val="25"/>
                                    </p:cond>
                                  </p:end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27" dur="1000" fill="hold"/>
                                        <p:tgtEl>
                                          <p:spTgt spid="12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28" dur="1000" fill="hold"/>
                                        <p:tgtEl>
                                          <p:spTgt spid="12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29" presetID="2" presetClass="entr" presetSubtype="4" accel="19000" decel="81000" fill="hold" grpId="0" nodeType="withEffect">
                                  <p:stCondLst>
                                    <p:cond delay="1400"/>
                                  </p:stCondLst>
                                  <p:childTnLst>
                                    <p:set>
                                      <p:cBhvr>
                                        <p:cTn id="3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31" dur="1000" fill="hold"/>
                                        <p:tgtEl>
                                          <p:spTgt spid="13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32" dur="1000" fill="hold"/>
                                        <p:tgtEl>
                                          <p:spTgt spid="13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33" presetID="10" presetClass="entr" presetSubtype="0" fill="hold" grpId="0" nodeType="withEffect">
                                  <p:stCondLst>
                                    <p:cond delay="1600"/>
                                  </p:stCondLst>
                                  <p:childTnLst>
                                    <p:set>
                                      <p:cBhvr>
                                        <p:cTn id="3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5" dur="300"/>
                                        <p:tgtEl>
                                          <p:spTgt spid="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36" presetID="10" presetClass="entr" presetSubtype="0" fill="hold" grpId="0" nodeType="withEffect">
                                  <p:stCondLst>
                                    <p:cond delay="1800"/>
                                  </p:stCondLst>
                                  <p:childTnLst>
                                    <p:set>
                                      <p:cBhvr>
                                        <p:cTn id="3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8" dur="300"/>
                                        <p:tgtEl>
                                          <p:spTgt spid="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39" presetID="2" presetClass="entr" presetSubtype="4" accel="19000" decel="81000" fill="hold" grpId="0" nodeType="withEffect" nodePh="1">
                                  <p:stCondLst>
                                    <p:cond delay="2000"/>
                                  </p:stCondLst>
                                  <p:endCondLst>
                                    <p:cond evt="begin" delay="0">
                                      <p:tn val="39"/>
                                    </p:cond>
                                  </p:endCondLst>
                                  <p:childTnLst>
                                    <p:set>
                                      <p:cBhvr>
                                        <p:cTn id="4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41" dur="1000" fill="hold"/>
                                        <p:tgtEl>
                                          <p:spTgt spid="14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42" dur="1000" fill="hold"/>
                                        <p:tgtEl>
                                          <p:spTgt spid="14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43" presetID="2" presetClass="entr" presetSubtype="4" accel="19000" decel="81000" fill="hold" grpId="0" nodeType="withEffect">
                                  <p:stCondLst>
                                    <p:cond delay="2200"/>
                                  </p:stCondLst>
                                  <p:childTnLst>
                                    <p:set>
                                      <p:cBhvr>
                                        <p:cTn id="4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45" dur="1000" fill="hold"/>
                                        <p:tgtEl>
                                          <p:spTgt spid="15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46" dur="1000" fill="hold"/>
                                        <p:tgtEl>
                                          <p:spTgt spid="15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47" presetID="10" presetClass="entr" presetSubtype="0" fill="hold" grpId="0" nodeType="withEffect">
                                  <p:stCondLst>
                                    <p:cond delay="2400"/>
                                  </p:stCondLst>
                                  <p:childTnLst>
                                    <p:set>
                                      <p:cBhvr>
                                        <p:cTn id="4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49" dur="300"/>
                                        <p:tgtEl>
                                          <p:spTgt spid="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50" presetID="10" presetClass="entr" presetSubtype="0" fill="hold" grpId="0" nodeType="withEffect">
                                  <p:stCondLst>
                                    <p:cond delay="2600"/>
                                  </p:stCondLst>
                                  <p:childTnLst>
                                    <p:set>
                                      <p:cBhvr>
                                        <p:cTn id="5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52" dur="300"/>
                                        <p:tgtEl>
                                          <p:spTgt spid="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53" presetID="2" presetClass="entr" presetSubtype="4" accel="19000" decel="81000" fill="hold" grpId="0" nodeType="withEffect" nodePh="1">
                                  <p:stCondLst>
                                    <p:cond delay="2800"/>
                                  </p:stCondLst>
                                  <p:endCondLst>
                                    <p:cond evt="begin" delay="0">
                                      <p:tn val="53"/>
                                    </p:cond>
                                  </p:endCondLst>
                                  <p:childTnLst>
                                    <p:set>
                                      <p:cBhvr>
                                        <p:cTn id="5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55" dur="1000" fill="hold"/>
                                        <p:tgtEl>
                                          <p:spTgt spid="16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56" dur="1000" fill="hold"/>
                                        <p:tgtEl>
                                          <p:spTgt spid="16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57" presetID="2" presetClass="entr" presetSubtype="4" accel="19000" decel="81000" fill="hold" grpId="0" nodeType="withEffect" nodePh="1">
                                  <p:stCondLst>
                                    <p:cond delay="3000"/>
                                  </p:stCondLst>
                                  <p:endCondLst>
                                    <p:cond evt="begin" delay="0">
                                      <p:tn val="57"/>
                                    </p:cond>
                                  </p:endCondLst>
                                  <p:childTnLst>
                                    <p:set>
                                      <p:cBhvr>
                                        <p:cTn id="5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59" dur="1000" fill="hold"/>
                                        <p:tgtEl>
                                          <p:spTgt spid="17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60" dur="1000" fill="hold"/>
                                        <p:tgtEl>
                                          <p:spTgt spid="17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2" grpId="0" animBg="1"/>
      <p:bldP spid="3" grpId="0" animBg="1"/>
      <p:bldP spid="4" grpId="0" animBg="1"/>
      <p:bldP spid="5" grpId="0" animBg="1"/>
      <p:bldP spid="6" grpId="0"/>
      <p:bldP spid="7" grpId="0"/>
      <p:bldP spid="8" grpId="0"/>
      <p:bldP spid="9" grpId="0"/>
      <p:bldP spid="10" grpId="0"/>
      <p:bldP spid="11" grpId="0"/>
      <p:bldP spid="12" grpId="0"/>
      <p:bldP spid="13" grpId="0"/>
      <p:bldP spid="14" grpId="0"/>
      <p:bldP spid="15" grpId="0"/>
      <p:bldP spid="16" grpId="0"/>
      <p:bldP spid="17" grpId="0"/>
    </p:bldLst>
  </p:timing>
</p:sld>
</file>

<file path=ppt/tags/tag1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PA" val="v4.1.3"/>
</p:tagLst>
</file>

<file path=ppt/tags/tag2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PA" val="v4.1.3"/>
</p:tagLst>
</file>

<file path=ppt/tags/tag3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PA" val="v4.1.3"/>
</p:tagLst>
</file>

<file path=ppt/tags/tag4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PA" val="v4.1.3"/>
</p:tagLst>
</file>

<file path=ppt/theme/theme1.xml><?xml version="1.0" encoding="utf-8"?>
<a:theme xmlns:a="http://schemas.openxmlformats.org/drawingml/2006/main" name="Office 主题​​">
  <a:themeElements>
    <a:clrScheme name="自定义 22">
      <a:dk1>
        <a:srgbClr val="000000"/>
      </a:dk1>
      <a:lt1>
        <a:srgbClr val="FFFFFF"/>
      </a:lt1>
      <a:dk2>
        <a:srgbClr val="44546A"/>
      </a:dk2>
      <a:lt2>
        <a:srgbClr val="E7E6E6"/>
      </a:lt2>
      <a:accent1>
        <a:srgbClr val="396EAE"/>
      </a:accent1>
      <a:accent2>
        <a:srgbClr val="6991CF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等线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等线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2.xml><?xml version="1.0" encoding="utf-8"?>
<a:theme xmlns:a="http://schemas.openxmlformats.org/drawingml/2006/main" name="Office 主题​​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等线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等线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11</TotalTime>
  <Words>603</Words>
  <Application>Microsoft Office PowerPoint</Application>
  <PresentationFormat>宽屏</PresentationFormat>
  <Paragraphs>80</Paragraphs>
  <Slides>10</Slides>
  <Notes>6</Notes>
  <HiddenSlides>0</HiddenSlides>
  <MMClips>0</MMClips>
  <ScaleCrop>false</ScaleCrop>
  <HeadingPairs>
    <vt:vector size="6" baseType="variant">
      <vt:variant>
        <vt:lpstr>已用的字体</vt:lpstr>
      </vt:variant>
      <vt:variant>
        <vt:i4>11</vt:i4>
      </vt:variant>
      <vt:variant>
        <vt:lpstr>主题</vt:lpstr>
      </vt:variant>
      <vt:variant>
        <vt:i4>1</vt:i4>
      </vt:variant>
      <vt:variant>
        <vt:lpstr>幻灯片标题</vt:lpstr>
      </vt:variant>
      <vt:variant>
        <vt:i4>10</vt:i4>
      </vt:variant>
    </vt:vector>
  </HeadingPairs>
  <TitlesOfParts>
    <vt:vector size="22" baseType="lpstr">
      <vt:lpstr>思源黑体 CN Normal</vt:lpstr>
      <vt:lpstr>MiSans Normal</vt:lpstr>
      <vt:lpstr>MiSans Medium</vt:lpstr>
      <vt:lpstr>等线 Light</vt:lpstr>
      <vt:lpstr>MiSans ExtraLight</vt:lpstr>
      <vt:lpstr>Arial</vt:lpstr>
      <vt:lpstr>MiSans Semibold</vt:lpstr>
      <vt:lpstr>MiSans</vt:lpstr>
      <vt:lpstr>MiSans Demibold</vt:lpstr>
      <vt:lpstr>等线</vt:lpstr>
      <vt:lpstr>MiSans Light</vt:lpstr>
      <vt:lpstr>Office 主题​​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</vt:vector>
  </TitlesOfParts>
  <Company/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PowerPoint 演示文稿</dc:title>
  <dc:creator>Microsoft Office User</dc:creator>
  <cp:lastModifiedBy>yeli jiang</cp:lastModifiedBy>
  <cp:revision>13</cp:revision>
  <dcterms:created xsi:type="dcterms:W3CDTF">2022-06-02T07:27:36Z</dcterms:created>
  <dcterms:modified xsi:type="dcterms:W3CDTF">2026-07-09T02:17:28Z</dcterms:modified>
</cp:coreProperties>
</file>