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C5F09-6EC8-4514-82E9-29E814D5653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70ABD-E33B-4D5C-B48C-2A29CF0E32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18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4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76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42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98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333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421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574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70ABD-E33B-4D5C-B48C-2A29CF0E32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701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导入：光合作用为什么重要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0968E1-FD80-0687-1243-3BC7B105BC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2026-07-02T08:26:09Z</dcterms:modified>
</cp:coreProperties>
</file>