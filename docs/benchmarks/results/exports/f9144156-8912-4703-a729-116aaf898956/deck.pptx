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6A93D-49E9-495D-A70A-8284B4BDAD5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B12B5-3F86-4929-8217-327577626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40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先级重排。 图示：新产品上市计划现状结构图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B12B5-3F86-4929-8217-3275776267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748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B12B5-3F86-4929-8217-3275776267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692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B12B5-3F86-4929-8217-3275776267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025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B12B5-3F86-4929-8217-3275776267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018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B12B5-3F86-4929-8217-3275776267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26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B12B5-3F86-4929-8217-3275776267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680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870969-0BC3-FEF2-28DE-3041F03AD34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 新产品上市计划提案汇报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F76593B-E956-C179-928B-D399134D46C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678F0C-E4E1-AB3D-3784-C29437E9739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1AE2BE-7E7B-9269-FC19-2887D3374E1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新产品上市计划方案建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新产品上市计划方案架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阶段：明确新产品上市计划目标与边界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完成新产品上市计划试点并跟踪关键指标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202B1B-6154-88AC-115C-54B669DB86D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7397F0-9F1F-AD77-4525-874FB5E9BCF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E51901-DBAE-5062-0157-FE007FA1A31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0753F1-2969-B88C-EF4B-1C63AC28C1D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DD8EC5-333F-E57A-E759-CA7775EAB63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2026-07-08T10:18:45Z</dcterms:modified>
</cp:coreProperties>
</file>