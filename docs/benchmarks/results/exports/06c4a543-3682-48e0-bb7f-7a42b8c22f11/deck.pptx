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2EF902-FE44-4C6B-AA91-0BDE95CA7A7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4E055-4190-41E2-A950-B73D6A87A8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108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ABTest0_1783519287562</a:t>
            </a:r>
            <a:r>
              <a:rPr lang="zh-CN" altLang="en-US"/>
              <a:t>现状结构图 需要先完成问题分层与优先级重排。 图示： </a:t>
            </a:r>
            <a:r>
              <a:rPr lang="en-US" altLang="zh-CN"/>
              <a:t>ABTest0_1783519287562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4E055-4190-41E2-A950-B73D6A87A8B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611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ABTest0_1783519287562</a:t>
            </a:r>
            <a:r>
              <a:rPr lang="zh-CN" altLang="en-US"/>
              <a:t>问题分层卡片 题拆为目标定义、流程协同、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ABTest0_17835 19287562</a:t>
            </a:r>
            <a:r>
              <a:rPr lang="zh-CN" altLang="en-US"/>
              <a:t>问题分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4E055-4190-41E2-A950-B73D6A87A8B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98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ABTest0_1783519287562</a:t>
            </a:r>
            <a:r>
              <a:rPr lang="zh-CN" altLang="en-US"/>
              <a:t>方案架构图 先完成基线与关键能力 建设， 再通过迭代机制优化质 量， 形成可复制的执行闭环。 图示： </a:t>
            </a:r>
            <a:r>
              <a:rPr lang="en-US" altLang="zh-CN"/>
              <a:t>ABTest0_17 8351928756 2</a:t>
            </a:r>
            <a:r>
              <a:rPr lang="zh-CN" altLang="en-US"/>
              <a:t>方案架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4E055-4190-41E2-A950-B73D6A87A8B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298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4E055-4190-41E2-A950-B73D6A87A8B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22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集，至少覆盖效率、质量、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4E055-4190-41E2-A950-B73D6A87A8B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507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4E055-4190-41E2-A950-B73D6A87A8B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54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ABTest0_1783519287562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ABTest0_1783519287562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ABTest0_17835192</a:t>
            </a:r>
          </a:p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87562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的核心</a:t>
            </a:r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…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2D67733-6D18-D0B2-1A50-78654C4FD7A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3656830-7C4B-37FF-60BF-9896A8F2624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ABTest0_1783519287562</a:t>
            </a:r>
            <a:r>
              <a:rPr lang="zh-CN" altLang="en-US" sz="1400"/>
              <a:t>的核心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ABTest0_1783519287562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当前在目标达成、资源配置与执行路径上存在明显瓶颈。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若继续沿用现有方式，成本、效率与可持续性将同步承压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sz="1000"/>
              <a:t>ABTest0_178</a:t>
            </a:r>
          </a:p>
          <a:p>
            <a:pPr algn="ctr"/>
            <a:r>
              <a:rPr lang="en-US" sz="1000"/>
              <a:t>3519287562</a:t>
            </a:r>
            <a:r>
              <a:rPr lang="zh-CN" altLang="en-US" sz="1000"/>
              <a:t>可将问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6A8C01D-4D9D-4D42-6D9C-9E2DF431902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6DA06A-157E-0011-597E-FCBC9BF80A1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ABTest0_1783519287562</a:t>
            </a:r>
            <a:r>
              <a:rPr lang="zh-CN" altLang="en-US" sz="1000"/>
              <a:t>可将问题拆为目标定义、流程协同、</a:t>
            </a:r>
          </a:p>
          <a:p>
            <a:r>
              <a:rPr lang="zh-CN" altLang="en-US" sz="1000"/>
              <a:t>执行能力与反馈闭环四个层面。先聚焦高频高影响环节，再逐步覆盖复杂场景，可显著降低试点风险。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ABTest0_1783519287562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的分阶</a:t>
            </a:r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…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2F3A95-6A5D-FDCD-4DB7-66EA681C735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ABTest0_1783519287562</a:t>
            </a:r>
            <a:r>
              <a:rPr lang="zh-CN" altLang="en-US" sz="1400"/>
              <a:t>的分阶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ABTest0_17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8351928756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方案建议采用“目标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对齐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效果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验证”三层架构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3B62C9-F70C-8D0A-59D3-D126B6546A4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928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28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ABTest0_1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783519287562</a:t>
            </a:r>
            <a:r>
              <a:rPr lang="zh-CN" altLang="en-US" sz="1000"/>
              <a:t>建立统一指标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2C06C6A-AEB8-076A-5894-7287FD44128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E249604-42EC-4559-FFED-C6696F6955F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757FA4F-2271-2130-89D3-9C796DB11B6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268B8AD-CAD5-7AF4-927B-5B4A45AFE43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7665CF3-9F08-85A8-72FB-3EF305BE214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4897970-8D31-AA4A-4170-0817384AE66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D8D0BC-A9DF-A26D-3394-A9DDBB92898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5688569-7EED-3ADD-CB3E-913870BAFFB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447</Words>
  <Application>Microsoft Office PowerPoint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2026-07-08T14:03:40Z</dcterms:modified>
</cp:coreProperties>
</file>