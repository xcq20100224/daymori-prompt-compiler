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5019-57D0-4F39-9C2B-15818440098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F9EEBB-8A67-486E-85C4-C384683C39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474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9EEBB-8A67-486E-85C4-C384683C395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365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9EEBB-8A67-486E-85C4-C384683C395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788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9EEBB-8A67-486E-85C4-C384683C395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577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9EEBB-8A67-486E-85C4-C384683C395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96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9EEBB-8A67-486E-85C4-C384683C395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605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9EEBB-8A67-486E-85C4-C384683C395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0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C74A51-ACA5-E30D-0F5E-5E936CFB7E6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22E79E5-762C-08BF-75D2-AB519C3B4BD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C5874BC-0655-BCBF-1A91-E5636F05662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745D02-5839-CC30-334E-5B6200C67F2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110B52-2C36-A6E1-AD14-202E09A478B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8049D7-533F-0552-DF78-B8DBB32D652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FBA191-6F0C-6290-F554-B735B7CAE1C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AAC2D9A-C93D-B1C0-BB3B-1E8E15BBC23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68B4343-2F5B-AD5A-EE64-C0CC4B37F83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2026-07-08T12:28:17Z</dcterms:modified>
</cp:coreProperties>
</file>