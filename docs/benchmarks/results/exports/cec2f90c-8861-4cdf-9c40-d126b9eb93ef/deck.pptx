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D1D949-C9B7-461B-B890-2003B53204B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4BEF3-40A6-4CF0-A95E-1CB1E1E940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152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4BEF3-40A6-4CF0-A95E-1CB1E1E940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57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4BEF3-40A6-4CF0-A95E-1CB1E1E940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139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4BEF3-40A6-4CF0-A95E-1CB1E1E940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41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4BEF3-40A6-4CF0-A95E-1CB1E1E940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703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4BEF3-40A6-4CF0-A95E-1CB1E1E940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505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4BEF3-40A6-4CF0-A95E-1CB1E1E940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704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8BCADE-2860-59D3-C6BD-1573ACE3D07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D9EBFAC-CB81-2844-F827-B4B20BC0834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C16BE02-0FB5-9FBA-9263-3390662E596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B63168-C832-6646-78B7-04FD2B70895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2822569-056E-683C-8484-A558963E950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7CD733-2F10-837D-074B-65579769572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D8055C1-5160-F458-2A9C-17BFE40135F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F07B93-D1F7-3244-9339-F8C73083904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489B11-F5BC-0D87-B342-FDAADB81194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2026-07-07T08:24:10Z</dcterms:modified>
</cp:coreProperties>
</file>