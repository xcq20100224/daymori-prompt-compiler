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B1D30-B8B3-4108-B9C9-86E7C81B2DC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B119E2-BFA7-40CF-B063-D93402724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23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119E2-BFA7-40CF-B063-D934027246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891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119E2-BFA7-40CF-B063-D934027246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142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119E2-BFA7-40CF-B063-D9340272468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816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119E2-BFA7-40CF-B063-D9340272468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514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119E2-BFA7-40CF-B063-D934027246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034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119E2-BFA7-40CF-B063-D9340272468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86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B336F3-8752-E6B1-E959-D267CA9FDF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C20D2FF-923B-B0BD-9D2B-447C16FDA80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7A8892-2755-D692-167C-6A3E713096C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C9C14B-A14D-EC8D-5FC8-52DFEB4679D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2E0BA5-95FA-00A7-6DD3-E49ACC49A7F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58BCB1-3ADB-05C0-55C2-E93E600DDF6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8D181C2-0A9F-7F71-264A-F744AF393A7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0BEE61-141C-6384-2064-5A15DBF6CC2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974D9B-3949-2387-5EC3-6435334217D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2026-07-09T02:46:08Z</dcterms:modified>
</cp:coreProperties>
</file>