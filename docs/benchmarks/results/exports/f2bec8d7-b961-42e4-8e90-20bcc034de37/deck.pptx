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683B0E-02CE-4059-AFE7-82BAB4DDDDCA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674FA4-C7E2-4734-8401-41164718A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867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74FA4-C7E2-4734-8401-41164718A3A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33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74FA4-C7E2-4734-8401-41164718A3A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990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74FA4-C7E2-4734-8401-41164718A3A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847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74FA4-C7E2-4734-8401-41164718A3A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708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74FA4-C7E2-4734-8401-41164718A3A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5665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74FA4-C7E2-4734-8401-41164718A3A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414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E1AC4D7-D16B-673E-28EE-5B5820A2D1E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119F69E-6DB3-81E2-F471-5224391AB75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A076719-D219-CD4D-26BE-BC8A6E64180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A8E54C5-E5BA-6408-C8C3-B2845ECD3EA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5B24742-0790-9B69-002C-8785397C363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73EE01E-2E70-BFEE-8004-B9BF1BEAE47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DC7F773-8E50-8077-34D5-0545E938FBB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131B548-D438-0489-4168-6ACB2497BE1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604394C-1032-C336-5A15-701B7357966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2026-07-07T08:20:26Z</dcterms:modified>
</cp:coreProperties>
</file>