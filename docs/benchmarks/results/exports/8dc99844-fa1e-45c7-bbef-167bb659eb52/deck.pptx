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3AE39-7074-46B0-90D0-431D46A520D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89901-8EA4-4DB4-8072-8E9DAB9CF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06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426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483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52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982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438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89901-8EA4-4DB4-8072-8E9DAB9CF18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06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954B28-BD72-8F02-9011-B2FF090AAC6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B44EBCD-1370-7177-50EB-D09CBCE720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0B6D68-0438-5C9B-C326-93C32AC8EAB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AE3A87-C8BD-AFC2-4C65-917A8749568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EC9679-AABD-F404-5066-0563D9ECAC9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B78388-7299-0B5D-855B-A58FCF6F796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73A1C3-F0BE-A78A-DBCE-9F0DF9A8A06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DFA8B0-1909-EC1C-667F-1D7D5E8B28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EA6D99-C1EA-BCE4-CABC-B69DFF30BE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2026-07-09T04:35:45Z</dcterms:modified>
</cp:coreProperties>
</file>