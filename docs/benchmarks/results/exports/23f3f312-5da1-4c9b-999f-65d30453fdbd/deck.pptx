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F8958-907F-4CD4-B403-FEA4FBD1C46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5177F-3D3F-4680-9B54-11681805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037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5177F-3D3F-4680-9B54-11681805F5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354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ABTest2_1783519150484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5177F-3D3F-4680-9B54-11681805F5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039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5177F-3D3F-4680-9B54-11681805F5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487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5177F-3D3F-4680-9B54-11681805F5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066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5177F-3D3F-4680-9B54-11681805F5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252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5177F-3D3F-4680-9B54-11681805F5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447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5177F-3D3F-4680-9B54-11681805F5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54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ABTest2_1783519150484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3519150484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9647C01-01DA-5392-C0D2-3734D5996AA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8351915048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783519150484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9C67EB-73BD-7199-CD1F-5999CF15B5E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0DF794-D7D2-4BC9-1E8B-04AA7338AE5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EE5BD9-30A2-5DFA-C765-CC5D3CD4B1C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257BF8-C3EB-D576-77D0-82BCCC3E174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0EDBD7-80F4-34AE-DE90-1BCA1CCBFF9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2026-07-08T14:00:24Z</dcterms:modified>
</cp:coreProperties>
</file>