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484899-6E79-4962-9B7D-F8AE1C41553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3A08F-0718-4DA5-B31D-7E816B3247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988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A08F-0718-4DA5-B31D-7E816B3247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541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A08F-0718-4DA5-B31D-7E816B3247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339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A08F-0718-4DA5-B31D-7E816B3247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195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A08F-0718-4DA5-B31D-7E816B3247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343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A08F-0718-4DA5-B31D-7E816B3247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055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3A08F-0718-4DA5-B31D-7E816B3247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107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DD34023-A77C-F908-C89A-C3232FE598C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AB2657E-0EAC-D658-428A-AFE1A26F2E8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CC5699-7339-4D35-5E37-A2C926F58A7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BF9255F-4B5E-ADDE-ADC2-0DA498F9FEB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DF035B-28BB-7ABE-8711-63B0E459DA7E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9C1D770-E151-3019-7378-785281B29CC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B02B8FC-52F9-CE14-3B62-436C13CC969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2C20DE-9B43-F8DF-6963-108D6CF2C5C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00A5D9-5A27-9A36-D734-FA20CE1197C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等线 Light</vt:lpstr>
      <vt:lpstr>MiSans Demibold</vt:lpstr>
      <vt:lpstr>Arial</vt:lpstr>
      <vt:lpstr>MiSans Semibold</vt:lpstr>
      <vt:lpstr>MiSans Light</vt:lpstr>
      <vt:lpstr>等线</vt:lpstr>
      <vt:lpstr>思源黑体 CN Normal</vt:lpstr>
      <vt:lpstr>MiSans Normal</vt:lpstr>
      <vt:lpstr>MiSans ExtraLight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2026-07-08T05:02:30Z</dcterms:modified>
</cp:coreProperties>
</file>