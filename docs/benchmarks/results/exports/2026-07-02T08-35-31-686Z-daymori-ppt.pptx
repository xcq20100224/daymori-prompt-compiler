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4E9518-19D3-46F0-8695-AA18A1A248D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BE6E2-1CF1-42A0-9176-CFAA9AE55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762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BE6E2-1CF1-42A0-9176-CFAA9AE5564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127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BE6E2-1CF1-42A0-9176-CFAA9AE5564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134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BE6E2-1CF1-42A0-9176-CFAA9AE556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847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BE6E2-1CF1-42A0-9176-CFAA9AE5564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427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BE6E2-1CF1-42A0-9176-CFAA9AE5564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001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BE6E2-1CF1-42A0-9176-CFAA9AE5564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875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BE6E2-1CF1-42A0-9176-CFAA9AE5564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101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BE6E2-1CF1-42A0-9176-CFAA9AE5564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276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导入：现在完成时为什么重要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建立现在完成时学习动机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FF2F786-1164-9DC2-6489-6AEABE277AA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2026-07-02T08:34:51Z</dcterms:modified>
</cp:coreProperties>
</file>