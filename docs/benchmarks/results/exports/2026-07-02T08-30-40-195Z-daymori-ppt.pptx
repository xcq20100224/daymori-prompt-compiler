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B0DD6-6CF6-4E1F-B78B-8A0223B1A48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D9997-915D-40C8-B626-D98980D63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10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45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196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77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437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972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822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D9997-915D-40C8-B626-D98980D631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42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导入：勾股定理为什么重要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FBBCECF-867D-420B-5FD2-E214912061A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等线</vt:lpstr>
      <vt:lpstr>MiSans Light</vt:lpstr>
      <vt:lpstr>等线 Light</vt:lpstr>
      <vt:lpstr>MiSans Semibold</vt:lpstr>
      <vt:lpstr>思源黑体 CN Normal</vt:lpstr>
      <vt:lpstr>MiSans Medium</vt:lpstr>
      <vt:lpstr>MiSans Normal</vt:lpstr>
      <vt:lpstr>Arial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2026-07-02T08:30:00Z</dcterms:modified>
</cp:coreProperties>
</file>