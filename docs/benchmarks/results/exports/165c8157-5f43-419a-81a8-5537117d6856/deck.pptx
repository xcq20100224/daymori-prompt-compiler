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0BFDC-148D-4DC4-A249-DEC2B642190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86C20-460A-44EB-A644-4F0F892291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03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86C20-460A-44EB-A644-4F0F8922919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7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86C20-460A-44EB-A644-4F0F8922919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537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86C20-460A-44EB-A644-4F0F8922919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837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86C20-460A-44EB-A644-4F0F8922919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517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86C20-460A-44EB-A644-4F0F8922919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21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86C20-460A-44EB-A644-4F0F8922919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59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2CEFF73-2BF7-E57A-FD31-5AAD4354917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CD35E56-C899-6CB9-8343-039C3A455BA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8A5996-2977-37F6-E65F-50475B2F0EC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3E7B38-3218-4CBF-1711-50FC53AC3CF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3E46BB-189E-D46F-12A9-6E89C7F5D2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98B446E-DB05-180E-E112-5F9BFC6C456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35BDE6A-3B18-3E31-B97E-458DA59287A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6315752-3AAB-2A6B-23C2-E93FB0A084D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891B24-8A0B-B770-4B98-D99FEE601E2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674</Words>
  <Application>Microsoft Office PowerPoint</Application>
  <PresentationFormat>宽屏</PresentationFormat>
  <Paragraphs>90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ExtraLight</vt:lpstr>
      <vt:lpstr>MiSans Medium</vt:lpstr>
      <vt:lpstr>MiSans</vt:lpstr>
      <vt:lpstr>等线 Light</vt:lpstr>
      <vt:lpstr>MiSans Demibold</vt:lpstr>
      <vt:lpstr>MiSans Semibold</vt:lpstr>
      <vt:lpstr>MiSans Light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2026-07-08T10:14:20Z</dcterms:modified>
</cp:coreProperties>
</file>