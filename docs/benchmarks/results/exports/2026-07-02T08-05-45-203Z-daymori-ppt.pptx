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BC15E6-06FA-443D-BEEE-27F3BAEDCDE7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AD41-A95F-4F7B-9030-EB7075D1A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857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3AD41-A95F-4F7B-9030-EB7075D1AAA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348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3AD41-A95F-4F7B-9030-EB7075D1AAA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529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3AD41-A95F-4F7B-9030-EB7075D1AAA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7412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3AD41-A95F-4F7B-9030-EB7075D1AAA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6660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3AD41-A95F-4F7B-9030-EB7075D1AAA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3107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3AD41-A95F-4F7B-9030-EB7075D1AAA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028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3AD41-A95F-4F7B-9030-EB7075D1AAA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7980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3AD41-A95F-4F7B-9030-EB7075D1AAA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674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导入：勾股定理为什么重要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建立勾股定理学习动机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EE54093-7A07-60B3-B638-DDAF7124758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思源黑体 CN Normal</vt:lpstr>
      <vt:lpstr>MiSans Normal</vt:lpstr>
      <vt:lpstr>MiSans Medium</vt:lpstr>
      <vt:lpstr>等线</vt:lpstr>
      <vt:lpstr>Arial</vt:lpstr>
      <vt:lpstr>MiSans ExtraLight</vt:lpstr>
      <vt:lpstr>等线 Light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2026-07-02T08:05:23Z</dcterms:modified>
</cp:coreProperties>
</file>