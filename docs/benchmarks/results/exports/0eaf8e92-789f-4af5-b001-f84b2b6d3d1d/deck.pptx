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5FD7F-280B-4C56-A702-5B14A42B4AD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E8369-A7B3-4174-B397-07F2B83098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04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E8369-A7B3-4174-B397-07F2B830981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229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E8369-A7B3-4174-B397-07F2B830981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731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E8369-A7B3-4174-B397-07F2B830981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168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E8369-A7B3-4174-B397-07F2B830981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453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E8369-A7B3-4174-B397-07F2B830981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315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E8369-A7B3-4174-B397-07F2B830981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648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8F809D-3A94-037A-6171-8392A477468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DDC8286-D780-59D6-26B8-67157728ACF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9CA7D9-288F-2CB6-713C-B4D79C2FC48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E935AA-A46D-B00B-2D7F-2FDAAC951FA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2144B0-CA1C-2E91-157B-27BAEDFA883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45A0CF-1D9A-C482-8D41-D2D8C876EC6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516413-B9F3-D1A7-D04B-EA2CA281CC7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E3B164-B629-55E8-C0A5-F8CB3FBDAAD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B9F2AD-32DA-2940-29F4-C5A108969CB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53A844-2B3F-F65C-F80A-673C5A411FF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F9D34E-A79E-A934-0D26-98E38797299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6F83254-6FBC-CFC1-7D4C-7F1BB7C6727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690F3C-1F4A-396E-8A0A-A299BADB2E9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1BE30D1-12E5-A22A-6AE5-AF1E744A9C4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17B791-A0F1-DE53-BA75-880082A7729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547F26-B0EB-9A0A-28F0-B28A1BC9FB8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MiSans Semibold</vt:lpstr>
      <vt:lpstr>等线 Light</vt:lpstr>
      <vt:lpstr>MiSans</vt:lpstr>
      <vt:lpstr>MiSans Demibold</vt:lpstr>
      <vt:lpstr>Arial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2026-07-08T14:24:35Z</dcterms:modified>
</cp:coreProperties>
</file>