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D9551-0F01-4245-9F2E-72FCC40B481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0C01C-291D-4A5E-B21A-689DB6942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61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282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841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622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70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845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584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255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C01C-291D-4A5E-B21A-689DB6942BE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22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建立服务稳定性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SLO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升级学习动机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2026-07-02T05:24:20Z</dcterms:modified>
</cp:coreProperties>
</file>