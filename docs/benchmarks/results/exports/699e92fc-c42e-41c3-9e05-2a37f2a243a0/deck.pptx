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4139-412F-4373-A225-49FBC8AF5BE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27ABD-D82F-456F-A7F3-522C2DE677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190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020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07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917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60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611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27ABD-D82F-456F-A7F3-522C2DE677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15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1E6E9D-6FC4-A52C-7D5A-E93F19D5375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AEE8BB-EB2F-C5CB-4C88-358E3542E6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F7FB53-E592-A3C6-F3EF-564EECA5A6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8BAC16-F1FF-11CE-A43F-E560ED85CA0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649DEB-ADF7-CB4B-0B72-8965764380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EC0025-6B2A-C596-7030-D59FEBDDFEA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B440F7-F5BA-962A-EB75-8D01EA196F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2E170C-6220-D5BE-3E59-D7ED321E5D7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2B5D2F-76EE-1ED4-DA46-B38FA210A6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2026-07-08T04:52:27Z</dcterms:modified>
</cp:coreProperties>
</file>