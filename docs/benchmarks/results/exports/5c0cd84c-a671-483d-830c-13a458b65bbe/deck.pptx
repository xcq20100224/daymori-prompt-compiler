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971BDE-F7EB-42EF-A11C-C486B12A10F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2F0587-4A6F-4FAE-8856-9B0A48EE5D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975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2F0587-4A6F-4FAE-8856-9B0A48EE5D1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2651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2F0587-4A6F-4FAE-8856-9B0A48EE5D1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118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2F0587-4A6F-4FAE-8856-9B0A48EE5D1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517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2F0587-4A6F-4FAE-8856-9B0A48EE5D1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545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2F0587-4A6F-4FAE-8856-9B0A48EE5D1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611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2F0587-4A6F-4FAE-8856-9B0A48EE5D1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7376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D1D6B00-1F41-5C8C-0FD3-72B31CBFAA6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68006BC-7A1C-D8F5-5B18-DEE403B66F3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2EAF643-3E40-37F9-4682-814F932E386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872D38-8873-FB74-4E72-43A4ADE4780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08B432-55FD-0E42-4E2A-95093B31A8A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D869A20-A9ED-820E-DED9-D233C8E485C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2AB8ADC-4F4E-B75B-3228-2D541C103E0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1C82831-212B-7BC0-3555-19E0F157A5C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D2151A1-AC9B-00E8-9091-49A6BE53A9B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2026-07-08T05:36:24Z</dcterms:modified>
</cp:coreProperties>
</file>