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2055A-F940-4FB2-8A6F-17378C36F4C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911CE-F2C4-4BE6-ACF4-43EABCC58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21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911CE-F2C4-4BE6-ACF4-43EABCC58D0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537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911CE-F2C4-4BE6-ACF4-43EABCC58D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53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911CE-F2C4-4BE6-ACF4-43EABCC58D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439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911CE-F2C4-4BE6-ACF4-43EABCC58D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115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911CE-F2C4-4BE6-ACF4-43EABCC58D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20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8911CE-F2C4-4BE6-ACF4-43EABCC58D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50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C171D4-5671-B3C0-8530-043705AAE02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FEEE3E0-A10E-060F-DDF3-4455206E5A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10237E-8BC7-0015-1AD6-21ED7DADA18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7C5FAF-8A6A-2289-8099-FB72E94BD0F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AB38C2-2EE1-AF8D-99FD-17FAB95C80E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72AA7B-9AD1-A1E9-3F29-EC6D9A622A8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9AE49B-451B-935F-C3D9-B2D18E5082D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EC1478-5FA9-E686-FB98-853CA1B93D7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C20279-D053-A143-6765-A1012382D4B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2026-07-09T02:43:53Z</dcterms:modified>
</cp:coreProperties>
</file>