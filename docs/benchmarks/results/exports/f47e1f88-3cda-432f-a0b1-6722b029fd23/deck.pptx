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22C6F-B38D-4BD4-AA7D-E1AEBB0CAB5E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3E60F-B8D3-4AF8-8E88-47A436FEFD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415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3E60F-B8D3-4AF8-8E88-47A436FEFDF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374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3E60F-B8D3-4AF8-8E88-47A436FEFDF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347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3E60F-B8D3-4AF8-8E88-47A436FEFDF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376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3E60F-B8D3-4AF8-8E88-47A436FEFDF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555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3E60F-B8D3-4AF8-8E88-47A436FEFDF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928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3E60F-B8D3-4AF8-8E88-47A436FEFDF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88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BDB74B-E3ED-5E9F-696B-732270265C6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108C9EC-F56D-6840-5DFA-DD76EB8297F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6F7AC95-D8D0-46AE-36F1-FAEAEE82437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202A90-EBC6-ABF8-8D22-9BD81A21778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E15E810-B8D7-ED29-1964-EE22FDC5928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C11605-658C-4B97-272D-414419D521C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1C024E6-9AB4-0E51-EB84-52F2042932B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D935E90-E990-C8D0-E5E0-92BFB368B89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AED32D-1A8F-9F77-2906-1C848322623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2026-07-09T02:45:04Z</dcterms:modified>
</cp:coreProperties>
</file>