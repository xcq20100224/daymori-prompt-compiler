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31139-26B2-434F-8421-F0323F04018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0F66F-E4FB-4D97-99BD-612E720EF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925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0F66F-E4FB-4D97-99BD-612E720EF3D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096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0F66F-E4FB-4D97-99BD-612E720EF3D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597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0F66F-E4FB-4D97-99BD-612E720EF3D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818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0F66F-E4FB-4D97-99BD-612E720EF3D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336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0F66F-E4FB-4D97-99BD-612E720EF3D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652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0F66F-E4FB-4D97-99BD-612E720EF3D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390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AF59A1D-AFBC-7655-EF9C-6F855EF10C4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BF1872D-43E7-9F3D-F7AA-B1C667F1122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B02EC03-535E-DD1B-35D9-58B2C31F481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03A574-B4F0-0136-BB31-77345E7F3B5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A2E31C5-988B-A46A-E846-1D9A9AAFDF1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95B52ED-8FBD-1102-2074-89F78D15963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EF70D2B-56EC-EF25-0C8E-D67A84FA7F8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1ED82CD-936F-46BC-01A6-804E2837A82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229641-A03F-F85B-9442-27B2E0914E8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2026-07-08T05:18:12Z</dcterms:modified>
</cp:coreProperties>
</file>