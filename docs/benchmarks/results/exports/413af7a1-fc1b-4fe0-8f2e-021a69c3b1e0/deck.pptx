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465C1-CAD9-424A-B209-D105E86DCC5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465A5-7D6F-4FC3-A559-439BB80F36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412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465A5-7D6F-4FC3-A559-439BB80F36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015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465A5-7D6F-4FC3-A559-439BB80F36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1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465A5-7D6F-4FC3-A559-439BB80F36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2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465A5-7D6F-4FC3-A559-439BB80F36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713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465A5-7D6F-4FC3-A559-439BB80F36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81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465A5-7D6F-4FC3-A559-439BB80F36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437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D931AA-F98D-3A31-08C5-912EA015993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E78050-0FBD-B3DC-BFF3-DE110D8297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2D1026-F5FF-001A-BAF1-14209268E82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94F09B-EE96-B2EE-6854-E3002D33B75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560038-54E6-2285-0335-294E2118ABC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573EEA-D2E7-10C7-886F-1537FBCCC99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8E68FA-2138-66BA-0B8D-437833A903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50682B-7539-A064-BF3F-E157B6A1BC5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4CCC4A-302D-17AC-844B-EC8DAA61C63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Arial</vt:lpstr>
      <vt:lpstr>MiSans Normal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2026-07-08T13:01:58Z</dcterms:modified>
</cp:coreProperties>
</file>