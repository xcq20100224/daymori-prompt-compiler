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6229E-EC60-4334-98BD-C1B456E2D03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1A673-4CE1-42A1-95C5-97C0AE415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396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1A673-4CE1-42A1-95C5-97C0AE4157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283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1A673-4CE1-42A1-95C5-97C0AE4157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196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1A673-4CE1-42A1-95C5-97C0AE4157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735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1A673-4CE1-42A1-95C5-97C0AE4157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495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1A673-4CE1-42A1-95C5-97C0AE41579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70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1A673-4CE1-42A1-95C5-97C0AE41579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877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133D305-A07F-6D7E-B1FA-520AE13E01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4718F80-79DE-4463-38A5-359CFE68CFE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先明确压力来源 先明确压力来源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EC6695-47D5-BB9F-3A27-9EFD17D4CC8C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 </a:t>
            </a:r>
            <a:r>
              <a:rPr lang="en-US" altLang="zh-CN" sz="1000"/>
              <a:t>AI 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411B97-B7DF-3E97-43C0-A1CFC00F34F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能力与实施并行 能力与实施并行 能力与实施并行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EAD093-C1C8-9E59-F6C8-4933635D5FEF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阶段梳理高频问题并建设知识库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阶段接入客服系统并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灰度上线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A283B2-F950-9EEC-1136-1D6ECADEA82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 </a:t>
            </a:r>
            <a:r>
              <a:rPr lang="en-US" altLang="zh-CN" sz="1400"/>
              <a:t>• </a:t>
            </a:r>
            <a:r>
              <a:rPr lang="zh-CN" altLang="en-US" sz="1400"/>
              <a:t>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197CCB-94D9-5F8D-D49C-76D797D11D7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pt-BR" altLang="zh-CN" sz="1400"/>
              <a:t>Q&amp;A Q&amp;A Q&amp;A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480</Words>
  <Application>Microsoft Office PowerPoint</Application>
  <PresentationFormat>宽屏</PresentationFormat>
  <Paragraphs>63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</vt:lpstr>
      <vt:lpstr>Arial</vt:lpstr>
      <vt:lpstr>MiSans Semibold</vt:lpstr>
      <vt:lpstr>MiSans Demibold</vt:lpstr>
      <vt:lpstr>等线 Light</vt:lpstr>
      <vt:lpstr>MiSans Light</vt:lpstr>
      <vt:lpstr>思源黑体 CN Normal</vt:lpstr>
      <vt:lpstr>MiSans Normal</vt:lpstr>
      <vt:lpstr>MiSans Medium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2026-07-06T01:17:17Z</dcterms:modified>
</cp:coreProperties>
</file>