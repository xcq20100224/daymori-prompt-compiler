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3E84A0-C348-4C82-8500-9E33008B08A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9CBB-B816-499F-903E-52DBDD0F85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469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84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042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664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823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656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9CBB-B816-499F-903E-52DBDD0F853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24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3E2E621-2CC2-7268-B260-7883CAC8C67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901D5AE-0A81-E5E0-6064-F279AEE86C4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079B438-3D3C-316C-764A-8806E1142AF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0774B4-EF7F-72B8-16A9-C816C32AC01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84355F5-D7FE-A22C-42D0-DE65DF8DCF8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545BD1-0279-CB93-89A0-E9F66F63D7F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647C38-B613-7363-1A9C-22F166936C2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6176911-89EB-1173-0DAD-0793A662268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2E211A-C6A7-39D9-54DF-8B6357937A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2026-07-07T08:26:15Z</dcterms:modified>
</cp:coreProperties>
</file>