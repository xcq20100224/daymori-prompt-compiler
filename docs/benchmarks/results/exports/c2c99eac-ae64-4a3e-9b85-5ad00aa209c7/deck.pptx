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236E8-C653-413A-A49C-98FD4BFC7A5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A42CC-3CA5-4579-81DA-0208E3E4CD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4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A42CC-3CA5-4579-81DA-0208E3E4CD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12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A42CC-3CA5-4579-81DA-0208E3E4CD8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840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A42CC-3CA5-4579-81DA-0208E3E4CD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398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A42CC-3CA5-4579-81DA-0208E3E4CD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94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A42CC-3CA5-4579-81DA-0208E3E4CD8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520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A42CC-3CA5-4579-81DA-0208E3E4CD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03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00580-AC45-FC3B-1645-5B33EED6591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96FF6CB-24D4-7A53-47E0-6DD1C93748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9DBE09-C71E-84FD-8C30-EF5C3A991F1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CA1411-4396-A483-9241-C5F74C63DBD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715EB6-F62D-6B4B-1C35-4906F23B4EF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DDFCDE-C885-7D0F-B8A5-9EBFB8F2F67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A366D3-2A70-8FDA-C2DD-E58B5DE3808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59E6A9-1DB8-71DA-49A0-0591A567F3F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4353A6-7B1F-28A1-10A1-BF65B550EF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2026-07-08T04:59:43Z</dcterms:modified>
</cp:coreProperties>
</file>