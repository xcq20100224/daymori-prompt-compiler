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F61F3-FBFC-423F-A7F8-0CA1376597E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F71E1-6A3F-42A2-AC5F-7E9AA81CCF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934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F71E1-6A3F-42A2-AC5F-7E9AA81CCF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781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F71E1-6A3F-42A2-AC5F-7E9AA81CCF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495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F71E1-6A3F-42A2-AC5F-7E9AA81CCF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977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F71E1-6A3F-42A2-AC5F-7E9AA81CCF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08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F71E1-6A3F-42A2-AC5F-7E9AA81CCF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192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F71E1-6A3F-42A2-AC5F-7E9AA81CCF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03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352E42A-FDDF-17B7-3199-CC591AFD722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A555CC6-23A8-3FD3-0902-063D9D8A571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6313A3-5191-D497-FF41-E16DA3C0918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209B70-337B-05C8-158B-87ED3D74436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F5957A-DB59-7B9F-9FDA-D09D8577CB9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EB661DC-E383-0FB8-A0D7-3CD1A3B853B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DF9238-CB90-DB00-1897-63DEC14135F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2942B62-F133-0F00-C5DD-A3FA4764338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FA73A3-FC14-6BEB-23C1-9404EA5D599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2026-07-08T12:26:51Z</dcterms:modified>
</cp:coreProperties>
</file>