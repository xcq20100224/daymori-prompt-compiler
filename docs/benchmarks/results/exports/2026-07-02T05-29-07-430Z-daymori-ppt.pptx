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8A0AEC-DEB6-43E4-B805-A88C489B8D6B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961279-359A-465B-9B0F-34DB775DA6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720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61279-359A-465B-9B0F-34DB775DA61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28210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61279-359A-465B-9B0F-34DB775DA61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86669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61279-359A-465B-9B0F-34DB775DA61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28387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61279-359A-465B-9B0F-34DB775DA61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02098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61279-359A-465B-9B0F-34DB775DA61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21746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61279-359A-465B-9B0F-34DB775DA61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67532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61279-359A-465B-9B0F-34DB775DA61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09380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61279-359A-465B-9B0F-34DB775DA61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43398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建立私域留资漏斗优化学习动机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252</Words>
  <Application>Microsoft Office PowerPoint</Application>
  <PresentationFormat>宽屏</PresentationFormat>
  <Paragraphs>51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2026-07-02T05:29:07Z</dcterms:modified>
</cp:coreProperties>
</file>