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96BCD-7945-45FF-B3BA-F77EA4DBD40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3C86E-ECB7-41B5-951A-3C31AC0E74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236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3C86E-ECB7-41B5-951A-3C31AC0E74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41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3C86E-ECB7-41B5-951A-3C31AC0E74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638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3C86E-ECB7-41B5-951A-3C31AC0E74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69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3C86E-ECB7-41B5-951A-3C31AC0E74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78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3C86E-ECB7-41B5-951A-3C31AC0E74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011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3C86E-ECB7-41B5-951A-3C31AC0E74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97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09FA5D-BFE0-2EFD-65E2-B31DED4D240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E7D3CAB-59EB-CB7F-4DC5-BB1F7BAFF45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136DDA-412B-7A9E-C2B6-3065029145B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9BEFAC-EA14-30BB-73EA-752BB92EE3B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745FE2-F1A3-68DB-CC0A-56A2428AFF4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FF5B11-10F3-4B04-EC6E-3EFD6C29D25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BBED76-2838-C4A3-6294-BFED8AEA3BE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88D92D-79C3-5571-1DCB-68AF38862B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B9A40D-6AF3-E8EF-FCE2-B0E71BD5901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2026-07-08T10:17:38Z</dcterms:modified>
</cp:coreProperties>
</file>