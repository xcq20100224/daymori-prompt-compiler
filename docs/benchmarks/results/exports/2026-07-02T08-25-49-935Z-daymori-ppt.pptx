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67AED-DBEE-43F7-A7A2-5041F36707C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9B22F-83F3-463C-8BB1-B29E98B02A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4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033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48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433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15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86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659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271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B22F-83F3-463C-8BB1-B29E98B02AA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76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导入：光合作用为什么重要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DD7538B-52D4-EF5F-4E57-1EEAADAD9A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2026-07-02T08:25:20Z</dcterms:modified>
</cp:coreProperties>
</file>