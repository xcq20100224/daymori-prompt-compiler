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6DD85-BAFA-417C-BB32-9DD8135057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ED124-32A6-4641-863B-86FFD64E17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23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4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661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604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619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84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ED124-32A6-4641-863B-86FFD64E17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86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804D50-5A8B-73EF-5255-C8F84F2073D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A642D1-B2D0-82C2-3D00-0471378589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9A9603-153D-6F6F-C4A8-9116AE3BB23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1BF890-1762-DE5A-61E0-2C901AF3BB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1CD89A-3D98-E7DC-3859-FD8AFF1CA04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DC0AAD-EA5E-8DF5-FDB0-187BF0E275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E1E28F-3368-4FE9-D440-A696ED1355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974AE9-2832-9BEB-1856-E0E32C5080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CB2001-6C60-2BCA-D597-C6B81228AC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2026-07-08T05:19:00Z</dcterms:modified>
</cp:coreProperties>
</file>