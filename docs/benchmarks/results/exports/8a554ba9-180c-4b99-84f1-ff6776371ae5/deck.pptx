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C0083-5AF5-42CF-927A-9DDBE80288B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33684-2648-4CB8-A311-A4234F7DE2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0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7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3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72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243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74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3684-2648-4CB8-A311-A4234F7DE2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90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1CB210-996E-4D56-8B70-A9C671D9A8F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77B906-AED9-BC1A-4699-3B1BCB396D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BDD52A-2DFE-273A-8835-C2C4E2167AD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512E9C-D37C-4634-FA96-480A92C54A2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039723-23B3-65B6-4CCA-0750769ED76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4B7C60-F337-ABB5-952F-A41199ABFA4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27BBDB-B9B1-3416-9B34-795FC3F8F0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67A43E-68E8-CFC6-11F2-6C6F57E82F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786AEC-94F7-865B-21E3-15549E3700F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2026-07-08T12:38:43Z</dcterms:modified>
</cp:coreProperties>
</file>