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7DBDC-F731-4204-A5FE-40F81E9C0BF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6DCA1-CE7B-4AE3-8803-7DC0328DC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580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6DCA1-CE7B-4AE3-8803-7DC0328DCA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233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6DCA1-CE7B-4AE3-8803-7DC0328DCA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7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6DCA1-CE7B-4AE3-8803-7DC0328DCA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73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6DCA1-CE7B-4AE3-8803-7DC0328DCA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214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6DCA1-CE7B-4AE3-8803-7DC0328DCA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529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6DCA1-CE7B-4AE3-8803-7DC0328DCA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126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C6B2C8-8FC0-63D8-6C2B-431301CBC7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6DD24C0-AA64-19B7-4FD2-38D6B2EF2A1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8DCE6D-3AF1-EE02-3B84-7075B3C20C4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8DAD47-A292-244C-F839-15E0CC358C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FE259A-FF8A-D3B1-88C9-4C44E04BA3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46318F-06D4-487A-034B-E7165E8C21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6F8DDC-7769-B5A5-7218-F33F8A6E1C3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036677-139B-0BB3-A130-E79A9126DF8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D1D4C1-9044-13EB-5D0E-4C942FDDC9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2026-07-09T04:22:38Z</dcterms:modified>
</cp:coreProperties>
</file>