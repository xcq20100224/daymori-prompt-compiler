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3C0DA-A97D-4377-89B4-A05E89B5ABB1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2AF80-83AC-48EE-A4E9-B231646B4C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04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2AF80-83AC-48EE-A4E9-B231646B4C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091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2AF80-83AC-48EE-A4E9-B231646B4C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67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2AF80-83AC-48EE-A4E9-B231646B4C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393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2AF80-83AC-48EE-A4E9-B231646B4C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196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2AF80-83AC-48EE-A4E9-B231646B4C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594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2AF80-83AC-48EE-A4E9-B231646B4C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50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E417E7-ECDD-0920-BC14-529622A68BC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BDA284E-C571-F277-1949-70D3792E0CB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CB2FCA-FC0B-E928-54FB-6E874699173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7C04A4-2149-D4C5-7959-EF7D306D26E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6BE233F-86AD-683B-470A-284CB66FF20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40D7FF-E3FB-1987-C9FB-71B1B878E80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DE72BA-B7E2-5DC3-119B-6697F99B884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F8A378-B6CC-20FB-6A08-856318EA7C6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78EDE9-CBEA-20DF-F021-124C489D1AE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2026-07-07T08:12:28Z</dcterms:modified>
</cp:coreProperties>
</file>