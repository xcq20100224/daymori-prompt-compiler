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C7A1D-1691-4A4D-908E-96F028ED4D4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254B7-7686-4967-B246-939C57F7C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608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254B7-7686-4967-B246-939C57F7C7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010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254B7-7686-4967-B246-939C57F7C7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163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254B7-7686-4967-B246-939C57F7C7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969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254B7-7686-4967-B246-939C57F7C7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624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254B7-7686-4967-B246-939C57F7C7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451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254B7-7686-4967-B246-939C57F7C71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57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606048-A39F-5CE6-A5D4-E0F089E8842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DFF3B64-2D7C-1CA5-AF23-B8F194EDAAC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3FF758-FC4D-D9A9-DBA1-1080E4B27AD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CA639C-D501-1A3A-1343-F71393C1453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FB978B-E594-3535-4E22-337DFDC7839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611AEE-43AA-9825-A998-9291E87EB37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BC5A7F-74D9-ED40-B5B0-D0A39B28959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016071-464A-EAD5-0204-EED169470A5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320265-C12D-FCFB-F0A7-6D52C21C40D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2026-07-08T12:15:46Z</dcterms:modified>
</cp:coreProperties>
</file>