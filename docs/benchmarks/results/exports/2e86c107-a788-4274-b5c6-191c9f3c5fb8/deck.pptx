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09B778-CB3C-4092-8779-D62EA414AAA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210AF-BBC8-482A-90D9-94D9F02E8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153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210AF-BBC8-482A-90D9-94D9F02E8AF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133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210AF-BBC8-482A-90D9-94D9F02E8AF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6411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210AF-BBC8-482A-90D9-94D9F02E8AF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2710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210AF-BBC8-482A-90D9-94D9F02E8AF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426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210AF-BBC8-482A-90D9-94D9F02E8AF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1830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210AF-BBC8-482A-90D9-94D9F02E8AF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9053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1542691-88B4-6CAC-1078-F14BE36C581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207699A-FC24-8A10-325B-2F42790E2BC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0A5F59E-273E-AAE9-A38B-826FF7F487B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FCC9696-05CE-BA2A-888A-6FFC9266EF7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A932C5-191B-5551-28F2-CB06EE46D81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CCD0063-4ADF-5FD0-DE6F-C5CBB0767A5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7777723-61C2-B806-FB60-048A931BE88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AB83EB5-E046-B873-7B17-E46EF7BEA22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26BA8C4-EC25-7670-0536-B8CAE7A2776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</vt:lpstr>
      <vt:lpstr>MiSans Demibold</vt:lpstr>
      <vt:lpstr>MiSans ExtraLight</vt:lpstr>
      <vt:lpstr>MiSans Light</vt:lpstr>
      <vt:lpstr>MiSans Semibold</vt:lpstr>
      <vt:lpstr>思源黑体 CN Normal</vt:lpstr>
      <vt:lpstr>等线</vt:lpstr>
      <vt:lpstr>等线 Light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2026-07-08T04:49:50Z</dcterms:modified>
</cp:coreProperties>
</file>