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D3EC7-A147-4DA0-BC09-BDB9915E5DEE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B9852-A1EC-4882-8003-064CCBE92C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943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图示：结构示意图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B9852-A1EC-4882-8003-064CCBE92CE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657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B9852-A1EC-4882-8003-064CCBE92CE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413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B9852-A1EC-4882-8003-064CCBE92CE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932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B9852-A1EC-4882-8003-064CCBE92CE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808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方案价值与下一步推进优先级。 图示： 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B9852-A1EC-4882-8003-064CCBE92CE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B9852-A1EC-4882-8003-064CCBE92CE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64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竞品对比分析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21CDB4B-2608-761A-4212-CA58724013F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章节说明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4496538-3ADD-3181-0A39-2939233546B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章节</a:t>
            </a:r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BAD0FFE-93E8-E468-7D83-2BA717B2E30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竞品对比分析第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章节说明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</a:t>
            </a:r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05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0EF7CC-7ED9-5A00-8175-7C89C3764C6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6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核心要点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阶段：先定义问题边界与目标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阶段：再明确关键动作与责任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阶段：最后确认指标与复盘机制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竞品对比分析第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7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8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9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核心要点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阶段：先定义问题边界与目标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再明确关键动作与责任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阶段：最后确认指标与复盘机制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感谢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72ADDA-BE2D-18A8-136B-BCF705E97C8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295</Words>
  <Application>Microsoft Office PowerPoint</Application>
  <PresentationFormat>宽屏</PresentationFormat>
  <Paragraphs>60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2026-07-09T05:09:27Z</dcterms:modified>
</cp:coreProperties>
</file>