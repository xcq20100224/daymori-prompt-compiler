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9D9A9-CBC3-4106-8B88-DE096BC4077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DF246-67D7-4A32-85D4-51C718244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29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DF246-67D7-4A32-85D4-51C7182449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473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DF246-67D7-4A32-85D4-51C7182449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229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DF246-67D7-4A32-85D4-51C7182449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971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DF246-67D7-4A32-85D4-51C7182449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591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DF246-67D7-4A32-85D4-51C7182449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96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DF246-67D7-4A32-85D4-51C7182449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257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A54A65-319B-A4FE-EFD0-7ABD91E85C6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B90F897-FA05-EEC7-A999-5FB1D18DFC0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7474DD-58E3-F43A-3167-EF4102F0057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34EE4C-437B-71F1-0E35-6EC4EEC3FB4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933113-AB82-D6EA-E93C-87B7B953EE2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AD5F02-4A47-CD15-A7AA-798AE4B5D38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12E686-FB61-C64A-4B1B-449B324862C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13CE4A-A18B-60EE-E0AF-2D01D9BC318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74B55A-70A7-B5BE-69C5-9F1C6B478CF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</vt:lpstr>
      <vt:lpstr>MiSans ExtraLight</vt:lpstr>
      <vt:lpstr>等线 Light</vt:lpstr>
      <vt:lpstr>MiSans Demibold</vt:lpstr>
      <vt:lpstr>MiSans Semibold</vt:lpstr>
      <vt:lpstr>MiSans Light</vt:lpstr>
      <vt:lpstr>思源黑体 CN Normal</vt:lpstr>
      <vt:lpstr>等线</vt:lpstr>
      <vt:lpstr>Arial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2026-07-08T11:32:38Z</dcterms:modified>
</cp:coreProperties>
</file>