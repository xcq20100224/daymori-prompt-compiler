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结论：主要压力来自促销折...</c:v>
                  </c:pt>
                  <c:pt idx="1">
                    <c:v>证据：大促订单占比 41...</c:v>
                  </c:pt>
                  <c:pt idx="2">
                    <c:v>行动：本节完成责任拆分，...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41</c:v>
                </c:pt>
                <c:pt idx="2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增长复盘总览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明确本季度增长质量和缺口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关键要点：结论：收入同比增长 18.4%，但利润率下降 2.1pct ｜ 证据：新增客户 126 家，留存率 78.6%，获客成本 312 元/人 ｜ 行动：本节锁定三项提效动作并在下节复盘执行结果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本页结论：明确本季度增长质量和缺口；关键抓手：结论：收入同比增长 18.4%，但利润率下降 2.1pct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目标：定位利润率下滑的主因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本页结论：定位利润率下滑的主因；关键抓手：结论：主要压力来自促销折扣和履约成本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结论：主要压力来自促销折扣和履约成本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证据：大促订单占比 41%，毛利率比常规单低 6.8pct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行动：本节完成责任拆分，课后提交成本压降计划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矩阵图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演讲备注：避免泛泛叙述，聚焦可控杠杆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增长复盘 - 通用</dc:title>
  <dc:subject>通用</dc:subject>
  <dc:creator>Daymori</dc:creator>
  <cp:lastModifiedBy>Daymori</cp:lastModifiedBy>
  <cp:revision>1</cp:revision>
  <dcterms:created xsi:type="dcterms:W3CDTF">2026-07-02T05:03:04Z</dcterms:created>
  <dcterms:modified xsi:type="dcterms:W3CDTF">2026-07-02T05:03:04Z</dcterms:modified>
</cp:coreProperties>
</file>