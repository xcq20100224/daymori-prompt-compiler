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5B835-3F49-4253-ACC1-C2828537A01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F2BE8-179D-4AAB-B37A-6FA8D100B9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46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F2BE8-179D-4AAB-B37A-6FA8D100B9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70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F2BE8-179D-4AAB-B37A-6FA8D100B9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13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F2BE8-179D-4AAB-B37A-6FA8D100B9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662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F2BE8-179D-4AAB-B37A-6FA8D100B9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666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F2BE8-179D-4AAB-B37A-6FA8D100B9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905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F2BE8-179D-4AAB-B37A-6FA8D100B9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526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A2F050-4337-1247-CF7F-A99D29133EE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2B22627-59A1-1D88-2E16-A2A955275C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3038E05-D742-21F0-4608-4CEB8972154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784ED5-D659-D3DE-7A08-54CE805D990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5D3236-9C74-E6AA-56D1-73BA9A16ED3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52E9318-38B3-8A82-216F-F5E4358EBBC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299B08-7AAE-20A7-6F3B-CE3AAFD4304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E92FD7-A29D-C4D6-00B6-9A29540F605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6D574E-F3CB-9564-4965-4DECE8D034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2026-07-08T10:34:21Z</dcterms:modified>
</cp:coreProperties>
</file>