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F394-71C0-4043-B850-1D63CABADCA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01E66-2EAC-4C20-9B19-F4A8C93CFD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561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02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5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23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6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23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1E66-2EAC-4C20-9B19-F4A8C93CFD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213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681B0C3-888B-78A2-2839-1F2BE4F2E5D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CC195C-5BB5-A991-09B9-989ECE049C2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B796CB4-075A-6529-434D-73BEE71C8D1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E2240C-3E83-18BE-0914-B1C47032A8A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0EB121-9F19-A5C2-6B90-7855225475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8CAC2D0-80B5-61E3-F363-453414BE54B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0BE7A9-7EE4-0FF1-21B9-0741C082FA2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4F4B7E-4F23-42D9-D267-26286856AA5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E66653-70D1-780B-9EB5-6D1782A01E1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2026-07-08T04:42:46Z</dcterms:modified>
</cp:coreProperties>
</file>