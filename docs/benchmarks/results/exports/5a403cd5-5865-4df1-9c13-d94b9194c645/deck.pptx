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F10EB-6623-43CA-910D-C5FC8C560DE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5C17E-40CA-43DD-9EAE-EA15846ECE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6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Day3</a:t>
            </a:r>
            <a:r>
              <a:rPr lang="zh-CN" altLang="en-US"/>
              <a:t>连通性冒烟现状结构图 需要先完成问题分层与优先级重排。 图示：</a:t>
            </a:r>
            <a:r>
              <a:rPr lang="en-US" altLang="zh-CN"/>
              <a:t>Day3</a:t>
            </a:r>
            <a:r>
              <a:rPr lang="zh-CN" altLang="en-US"/>
              <a:t>连通性冒烟现状结构图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5C17E-40CA-43DD-9EAE-EA15846ECE4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374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Day3</a:t>
            </a:r>
            <a:r>
              <a:rPr lang="zh-CN" altLang="en-US"/>
              <a:t>连通性冒烟问题分层卡片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5C17E-40CA-43DD-9EAE-EA15846ECE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532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Day3</a:t>
            </a:r>
            <a:r>
              <a:rPr lang="zh-CN" altLang="en-US"/>
              <a:t>连通性冒烟方案架构图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5C17E-40CA-43DD-9EAE-EA15846ECE4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331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5C17E-40CA-43DD-9EAE-EA15846ECE4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779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5C17E-40CA-43DD-9EAE-EA15846ECE4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796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5C17E-40CA-43DD-9EAE-EA15846ECE4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711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Day3</a:t>
            </a:r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连通性冒烟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Day3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连通性冒烟提案汇报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396113-B0AB-4EFF-A19B-0A48D93D498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Day3</a:t>
            </a:r>
            <a:r>
              <a:rPr lang="zh-CN" altLang="en-US" sz="1400"/>
              <a:t>连通性冒烟提案汇报</a:t>
            </a:r>
            <a:r>
              <a:rPr lang="en-US" altLang="zh-CN" sz="1400"/>
              <a:t>Day3</a:t>
            </a:r>
            <a:r>
              <a:rPr lang="zh-CN" altLang="en-US" sz="1400"/>
              <a:t>连通性冒烟提案汇报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Day3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连通性冒烟的核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305205C-365C-69CE-9374-A0C4E0690E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51D5716-852A-5E49-BCA3-562195FBEB2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Day3</a:t>
            </a:r>
            <a:r>
              <a:rPr lang="zh-CN" altLang="en-US" sz="1400"/>
              <a:t>连通性冒烟的核心约束与机会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Day3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连通性冒烟当前在目标达成、资源配置与执行路径上存在明显瓶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Day3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连通性冒烟问题分层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Day3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连通性冒烟可将问题拆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Day3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连通性冒烟的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574810-D10A-FFCA-2DD0-1264FB8107D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Day3</a:t>
            </a:r>
            <a:r>
              <a:rPr lang="zh-CN" altLang="en-US" sz="1400"/>
              <a:t>连通性冒烟的分阶段落地方案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Day3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连通性冒烟方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Day3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连通性冒烟方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Day3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连通性冒烟目标与边界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Day3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连通性冒烟试点并跟踪关键指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Day3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连通性冒烟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059FBB-2C37-08CC-7BFD-891AD89AE2A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02E922-3058-D8FC-A144-26C4CD0616C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F61B05-01BE-9C2D-5054-126B25F38FD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C58836-61C1-3087-0C1D-DB43795E45F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86C9F4-9050-5274-7757-F3E0E21AA32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508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2026-07-08T12:36:38Z</dcterms:modified>
</cp:coreProperties>
</file>