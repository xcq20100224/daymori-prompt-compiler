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D7039-E242-4F38-8012-76AD18E4B61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1E590-622D-481F-B106-6B2B27F8D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64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E590-622D-481F-B106-6B2B27F8D94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819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E590-622D-481F-B106-6B2B27F8D94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465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E590-622D-481F-B106-6B2B27F8D94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7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E590-622D-481F-B106-6B2B27F8D94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535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E590-622D-481F-B106-6B2B27F8D94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160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E590-622D-481F-B106-6B2B27F8D94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631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E590-622D-481F-B106-6B2B27F8D94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595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E590-622D-481F-B106-6B2B27F8D94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92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建立渠道投放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2026-07-02T05:27:27Z</dcterms:modified>
</cp:coreProperties>
</file>