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2A681-C845-4F80-9979-ABD65D435FC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9D6CB-D692-438F-B3BC-BCE9A647B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4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9D6CB-D692-438F-B3BC-BCE9A647B5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320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9D6CB-D692-438F-B3BC-BCE9A647B5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336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9D6CB-D692-438F-B3BC-BCE9A647B5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25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9D6CB-D692-438F-B3BC-BCE9A647B5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04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9D6CB-D692-438F-B3BC-BCE9A647B5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382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9D6CB-D692-438F-B3BC-BCE9A647B5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578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EFD8A7-8D3E-549D-1564-37B787161F6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F251194-C840-1B87-EA58-3C4AA48CF0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E1DB83-C2F1-1D65-7849-56DD937EE90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A660A8-CE3E-C7E5-5DC8-2DEA30CB5CF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1F138A-6DB5-3D72-1CA9-664E5A71815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2A62EE-247D-8286-3F0A-D71AD7A5DC5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40A2D4-450B-8B3C-04E0-F3CEC14BE6D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C3044E-76DA-99A7-33B0-E619FE36605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0186E4-BB08-59EF-C121-83095A47F06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2026-07-08T13:12:55Z</dcterms:modified>
</cp:coreProperties>
</file>