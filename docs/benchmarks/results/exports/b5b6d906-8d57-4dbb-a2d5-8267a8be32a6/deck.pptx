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6B33D-8915-4F4B-A7FB-30A4EBBA3DB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525DDC-0575-429E-8A77-624D0D31D2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7222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ABTest0_1783519043473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5DDC-0575-429E-8A77-624D0D31D200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5637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19043473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5DDC-0575-429E-8A77-624D0D31D200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05524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ABTest0_1783519043473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8351904347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5DDC-0575-429E-8A77-624D0D31D200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09544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5DDC-0575-429E-8A77-624D0D31D200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67121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5DDC-0575-429E-8A77-624D0D31D200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67948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525DDC-0575-429E-8A77-624D0D31D200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634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ABTest0_1783519043473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ABTest0_1783519043473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ABTest0_17835190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43473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C3EB37C-C60F-CF4E-82BA-2D65F8122EA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BE3DE8-E783-6770-F32D-03773591D65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ABTest0_1783519043473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3519043473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95944CD-B268-62D4-364D-1B68DD4F3C8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F984B5-D48A-93E1-E153-B2C757E29E9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ABTest0_1783519043473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ABTest0_1783519043473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F8E3EBA-48AB-6A5F-368B-6BCD7757340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ABTest0_1783519043473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8351904347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510B89B-B17D-9F88-FCF2-B9DF2C93E1D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ABTest0_1783519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04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783519043473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5135ABE-340C-1C69-A1B8-BE778D4DBD5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1DB2BB2-E41D-9449-BD80-21A975225C61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8FC26B-156B-6891-F1C8-203ECC441DE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F19A8A-E287-97CD-88F4-561C27F3AC82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9B7CF8D-A389-4F94-8CA0-58FBE3633A6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FC607022-AC82-E8FD-EB32-AE15BF73B16F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4F63D51-536F-9461-6C21-85D4AD31725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4B0275-6293-7799-869D-B8BABFFD277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Semibold</vt:lpstr>
      <vt:lpstr>MiSans</vt:lpstr>
      <vt:lpstr>MiSans Demibold</vt:lpstr>
      <vt:lpstr>等线 Light</vt:lpstr>
      <vt:lpstr>思源黑体 CN Normal</vt:lpstr>
      <vt:lpstr>Arial</vt:lpstr>
      <vt:lpstr>MiSans Normal</vt:lpstr>
      <vt:lpstr>MiSans ExtraLight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2026-07-08T13:57:47Z</dcterms:modified>
</cp:coreProperties>
</file>