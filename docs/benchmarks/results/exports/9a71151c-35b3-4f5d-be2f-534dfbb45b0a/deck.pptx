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9F15A-4665-434F-8B2F-D7A2098409B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7D3D4D-CB6C-4346-86B4-7BA38F4418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113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3D4D-CB6C-4346-86B4-7BA38F44186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049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3D4D-CB6C-4346-86B4-7BA38F44186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15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3D4D-CB6C-4346-86B4-7BA38F44186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218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3D4D-CB6C-4346-86B4-7BA38F44186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057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3D4D-CB6C-4346-86B4-7BA38F44186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498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D3D4D-CB6C-4346-86B4-7BA38F44186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687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C139535-BD03-11A8-6CBF-D4E5A2C856C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7029A7F-EA43-F7A1-3034-E6502BEC058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E0BB297-3EF2-4310-AFCC-17C49544084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CF4601D-11B9-52B7-4810-D4C4825A4B8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17DDFEE-78D7-85AB-AEAC-6D9B17BB384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56EB871-5059-3676-8111-08A4AF779C2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7178277-52F4-FF92-0DAB-E409EE233B3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D13A38D-F6E2-0B90-0C2D-23EDAB4A452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9BDE4B3-B819-7C9C-363F-AD0D2AA8A44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ExtraLight</vt:lpstr>
      <vt:lpstr>MiSans Light</vt:lpstr>
      <vt:lpstr>等线</vt:lpstr>
      <vt:lpstr>MiSans Semibold</vt:lpstr>
      <vt:lpstr>等线 Light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2026-07-08T12:51:35Z</dcterms:modified>
</cp:coreProperties>
</file>