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62A55-3B0D-4460-9F18-7D016238070D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D9BA99-AB24-46B3-9903-F663333CC2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130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9BA99-AB24-46B3-9903-F663333CC24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606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9BA99-AB24-46B3-9903-F663333CC24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646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9BA99-AB24-46B3-9903-F663333CC24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793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9BA99-AB24-46B3-9903-F663333CC24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478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9BA99-AB24-46B3-9903-F663333CC24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58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9BA99-AB24-46B3-9903-F663333CC24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43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C7C36ED-0B0A-25E4-0E6E-0FB03FBF7F7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89BC6A4-8009-B18E-443E-D206E076487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42E69E2-CED2-F8A4-8254-C92C8129ADC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263BE98-AA04-0F5E-8049-14CFC1BC2A0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63CBF30-17DA-C78C-4B72-BC521F863EB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3EAF47-D2FF-360A-F105-DB5D6A983C7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F9BBD19-4756-0CC8-A015-389792FFE47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6D5E2ED-9349-AC1A-B162-4131AEA64C5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96CBEA-78B0-C171-9B35-A12916FD205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</vt:lpstr>
      <vt:lpstr>MiSans Demibold</vt:lpstr>
      <vt:lpstr>MiSans Light</vt:lpstr>
      <vt:lpstr>MiSans Normal</vt:lpstr>
      <vt:lpstr>等线 Light</vt:lpstr>
      <vt:lpstr>MiSans Semibold</vt:lpstr>
      <vt:lpstr>Arial</vt:lpstr>
      <vt:lpstr>MiSans Medium</vt:lpstr>
      <vt:lpstr>思源黑体 CN Normal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2026-07-07T07:51:05Z</dcterms:modified>
</cp:coreProperties>
</file>