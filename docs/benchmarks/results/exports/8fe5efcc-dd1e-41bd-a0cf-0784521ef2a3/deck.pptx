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4107D-85D3-4A2C-8B09-28E602DC90E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11562-641C-4416-AFC6-1CE7FB1CA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42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11562-641C-4416-AFC6-1CE7FB1CAD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97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11562-641C-4416-AFC6-1CE7FB1CAD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75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11562-641C-4416-AFC6-1CE7FB1CAD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354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11562-641C-4416-AFC6-1CE7FB1CADD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046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11562-641C-4416-AFC6-1CE7FB1CAD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87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11562-641C-4416-AFC6-1CE7FB1CAD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721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5A3A54-57A9-7F1C-97AF-E4B7DABDC09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675252F-4799-CE54-0650-C3B3D7CE34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6C73FE-5867-1B7E-32E2-174527D9C1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6F8D06-9E87-395D-83B8-9ED07F56FCE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34B23C-537E-F77E-3ABC-7CFE0F0A64D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4C69E2-44E5-27F5-9E2D-82C455A5F1E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3E8D1F-5AAD-0D8E-A83E-26ACA1FF97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D83E65-F075-2B69-9A01-C637355FDDE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E8FE22-4EF8-DC8F-EF5F-541DCFDC1C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2026-07-08T12:08:26Z</dcterms:modified>
</cp:coreProperties>
</file>