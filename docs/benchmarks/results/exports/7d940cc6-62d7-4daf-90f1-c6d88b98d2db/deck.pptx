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F62CE-C686-478F-B525-EB22FCF3DF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6DBCB-877B-4DF8-985A-F6F92B480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59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7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204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656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038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6DBCB-877B-4DF8-985A-F6F92B480C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71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8C04DE-3AC3-F4A0-A82E-E1288F022F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8562055-6359-9A78-26FA-57B056141C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FDA45D-67F5-EDEA-942E-BEC6FBD178F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698F77-2913-8B40-DE30-3F191765FB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B00103-F2C0-7FF1-931A-7615D751C7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CCF74D-7EA4-7278-4575-6B85FEACCD1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0AA6DD-C139-06FD-2F32-F24C961ADA1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352277-E6F9-D721-956C-7114DF4755C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50AF36-119E-1797-CACB-E96ABBCB36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2026-07-09T04:15:26Z</dcterms:modified>
</cp:coreProperties>
</file>