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3BDD8-43DD-48F5-B55F-74FF6D0999C5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F4246-92F0-4D5D-BFCE-AAB586F30D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645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F4246-92F0-4D5D-BFCE-AAB586F30D5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230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F4246-92F0-4D5D-BFCE-AAB586F30D5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349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F4246-92F0-4D5D-BFCE-AAB586F30D5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141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F4246-92F0-4D5D-BFCE-AAB586F30D5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756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F4246-92F0-4D5D-BFCE-AAB586F30D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148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F4246-92F0-4D5D-BFCE-AAB586F30D5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692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r>
              <a:rPr lang="en-US" altLang="zh-CN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V2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D6A711-B37B-7CAD-2213-F46B5895D4B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985B6D8-DD9F-059A-1A7F-AA88982C1DE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A8C264F-92E2-DBEC-B1E6-AE700AD73AD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8B4272-EFFB-7202-3A2E-2CF0F3B3CBF6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售前咨询、订单状态、退换货政策与基础售后进度通常具备标准答案，适合由</a:t>
            </a:r>
            <a:r>
              <a:rPr lang="en-US" altLang="zh-CN" sz="1000"/>
              <a:t>AI</a:t>
            </a:r>
            <a:r>
              <a:rPr lang="zh-CN" altLang="en-US" sz="1000"/>
              <a:t>客服优先承接。</a:t>
            </a:r>
          </a:p>
          <a:p>
            <a:r>
              <a:rPr lang="zh-CN" altLang="en-US" sz="1000"/>
              <a:t>人工团队应聚焦投诉处理、复杂异常与高价值客户沟通，以提升整体服务质量。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C5B339-C88A-9E15-A6FE-4D16E854DFC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EFB4B1-B344-8CF2-B405-D2B34D1DB7DA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方案设计 方案设计 方案以知识库、意图识别、多轮对话、工单联动与人工转接为核心能力，先覆盖标准化问答场景，</a:t>
            </a:r>
          </a:p>
          <a:p>
            <a:r>
              <a:rPr lang="zh-CN" altLang="en-US" sz="1000"/>
              <a:t>再逐步接入质检分析与运营报表，形成可持续优化的服务闭环。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6A8B915-04B0-2337-7E44-296687361CD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管理决策 管理决策 第</a:t>
            </a:r>
            <a:r>
              <a:rPr lang="en-US" altLang="zh-CN" sz="1400"/>
              <a:t>1</a:t>
            </a:r>
            <a:r>
              <a:rPr lang="zh-CN" altLang="en-US" sz="1400"/>
              <a:t>阶段：确认试点范围与预算边界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0A79B52-B811-3D9E-B771-D6547CC005B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484</Words>
  <Application>Microsoft Office PowerPoint</Application>
  <PresentationFormat>宽屏</PresentationFormat>
  <Paragraphs>63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2026-07-06T02:15:33Z</dcterms:modified>
</cp:coreProperties>
</file>