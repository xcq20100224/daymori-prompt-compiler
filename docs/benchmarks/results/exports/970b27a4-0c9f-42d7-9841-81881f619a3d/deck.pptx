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48E50-4D9E-4DBD-BF04-E05289C79EF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543CF-FDFD-479E-B6A8-637DDCEB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282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543CF-FDFD-479E-B6A8-637DDCEB9A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597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543CF-FDFD-479E-B6A8-637DDCEB9A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652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543CF-FDFD-479E-B6A8-637DDCEB9A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380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543CF-FDFD-479E-B6A8-637DDCEB9A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774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543CF-FDFD-479E-B6A8-637DDCEB9A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245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E543CF-FDFD-479E-B6A8-637DDCEB9A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054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7057B-EF23-7576-5875-539A77F5C99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C306AD1-4889-60D4-DC58-A0DF295BF5C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015B7D-6151-4836-BCDC-3A8CCB219D6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27EA73-57C7-FCA7-7B4B-275CFF43861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BC78EE-C99F-5DD9-D76D-5BA01BDEA6A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B5FCFB-47AC-74AC-4758-6C7475BA394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C02B3EE-C025-8198-D1E9-ADB0A184BAD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6AA86E-54E3-C7C6-9067-27A1E3BE167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4D786B-CF6E-CEA2-5645-A375517D6F6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等线</vt:lpstr>
      <vt:lpstr>等线 Light</vt:lpstr>
      <vt:lpstr>MiSans Demibold</vt:lpstr>
      <vt:lpstr>MiSans</vt:lpstr>
      <vt:lpstr>Arial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2026-07-08T12:00:43Z</dcterms:modified>
</cp:coreProperties>
</file>