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3A5C4-8409-4436-806D-287CC5F0F645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99FE93-F476-45EB-86DA-37F051824B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096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9FE93-F476-45EB-86DA-37F051824B6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363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9FE93-F476-45EB-86DA-37F051824B6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086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9FE93-F476-45EB-86DA-37F051824B6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392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9FE93-F476-45EB-86DA-37F051824B6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149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9FE93-F476-45EB-86DA-37F051824B6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505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9FE93-F476-45EB-86DA-37F051824B6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622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D132736-38DC-8B16-A266-C20BB45BD56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50D7454-8AC8-8D06-760B-9A5FC48495C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B189A7-AB55-BC95-F8E8-9D0B1289B62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CA9D71-6268-56C7-E5A8-FB6BFDA1112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B2387E1-4B1F-FD7E-8527-F2C6BAED21D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3ECF075-ABAF-CEC2-4778-68FF111319D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3ADF5D1-D192-2CC3-4547-ABD5006528C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0FCDAEC-2D8C-6ADE-2B72-6048BAB9110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6C6804E-C8A5-91D3-361A-CD535AAFFF8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2026-07-09T04:37:32Z</dcterms:modified>
</cp:coreProperties>
</file>