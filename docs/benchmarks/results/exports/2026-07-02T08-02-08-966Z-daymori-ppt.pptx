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AEE2E-1A65-46C9-8DE2-F9C5FE7CDF12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8B4485-AA1D-4A84-B3F6-CCDD5535DA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968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700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759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255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694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1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23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987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B4485-AA1D-4A84-B3F6-CCDD5535DA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75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导入：酸碱中和反应为什么重要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建立酸碱中和反应学习动机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96D3B6-5999-C5A5-B757-ABD8CF2765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思源黑体 CN Normal</vt:lpstr>
      <vt:lpstr>等线 Light</vt:lpstr>
      <vt:lpstr>MiSans Medium</vt:lpstr>
      <vt:lpstr>MiSans Demibold</vt:lpstr>
      <vt:lpstr>MiSans</vt:lpstr>
      <vt:lpstr>Arial</vt:lpstr>
      <vt:lpstr>MiSans Normal</vt:lpstr>
      <vt:lpstr>MiSans ExtraLight</vt:lpstr>
      <vt:lpstr>MiSans Light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2026-07-02T08:02:07Z</dcterms:modified>
</cp:coreProperties>
</file>