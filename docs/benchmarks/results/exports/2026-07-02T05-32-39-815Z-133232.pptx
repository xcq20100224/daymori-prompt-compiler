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D2EA4-3048-4350-A749-4F139E3C42D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6DEB6-3170-4DBF-B6A3-7DD4BFF575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025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 </a:t>
            </a:r>
            <a:r>
              <a:rPr lang="en-US" altLang="zh-CN"/>
              <a:t>• </a:t>
            </a:r>
            <a:r>
              <a:rPr lang="zh-CN" altLang="en-US"/>
              <a:t>行动：本周完成负责人分配与里程碑复核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227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351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 </a:t>
            </a:r>
            <a:r>
              <a:rPr lang="en-US" altLang="zh-CN"/>
              <a:t>• </a:t>
            </a:r>
            <a:r>
              <a:rPr lang="zh-CN" altLang="en-US"/>
              <a:t>行动：本周完成负责人分配与里程碑复核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706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562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661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279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 </a:t>
            </a:r>
            <a:r>
              <a:rPr lang="en-US" altLang="zh-CN"/>
              <a:t>• </a:t>
            </a:r>
            <a:r>
              <a:rPr lang="zh-CN" altLang="en-US"/>
              <a:t>行动：本周完成负责人分配与里程碑复核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113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 核心指标波动收敛至可控区间 </a:t>
            </a:r>
            <a:r>
              <a:rPr lang="en-US" altLang="zh-CN"/>
              <a:t>• </a:t>
            </a:r>
            <a:r>
              <a:rPr lang="zh-CN" altLang="en-US"/>
              <a:t>行动：本周完成负责人分配与里程碑 复核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308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83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第：突出结论先行，证据跟进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6DEB6-3170-4DBF-B6A3-7DD4BFF5759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82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在第验证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结论：本阶段优先验证供应链，目标提升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45%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证据：样本窗口，核心指标波动收敛至可控区间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在第重构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结论：本阶段优先重构用户满意度，目标提升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61%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证据：样本窗口，核心指标波动收敛至可控区间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在第迭代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结论：本阶段优先迭代课堂达成率，目标提升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45%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证据：样本窗口，核心指标波动收敛至可控区间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在第优化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本阶段优先优化运营效率，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目标提升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88%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证据：样本窗口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419</Words>
  <Application>Microsoft Office PowerPoint</Application>
  <PresentationFormat>宽屏</PresentationFormat>
  <Paragraphs>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2026-07-02T05:32:39Z</dcterms:modified>
</cp:coreProperties>
</file>