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C85C5-B9F8-4F6E-A8A1-4B5C10E8396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C2F5C-691A-4165-BA2D-49AB27F39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66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04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55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99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028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48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F5C-691A-4165-BA2D-49AB27F391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62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C7A439-0119-CF0B-A92C-1765CDD8B4C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ACEBCC-58F5-6C76-CF6F-FA242AC024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8E1163-EDFC-E226-751A-92F3DE1B7BE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D03839-E408-C6FD-B41B-DCD4A219B3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52E1F8-45B7-37AF-0CFC-67D2EBE211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5D7EBA-2D73-32D9-212D-5CF83796940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76962B-723E-D8A3-10CA-0C9D6DBF2C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A7B90D-A625-C50F-830C-7A3EE48E84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2D99A-3EE8-F5D9-F5FC-7BA1E5AED43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8C6676-8B18-D075-6C76-0C5D522934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0BCAD0-CC48-3ED7-1216-15A5FEDA1DD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9B053E-5A51-66F4-A07B-D63F68280F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3CEA0B-7DD7-B25D-90E8-7B0C398422D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8FE52B-FA7E-CB73-B0FE-58F5E6403E6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9B8FAE-2E40-1D77-794E-9F30431DCA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19549A-9CFD-A084-4293-2D861155B9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2026-07-08T14:22:38Z</dcterms:modified>
</cp:coreProperties>
</file>