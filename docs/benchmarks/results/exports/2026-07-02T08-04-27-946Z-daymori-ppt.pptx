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0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</p:sldIdLst>
  <p:sldSz cx="12192000" cy="6858000"/>
  <p:notesSz cx="6858000" cy="9144000"/>
  <p:embeddedFontLst>
    <p:embeddedFont>
      <p:font typeface="MiSans" panose="02010600030101010101" charset="-122"/>
      <p:regular r:id="rId11"/>
      <p:bold r:id="rId12"/>
    </p:embeddedFont>
    <p:embeddedFont>
      <p:font typeface="MiSans Demibold" panose="02010600030101010101" charset="-122"/>
      <p:bold r:id="rId13"/>
    </p:embeddedFont>
    <p:embeddedFont>
      <p:font typeface="MiSans ExtraLight" panose="02010600030101010101" charset="-122"/>
      <p:regular r:id="rId14"/>
    </p:embeddedFont>
    <p:embeddedFont>
      <p:font typeface="MiSans Light" panose="02010600030101010101" charset="-122"/>
      <p:regular r:id="rId15"/>
    </p:embeddedFont>
    <p:embeddedFont>
      <p:font typeface="MiSans Medium" panose="02010600030101010101" charset="-122"/>
      <p:regular r:id="rId16"/>
    </p:embeddedFont>
    <p:embeddedFont>
      <p:font typeface="MiSans Normal" panose="02010600030101010101" charset="-122"/>
      <p:regular r:id="rId17"/>
    </p:embeddedFont>
    <p:embeddedFont>
      <p:font typeface="MiSans Semibold" panose="02010600030101010101" charset="-122"/>
      <p:bold r:id="rId18"/>
    </p:embeddedFont>
    <p:embeddedFont>
      <p:font typeface="等线" panose="02010600030101010101" pitchFamily="2" charset="-122"/>
      <p:regular r:id="rId19"/>
      <p:bold r:id="rId20"/>
    </p:embeddedFont>
    <p:embeddedFont>
      <p:font typeface="等线 Light" panose="02010600030101010101" pitchFamily="2" charset="-122"/>
      <p:regular r:id="rId21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18" Type="http://schemas.openxmlformats.org/officeDocument/2006/relationships/font" Target="fonts/font8.fntdata"/><Relationship Id="rId3" Type="http://schemas.openxmlformats.org/officeDocument/2006/relationships/slide" Target="slides/slide2.xml"/><Relationship Id="rId21" Type="http://schemas.openxmlformats.org/officeDocument/2006/relationships/font" Target="fonts/font11.fntdata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font" Target="fonts/font7.fntdata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font" Target="fonts/font6.fntdata"/><Relationship Id="rId20" Type="http://schemas.openxmlformats.org/officeDocument/2006/relationships/font" Target="fonts/font10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font" Target="fonts/font5.fntdata"/><Relationship Id="rId23" Type="http://schemas.openxmlformats.org/officeDocument/2006/relationships/viewProps" Target="viewProps.xml"/><Relationship Id="rId10" Type="http://schemas.openxmlformats.org/officeDocument/2006/relationships/notesMaster" Target="notesMasters/notesMaster1.xml"/><Relationship Id="rId19" Type="http://schemas.openxmlformats.org/officeDocument/2006/relationships/font" Target="fonts/font9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4.fntdata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1BEBC8F-3207-47BF-B731-60695C2F4D65}" type="datetimeFigureOut">
              <a:rPr lang="zh-CN" altLang="en-US" smtClean="0"/>
              <a:t>2026/7/2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70E7F3E-FB7A-469A-9164-E379D90A4D4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496656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导入要快 </a:t>
            </a:r>
            <a:r>
              <a:rPr lang="en-US" altLang="zh-CN"/>
              <a:t>• </a:t>
            </a:r>
            <a:r>
              <a:rPr lang="zh-CN" altLang="en-US"/>
              <a:t>行动：本节前</a:t>
            </a:r>
            <a:r>
              <a:rPr lang="en-US" altLang="zh-CN"/>
              <a:t>5</a:t>
            </a:r>
            <a:r>
              <a:rPr lang="zh-CN" altLang="en-US"/>
              <a:t>分钟完成情境提问与口头反馈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70E7F3E-FB7A-469A-9164-E379D90A4D42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3355198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目标量化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70E7F3E-FB7A-469A-9164-E379D90A4D42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4306136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概念先行 </a:t>
            </a:r>
            <a:r>
              <a:rPr lang="en-US" altLang="zh-CN"/>
              <a:t>• </a:t>
            </a:r>
            <a:r>
              <a:rPr lang="zh-CN" altLang="en-US"/>
              <a:t>行动：第</a:t>
            </a:r>
            <a:r>
              <a:rPr lang="en-US" altLang="zh-CN"/>
              <a:t>15</a:t>
            </a:r>
            <a:r>
              <a:rPr lang="zh-CN" altLang="en-US"/>
              <a:t>分钟组织同桌互查概念表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70E7F3E-FB7A-469A-9164-E379D90A4D42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74290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规律证据化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70E7F3E-FB7A-469A-9164-E379D90A4D42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9703429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步骤固定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70E7F3E-FB7A-469A-9164-E379D90A4D42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0667316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例题拆解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70E7F3E-FB7A-469A-9164-E379D90A4D42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085904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场景连接 </a:t>
            </a:r>
            <a:r>
              <a:rPr lang="en-US" altLang="zh-CN"/>
              <a:t>• </a:t>
            </a:r>
            <a:r>
              <a:rPr lang="zh-CN" altLang="en-US"/>
              <a:t>行动：末段小组复盘并记录</a:t>
            </a:r>
            <a:r>
              <a:rPr lang="en-US" altLang="zh-CN"/>
              <a:t>1</a:t>
            </a:r>
            <a:r>
              <a:rPr lang="zh-CN" altLang="en-US"/>
              <a:t>条改进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70E7F3E-FB7A-469A-9164-E379D90A4D42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4052998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闭环收束 </a:t>
            </a:r>
            <a:r>
              <a:rPr lang="en-US" altLang="zh-CN"/>
              <a:t>B</a:t>
            </a:r>
            <a:r>
              <a:rPr lang="zh-CN" altLang="en-US"/>
              <a:t>组综合</a:t>
            </a:r>
            <a:r>
              <a:rPr lang="en-US" altLang="zh-CN"/>
              <a:t>2</a:t>
            </a:r>
            <a:r>
              <a:rPr lang="zh-CN" altLang="en-US"/>
              <a:t>题，下节开场讲错题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70E7F3E-FB7A-469A-9164-E379D90A4D42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2337951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3200" kern="0" spc="17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iSans ExtraLight" pitchFamily="2" charset="-122"/>
                <a:ea typeface="MiSans ExtraLight" pitchFamily="2" charset="-122"/>
                <a:cs typeface="+mn-ea"/>
                <a:sym typeface="+mn-lt"/>
              </a:rPr>
              <a:t>LOGO</a:t>
            </a: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kern="0" spc="17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20XX</a:t>
            </a: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zh-CN" altLang="en-US" sz="6600" b="1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工作总结汇报</a:t>
            </a:r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zh-CN" altLang="en-US" sz="24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导入：呼吸作用为什么重要</a:t>
            </a:r>
            <a:endParaRPr lang="zh-CN" altLang="en-US" sz="24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sz="1600" dirty="0" err="1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OfficePLUS</a:t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时间：</a:t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202X/05/01</a:t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r" defTabSz="91440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建立呼吸作用学习动机 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结论：先明确问题场景再进入知识点</a:t>
            </a:r>
          </a:p>
          <a:p>
            <a:pPr algn="r" defTabSz="914400">
              <a:lnSpc>
                <a:spcPct val="150000"/>
              </a:lnSpc>
              <a:defRPr/>
            </a:pP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证据：课前抽测常见错误率在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30%-45%...</a:t>
            </a:r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sz="6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目录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3600" dirty="0">
                <a:solidFill>
                  <a:schemeClr val="accent2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CONTENT</a:t>
            </a:r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阶段工作概述</a:t>
            </a:r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项目成果展示</a:t>
            </a:r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工作完成进度</a:t>
            </a:r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未来工作规划</a:t>
            </a:r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0D059E4A-14CE-C3D4-0B7A-60B7D9DE7D4B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学习目标与标准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4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 nodePh="1">
                                  <p:stCondLst>
                                    <p:cond delay="2600"/>
                                  </p:stCondLst>
                                  <p:endCondLst>
                                    <p:cond evt="begin" delay="0">
                                      <p:tn val="5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3748242" y="2449763"/>
            <a:ext cx="4695516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r>
              <a:rPr lang="zh-CN" altLang="en-US" sz="5867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阶段工作概述</a:t>
            </a: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统一术语和单位 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结论：先统一定义再做推理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证据：定义清晰时解题正确率通常提升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20%...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核心概念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>PART 01</a:t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关键规律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r>
              <a:rPr kumimoji="0" lang="zh-CN" altLang="en-US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</a:rPr>
              <a:t>添加标题</a:t>
            </a: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r>
              <a:rPr kumimoji="0" lang="zh-CN" altLang="en-US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</a:rPr>
              <a:t>添加标题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方法步骤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3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例题精讲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3748242" y="2449763"/>
            <a:ext cx="4695516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r>
              <a:rPr lang="zh-CN" altLang="en-US" sz="5867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工作完成进度</a:t>
            </a: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连接真实场景 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结论：知识点必须落到可观察现象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证据：至少给出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条观察数据并计算均值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实验或应用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>PART 02</a:t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总结与作业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630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MiSans Light" pitchFamily="2" charset="-122"/>
                <a:ea typeface="MiSans Light" pitchFamily="2" charset="-122"/>
              </a:rPr>
              <a:t>This is your title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完成课堂闭环 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• 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结论：</a:t>
            </a:r>
          </a:p>
          <a:p>
            <a:pPr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回收核心结论和高频错因</a:t>
            </a:r>
          </a:p>
          <a:p>
            <a:pPr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• 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证据：快测目标正确率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&gt;=80%</a:t>
            </a:r>
          </a:p>
          <a:p>
            <a:pPr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• 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行动：课后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组基础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3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题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261</Words>
  <Application>Microsoft Office PowerPoint</Application>
  <PresentationFormat>宽屏</PresentationFormat>
  <Paragraphs>56</Paragraphs>
  <Slides>8</Slides>
  <Notes>8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20" baseType="lpstr">
      <vt:lpstr>MiSans Demibold</vt:lpstr>
      <vt:lpstr>MiSans</vt:lpstr>
      <vt:lpstr>等线 Light</vt:lpstr>
      <vt:lpstr>MiSans ExtraLight</vt:lpstr>
      <vt:lpstr>MiSans Light</vt:lpstr>
      <vt:lpstr>Arial</vt:lpstr>
      <vt:lpstr>MiSans Semibold</vt:lpstr>
      <vt:lpstr>思源黑体 CN Normal</vt:lpstr>
      <vt:lpstr>MiSans Medium</vt:lpstr>
      <vt:lpstr>MiSans Normal</vt:lpstr>
      <vt:lpstr>等线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2026-07-02T08:04:25Z</dcterms:modified>
</cp:coreProperties>
</file>