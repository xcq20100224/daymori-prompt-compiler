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9BADC-4070-4D5B-B858-BDFC2E87F27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19DB-D50A-44D3-AF16-E4A888D87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88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19DB-D50A-44D3-AF16-E4A888D878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6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19DB-D50A-44D3-AF16-E4A888D878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650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19DB-D50A-44D3-AF16-E4A888D878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187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19DB-D50A-44D3-AF16-E4A888D878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641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19DB-D50A-44D3-AF16-E4A888D878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430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19DB-D50A-44D3-AF16-E4A888D878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1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BF22E4-5F05-40FC-B6DA-92777822E77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C990CA1-6B3F-2818-7D62-0C1E4526B80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13B954-7B24-09BD-E6BA-416DA7931CE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5CDD2C-FD89-492C-0149-F144AF76406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4FF106-FDDA-8637-06C9-F5A0E02E6C3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9DF83D-638F-ED59-8AD5-1DA488B5A62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6A4F8CA-FD4B-4F43-2E0E-E1E7B37001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896EAF-90B6-268C-EFA5-7A9DD68B31E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B802DC-7C0D-6EE1-6B27-B608583D801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2026-07-08T05:45:34Z</dcterms:modified>
</cp:coreProperties>
</file>