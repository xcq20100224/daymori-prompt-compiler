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6EE132-A9CC-4314-80D8-D1B35E14FEE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8CE27-2E47-470E-9BE8-06E1B342F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155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68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42427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8094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8080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139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8CE27-2E47-470E-9BE8-06E1B342F3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241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8092194-BB1E-C8FC-B7BD-088934BDB84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F132533-95EB-3326-4ABC-47F458FF5B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AE2545C-D368-95C8-F7D0-6D88E46253F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BAEAC5-A481-E393-7CE2-157B136215C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2271DA6-A33C-3CD1-C675-8CD38E9F108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7DFC2D-2101-C352-1E08-07B56CCB402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04D4FD-9950-EFC8-47E9-79CE7C76858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A06A20-7F15-8FD6-7520-5A0746E0E08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121FF4-7E30-27C9-819B-EBF0FCED137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</vt:lpstr>
      <vt:lpstr>MiSans ExtraLight</vt:lpstr>
      <vt:lpstr>MiSans Semibold</vt:lpstr>
      <vt:lpstr>等线 Light</vt:lpstr>
      <vt:lpstr>MiSans</vt:lpstr>
      <vt:lpstr>MiSans Demibold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2026-07-07T03:58:45Z</dcterms:modified>
</cp:coreProperties>
</file>