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C4278-64D7-4C19-BA5C-67E9C173740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16290-6931-4E49-9BD3-CFB6D42EA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11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6290-6931-4E49-9BD3-CFB6D42EA9B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702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6290-6931-4E49-9BD3-CFB6D42EA9B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623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6290-6931-4E49-9BD3-CFB6D42EA9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283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6290-6931-4E49-9BD3-CFB6D42EA9B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924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6290-6931-4E49-9BD3-CFB6D42EA9B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689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6290-6931-4E49-9BD3-CFB6D42EA9B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333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64982F-B055-EF4E-9489-F8300F24B86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A9415F6-4C4A-C4AD-A18B-B2222E62FD8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758D15-AC7E-04ED-0A71-13D074C4255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6DB04A-12F4-C2E9-D72E-9D8D3BC2C6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2BBBDF-7540-6AB4-E368-1C23DE01B86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AB28F5-FDFF-B501-3971-5B16D1BAA9F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66D386-51A2-2915-BA99-9AC65FEF882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26FB78-E89C-E4DD-3F87-FBA71344911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B5D659-0543-5DB2-D747-47030FD24B7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2026-07-08T10:14:05Z</dcterms:modified>
</cp:coreProperties>
</file>