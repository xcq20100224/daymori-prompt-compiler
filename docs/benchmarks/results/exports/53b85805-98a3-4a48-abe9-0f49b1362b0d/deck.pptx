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7205F-1912-4B5B-BC08-5E1A6E382E7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BE44E-15E1-4FC3-80AF-84492C93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990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BE44E-15E1-4FC3-80AF-84492C935C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788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BE44E-15E1-4FC3-80AF-84492C935C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618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BE44E-15E1-4FC3-80AF-84492C935C1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959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BE44E-15E1-4FC3-80AF-84492C935C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725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BE44E-15E1-4FC3-80AF-84492C935C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000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BE44E-15E1-4FC3-80AF-84492C935C1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96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B8E68B-A6F2-1CB5-3EBC-EAB77B0AD35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308E063-8DB3-3A0C-80BF-BFF6F419E8E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4368C7-F518-8F80-1AA2-C11829B297A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ADB4A-7B2D-4D6F-0847-95CB9483277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4CEC76-1250-8088-39E4-18B91A8C095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1A5042-E928-FAA1-ED02-255724A86BD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B83D41-166D-4228-B1CC-66C8C7C095B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7674B8-426C-612F-12A1-49A7A849FE4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7C687C1-AB1B-61BA-1545-905F45AF4A2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2026-07-08T12:21:01Z</dcterms:modified>
</cp:coreProperties>
</file>