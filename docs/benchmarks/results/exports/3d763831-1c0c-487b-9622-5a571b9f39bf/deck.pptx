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5E2388-87A2-45DD-9F22-A3B03081708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53E73-CD67-4F02-801E-604FC1FC4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21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53E73-CD67-4F02-801E-604FC1FC474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990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53E73-CD67-4F02-801E-604FC1FC474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080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53E73-CD67-4F02-801E-604FC1FC474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507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53E73-CD67-4F02-801E-604FC1FC474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05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53E73-CD67-4F02-801E-604FC1FC474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387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53E73-CD67-4F02-801E-604FC1FC474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16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D53C856-80F6-24EE-B96B-C5ED50D0AA4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75FC8F1-EE45-16AF-B9BD-912B789CDFD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823D748-8A0A-918B-BB96-AFF8316158B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5F37BA-E5F0-6B51-594B-B40CDD8227F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0D5BF4A-1DFD-D32C-6219-8EE0291DD06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D74E3EE-0548-3BBF-775F-DEF9156C12B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8F8BB26-8A52-43A1-1FC0-F11048D5073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19F4F75-27A8-741A-BFC0-1C532A6878B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689EB2-A03A-6C0C-F92A-C09497D2D04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2026-07-07T08:21:55Z</dcterms:modified>
</cp:coreProperties>
</file>