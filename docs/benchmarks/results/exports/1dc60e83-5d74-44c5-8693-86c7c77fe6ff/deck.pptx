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88777C-4E43-4850-AEC5-B76CCFCF3C36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800A67-2C7B-4FAB-B174-0AF878C705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1311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00A67-2C7B-4FAB-B174-0AF878C7054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104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00A67-2C7B-4FAB-B174-0AF878C7054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792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00A67-2C7B-4FAB-B174-0AF878C7054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149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00A67-2C7B-4FAB-B174-0AF878C7054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745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00A67-2C7B-4FAB-B174-0AF878C7054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498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00A67-2C7B-4FAB-B174-0AF878C7054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23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5B02E9-85F6-03B7-9DB6-5DFDD2D9E47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9C1EF8D-4F8B-7317-D2A5-C86506CA6FD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1B6BED0-1B01-AAA1-B140-02E880F5F1F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CC4184-8401-4717-523F-8E142DC885F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239AF0F-DBBE-85F8-1768-98591FCAF11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BC5C998-6797-4C3E-39F5-7D9E9873DDF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1554B95-847C-7DA7-BE14-2A5613F4A5F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AB25744-90AA-3F63-43B9-D777372A2E9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F8C75A8-267A-5967-42B3-F305857BFE7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MiSans Light</vt:lpstr>
      <vt:lpstr>等线 Light</vt:lpstr>
      <vt:lpstr>MiSans Semibold</vt:lpstr>
      <vt:lpstr>Arial</vt:lpstr>
      <vt:lpstr>思源黑体 CN Normal</vt:lpstr>
      <vt:lpstr>MiSans Normal</vt:lpstr>
      <vt:lpstr>MiSans ExtraLight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2026-07-09T04:16:21Z</dcterms:modified>
</cp:coreProperties>
</file>