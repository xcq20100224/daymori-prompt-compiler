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开场说明课程目标与评价标准。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先引发直觉，再回顾第一定律与加速度。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 </a:t>
            </a:r>
            <a:r>
              <a:rPr lang="en-US" altLang="zh-CN"/>
              <a:t>2 </a:t>
            </a:r>
            <a:r>
              <a:rPr lang="zh-CN" altLang="en-US"/>
              <a:t>个快问快答确认旧知。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强调变量控制与数据记录格式。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补充 </a:t>
            </a:r>
            <a:r>
              <a:rPr lang="en-US" altLang="zh-CN"/>
              <a:t>N=kg·m/s² </a:t>
            </a:r>
            <a:r>
              <a:rPr lang="zh-CN" altLang="en-US"/>
              <a:t>的单位关系。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示范步骤书写规范与单位。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留 </a:t>
            </a:r>
            <a:r>
              <a:rPr lang="en-US" altLang="zh-CN"/>
              <a:t>2 </a:t>
            </a:r>
            <a:r>
              <a:rPr lang="zh-CN" altLang="en-US"/>
              <a:t>分钟独立完成，随后讲评。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集中纠正三类高频错误。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用结构图回顾主线。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鼓励学生提出 </a:t>
            </a:r>
            <a:r>
              <a:rPr lang="en-US" altLang="zh-CN"/>
              <a:t>1 </a:t>
            </a:r>
            <a:r>
              <a:rPr lang="zh-CN" altLang="en-US"/>
              <a:t>个问题并记录。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牛顿第二定律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• 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本页核心结论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问题引入与知识回顾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ADA927D-33AC-9BA9-6B87-E094F5A8892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本页核心结论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复习：力会改变运动状态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力是改变运动状态的原因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2BDF24-A15B-2EE3-DD2B-CC7382FFA04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力是改变运动状态的原因</a:t>
            </a: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• 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质量不变时改变拉力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D7FED9-D117-0BF4-A430-AB811B0E5B5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实验探究：控制变量法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• F 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表示物体受到的合力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公式理解：</a:t>
            </a:r>
            <a:r>
              <a:rPr lang="en-US" altLang="zh-CN" sz="1000"/>
              <a:t>F = ma</a:t>
            </a:r>
            <a:endParaRPr lang="zh-CN" altLang="en-US" sz="10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0D1FD70-9734-7418-EA4C-2AB81B3F9A9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F </a:t>
            </a:r>
            <a:r>
              <a:rPr lang="zh-CN" altLang="en-US" sz="1400"/>
              <a:t>表示物体受到的合力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• 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题目：</a:t>
            </a:r>
            <a:r>
              <a:rPr lang="en-US" sz="1400" b="1">
                <a:latin typeface="MiSans Normal" pitchFamily="2" charset="-122"/>
                <a:ea typeface="MiSans Normal" pitchFamily="2" charset="-122"/>
              </a:rPr>
              <a:t>m=2kg，</a:t>
            </a:r>
          </a:p>
          <a:p>
            <a:pPr algn="ctr"/>
            <a:r>
              <a:rPr lang="en-US" sz="1400" b="1">
                <a:latin typeface="MiSans Normal" pitchFamily="2" charset="-122"/>
                <a:ea typeface="MiSans Normal" pitchFamily="2" charset="-122"/>
              </a:rPr>
              <a:t>F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合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=6</a:t>
            </a:r>
            <a:r>
              <a:rPr lang="en-US" sz="1400" b="1">
                <a:latin typeface="MiSans Normal" pitchFamily="2" charset="-122"/>
                <a:ea typeface="MiSans Normal" pitchFamily="2" charset="-122"/>
              </a:rPr>
              <a:t>N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例题：水平面上的物体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B0FD7F-652C-2BF3-4F97-8E9971284D9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题目：</a:t>
            </a:r>
            <a:r>
              <a:rPr lang="en-US" altLang="zh-CN" sz="1400"/>
              <a:t>m=2kg</a:t>
            </a:r>
            <a:r>
              <a:rPr lang="zh-CN" altLang="en-US" sz="1400"/>
              <a:t>，</a:t>
            </a:r>
            <a:r>
              <a:rPr lang="en-US" altLang="zh-CN" sz="1400"/>
              <a:t>F</a:t>
            </a:r>
            <a:r>
              <a:rPr lang="zh-CN" altLang="en-US" sz="1400"/>
              <a:t>合</a:t>
            </a:r>
            <a:r>
              <a:rPr lang="en-US" altLang="zh-CN" sz="1400"/>
              <a:t>=6N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课堂练习：判断加速度变化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合力加倍且质量不变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AF4251-D6B1-E514-FADA-5CD0A071EB5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合力加倍且质量不变</a:t>
            </a: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先找合力再代入公式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204CA8-E95F-BAD7-4CB1-D383FFCC9CC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易错点纠偏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70A7AC-CD58-9CFF-4F74-06D76005C54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先找合力再代入公式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本章目标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课堂小结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F0C346-4109-A83A-35A2-C8D29A207ED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•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为什么必须使用合力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2E1B2E0-38A4-929C-0557-8DAB393E21A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课堂反思与提问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522</Words>
  <Application>Microsoft Office PowerPoint</Application>
  <PresentationFormat>宽屏</PresentationFormat>
  <Paragraphs>87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14</cp:revision>
  <dcterms:created xsi:type="dcterms:W3CDTF">2022-06-02T07:27:36Z</dcterms:created>
  <dcterms:modified xsi:type="dcterms:W3CDTF">2026-07-03T03:23:22Z</dcterms:modified>
</cp:coreProperties>
</file>