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3A395-C0D0-45B4-96BA-4278F6B386F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B2B8A-684F-46DA-A97F-1B5D9BE114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50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B2B8A-684F-46DA-A97F-1B5D9BE114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825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B2B8A-684F-46DA-A97F-1B5D9BE114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524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B2B8A-684F-46DA-A97F-1B5D9BE114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66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B2B8A-684F-46DA-A97F-1B5D9BE114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46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B2B8A-684F-46DA-A97F-1B5D9BE114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604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8B2B8A-684F-46DA-A97F-1B5D9BE114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84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C5508E-FE4B-3F18-34C1-059EB042527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3C5460D-9B7A-50C6-6A6E-0EAFD9E190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C770D3-CD53-55E3-447F-7F3DCA530D2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37CE05-391D-9539-5D51-16FB58EDDDB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EC5CB5-43ED-8B4D-0B58-A261204640E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1F7EDC-B8D0-6C76-1AF3-2E4E51E8B08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33FFF02-DA50-8188-340D-8337EA1268A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48E438-C88D-875A-7F49-797FF61997D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71871C-8FED-DC82-CE5A-80ECB9220D9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2026-07-07T03:59:14Z</dcterms:modified>
</cp:coreProperties>
</file>