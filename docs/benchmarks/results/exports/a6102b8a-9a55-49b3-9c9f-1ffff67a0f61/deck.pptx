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E3249-93F3-4D22-B31D-E5AB991AB90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46FD8-A9A7-43F7-A2E7-73E95CA9C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4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46FD8-A9A7-43F7-A2E7-73E95CA9CE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4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46FD8-A9A7-43F7-A2E7-73E95CA9CE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92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46FD8-A9A7-43F7-A2E7-73E95CA9CE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14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46FD8-A9A7-43F7-A2E7-73E95CA9CE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448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46FD8-A9A7-43F7-A2E7-73E95CA9CE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36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46FD8-A9A7-43F7-A2E7-73E95CA9CE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84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588C0C-E217-B50D-DD56-E711C5C7142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70347A7-6F1C-5D83-747E-783C606C8F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1A6351-0D14-1096-F8D2-4826E51775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724CD3-18C3-2519-0624-00A699E76C0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788DE3-970B-1752-FDE0-0F34E0EF55E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9AC522-2AAD-93B1-D9C7-E96E121DE2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BE845A-A34F-E6AE-202C-1CE5A7C1E6A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4870F9-1CDC-C9ED-FFDC-E33D19BA4E6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095D4C-2FA2-0461-5E60-925F2AC2B93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2026-07-07T08:42:53Z</dcterms:modified>
</cp:coreProperties>
</file>