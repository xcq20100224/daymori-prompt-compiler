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0712B-61E4-4D58-95E0-9CB59F4458B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08A4-A937-43F2-BB6B-9E72C1B87C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53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08A4-A937-43F2-BB6B-9E72C1B87CC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921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08A4-A937-43F2-BB6B-9E72C1B87CC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947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08A4-A937-43F2-BB6B-9E72C1B87CC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295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08A4-A937-43F2-BB6B-9E72C1B87CC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612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08A4-A937-43F2-BB6B-9E72C1B87CC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987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808A4-A937-43F2-BB6B-9E72C1B87CC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462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2DC061-8EB1-8418-31E0-662DBB36EB7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7AF0DB7-DA2B-2235-F356-B40AD8CCD2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F23AE8-DA5D-9603-D2F9-22A6E834F87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0F9D3D-9709-A39D-8CC0-B6A81486722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180DE9-E027-5E09-E56F-EE949CEFA85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DDA256-971A-5F39-A1CD-CAD52944568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214A98-1D56-6F58-F15B-FBB8EFD3AE5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7D7F1CB-5683-DA0E-1558-A7EDCD59B15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ACA6FA-4210-A31E-17A1-0E861B354E5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2026-07-08T04:48:38Z</dcterms:modified>
</cp:coreProperties>
</file>