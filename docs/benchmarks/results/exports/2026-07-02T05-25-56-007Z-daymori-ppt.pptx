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46CF4-5DA1-4C54-ABDD-17AAB0641D8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F4EA3-01CA-458C-9667-6C1D6ACD4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03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03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108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902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1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765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40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56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F4EA3-01CA-458C-9667-6C1D6ACD4F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00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2026-07-02T05:25:55Z</dcterms:modified>
</cp:coreProperties>
</file>