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1BAF5-CAD3-4D08-B0FB-2EB420282BED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68040-5CAB-4BBF-A2CA-C610BD62C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15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678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479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103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230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76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875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7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741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118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013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69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35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629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557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641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774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22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958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150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59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EB9063-7980-A30E-4EA9-715D8827B9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FFC8E0-47A5-1166-955E-31636234CD8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B79DE8-BC98-508F-AC65-2B192D0ACD82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5AD760-A9CF-394C-5F22-C24FE3704A8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EBD514-06EF-0AB7-DFBD-31BD61D476F4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DBC825-C434-8145-D3EB-66DFFC2C06B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272E0E-8E32-C155-21B4-4FAD8D3437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项目成果展示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75CF99-82A7-394E-D11B-179A4281494F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3DEDE3-09BD-95B0-107E-1CF12BF6CE2A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未来工作规划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955C46-5E73-D842-1823-590452995C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感谢聆听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1560</Words>
  <Application>Microsoft Office PowerPoint</Application>
  <PresentationFormat>宽屏</PresentationFormat>
  <Paragraphs>178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2026-07-03T01:42:20Z</dcterms:modified>
</cp:coreProperties>
</file>