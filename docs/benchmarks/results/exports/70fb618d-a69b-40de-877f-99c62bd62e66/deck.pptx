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C01364-62D3-49C9-9415-96DC4ACCBC94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7A824A-A1C0-489C-BECD-1724B9F87A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154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A824A-A1C0-489C-BECD-1724B9F87A1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48586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A824A-A1C0-489C-BECD-1724B9F87A1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29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A824A-A1C0-489C-BECD-1724B9F87A1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283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A824A-A1C0-489C-BECD-1724B9F87A1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60563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A824A-A1C0-489C-BECD-1724B9F87A1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1799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A824A-A1C0-489C-BECD-1724B9F87A1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7076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D3D9442-EB8F-EF85-E23C-037CF2869B4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75E46DC-81A4-E359-60CE-C634EA8AC71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2B8916F-EE81-66DE-ABE1-6A1DA3FF3C1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CCEFF3E-B793-2FFA-D93E-161C6716428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796A496-FDF8-F8E2-998A-80698646C9A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39550B1-AE9A-9E15-99F0-390FB4629BF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0741A73-5831-9680-ECE2-01DEE4B3003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109CD14-BB1C-A774-9200-D3175619175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B5BD6CC-8AC7-BA87-9098-95AD01C7D39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2026-07-09T04:21:09Z</dcterms:modified>
</cp:coreProperties>
</file>