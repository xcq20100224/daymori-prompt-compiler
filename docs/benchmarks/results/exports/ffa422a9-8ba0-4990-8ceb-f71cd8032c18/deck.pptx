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13F719-C0BB-4725-B4CD-662A2F3E8E0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86AEB-AF3C-4549-A7D9-56275D8E72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131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86AEB-AF3C-4549-A7D9-56275D8E729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3340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86AEB-AF3C-4549-A7D9-56275D8E729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137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86AEB-AF3C-4549-A7D9-56275D8E729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2417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86AEB-AF3C-4549-A7D9-56275D8E729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1958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86AEB-AF3C-4549-A7D9-56275D8E729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012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86AEB-AF3C-4549-A7D9-56275D8E729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845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CCCF393-DA0A-EAFA-7DBC-553DF6D3EBE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8E1C609-327C-C045-2469-DF51C4D484C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7881812-21F4-A0DA-A9C1-665AE1A5555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0573FE-7440-3EA1-A331-45EB5ACEF11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7552D95-AFA5-C25D-5D64-7BE12B017EF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A1261C-7854-117F-C255-B0E345FC556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EDA44D5-0D2F-3370-DA65-DBAAF12E1CF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ED43904-1030-763E-FBBE-22A790F9F52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E295717-7AA8-F9A4-2F58-C3260D4B90D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2026-07-08T12:38:26Z</dcterms:modified>
</cp:coreProperties>
</file>