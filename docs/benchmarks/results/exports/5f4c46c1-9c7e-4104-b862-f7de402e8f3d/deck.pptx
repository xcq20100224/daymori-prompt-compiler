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E803C-076A-4FAF-9855-FF7AC3E423C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E2304-3366-433F-AAE9-9C296ECB6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16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235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740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979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680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63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E2304-3366-433F-AAE9-9C296ECB61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8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65E944-6DC4-8998-4739-7FC67C8F2A0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2D7623-FE80-A8A9-CF70-A33472277E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2EB8CB-8748-E220-3BC6-2646BF322DB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D3C143-22D5-88B1-924B-F61CFBE2D7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0146BF-D1E0-916D-1459-43B366E7DAA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BA6A9C-45DA-3853-6672-C6B0FFD50F4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7283E7-0E98-72F2-E97C-91DCBB04F94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D0C105-CC54-3A09-03D8-8EE1083B39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8EAB19-7143-3345-A89F-F7530B48165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2026-07-07T08:18:08Z</dcterms:modified>
</cp:coreProperties>
</file>