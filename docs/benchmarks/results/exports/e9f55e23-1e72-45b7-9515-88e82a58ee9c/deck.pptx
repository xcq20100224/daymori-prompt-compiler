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B140A9-AA36-449A-B85D-1D9847A12D56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238078-5E80-4E36-9177-CB70D3F78F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5470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238078-5E80-4E36-9177-CB70D3F78FE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8171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238078-5E80-4E36-9177-CB70D3F78FE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10709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238078-5E80-4E36-9177-CB70D3F78FE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317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238078-5E80-4E36-9177-CB70D3F78FE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9567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238078-5E80-4E36-9177-CB70D3F78FE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20113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238078-5E80-4E36-9177-CB70D3F78FE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205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ED30055-2FBE-D337-7AF8-94AAC70B0DF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D352D01-342D-8EB0-4238-5397C23940D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C1BEA80-51C7-28A3-A003-ECEF1B32346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545761A-0452-7ABF-CAD8-D86B376C69D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0F70ADF-6F5C-836D-2431-2A691F3D7D2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CBF7797-1BCB-ADB9-B8AB-02D8025AF05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B3CCCEE-9B16-284E-38B9-7FA2076C1E6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FB924B2-2C00-4585-9DD2-79887E32526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4CA5FC2-6A2F-5640-DF50-2E8BCC2EFCD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MiSans Semibold</vt:lpstr>
      <vt:lpstr>MiSans</vt:lpstr>
      <vt:lpstr>MiSans Demibold</vt:lpstr>
      <vt:lpstr>等线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2026-07-08T12:52:49Z</dcterms:modified>
</cp:coreProperties>
</file>