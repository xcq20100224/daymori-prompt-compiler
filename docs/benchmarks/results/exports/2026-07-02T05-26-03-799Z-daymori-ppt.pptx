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F3CF4-7D40-4FE2-8439-7CD1B8C4494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BDEF0-CE0D-4C2B-B746-3E2D5DB973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35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106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319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899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096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629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95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77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BDEF0-CE0D-4C2B-B746-3E2D5DB9736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43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2026-07-02T05:26:03Z</dcterms:modified>
</cp:coreProperties>
</file>