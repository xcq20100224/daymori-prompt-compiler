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352C1-52DC-4D76-B02C-D0C7868B49E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2606F-07AA-44E4-8929-7A17A44A23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5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85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417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396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191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49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2606F-07AA-44E4-8929-7A17A44A23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79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E3571-E9E1-CC5D-0DD7-A20808D5104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8862310-3FF3-897D-2538-3A8005B90A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064075-8CFB-3483-5784-A2B5C027A9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916743-654B-8195-8D00-96355FD098C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5E1316-1A68-1263-9071-E90E18B8D1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17F6A9-4522-6CD1-3A80-89C511F168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6A6BEF-8AB3-5EF1-45EB-5EF40ACFEA4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93F448-532F-C28C-2680-9F106FE056A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2D7617-E921-4893-A171-DB66A44E86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2026-07-08T12:43:25Z</dcterms:modified>
</cp:coreProperties>
</file>