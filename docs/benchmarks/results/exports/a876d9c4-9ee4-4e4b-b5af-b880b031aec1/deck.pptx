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40403-99F4-44AA-B2FC-450B16BAE15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2F7AB-33AD-43BE-813E-11EE5397E0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623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2F7AB-33AD-43BE-813E-11EE5397E07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794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ABTest1_1783519531809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ABTest1_1783519531809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2F7AB-33AD-43BE-813E-11EE5397E0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818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ABTest1_1783519531809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2F7AB-33AD-43BE-813E-11EE5397E07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96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ABTest1_1783519531809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2F7AB-33AD-43BE-813E-11EE5397E07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887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2F7AB-33AD-43BE-813E-11EE5397E07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5882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2F7AB-33AD-43BE-813E-11EE5397E07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638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2F7AB-33AD-43BE-813E-11EE5397E07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205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ABTest1_1783519531809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ABTest1_1783519531809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ABTest1_178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3519531809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A36F520-43AF-CCDB-9A4B-511F184FB71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ABTest1_1783519531809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19531809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9531809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8351953180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9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8351953180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8351953180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ABTest1_178351953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ABTest1_178351953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783519531809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6B61AB-4676-AAF9-A2BA-E1F8C49AFF2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2978B75-5F83-86BC-BCA3-84539569DCC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562DA2E-2F39-FF54-E31F-24BBEF5D4C5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EB2B83F-C6B2-FFCD-B6BE-3D4A61CD8C4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AB9FBD2-90BC-5410-C0AC-D474968F7CD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2026-07-08T14:06:48Z</dcterms:modified>
</cp:coreProperties>
</file>