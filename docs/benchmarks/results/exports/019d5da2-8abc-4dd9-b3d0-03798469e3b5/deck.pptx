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1BC445-395D-4548-853D-559DE04975C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80B243-DA05-4965-ACEA-7C8223576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804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0B243-DA05-4965-ACEA-7C8223576C6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971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0B243-DA05-4965-ACEA-7C8223576C6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47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0B243-DA05-4965-ACEA-7C8223576C6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251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0B243-DA05-4965-ACEA-7C8223576C6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844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0B243-DA05-4965-ACEA-7C8223576C6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1549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0B243-DA05-4965-ACEA-7C8223576C6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2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DBB5E14-1474-8D7D-A8D9-2862310460F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4CF2AD4-E248-09D0-613B-09489695493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EAFB08B-5E15-FB2B-B0D4-0B4D011E932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6F0F68-9C67-F888-A23A-7F675FF090C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E7B2933-A7CD-40FA-6E99-1547ED1AA59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A15897-32DF-9A46-9763-B7A958D1E13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A10957E-1243-D9DA-0363-C020CAB60F4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E6699EB-93B2-BF43-3DB4-21DD0EC78CC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BFB93E3-0653-78A2-79C9-78F64BE6143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560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等线 Light</vt:lpstr>
      <vt:lpstr>MiSans Demibold</vt:lpstr>
      <vt:lpstr>Arial</vt:lpstr>
      <vt:lpstr>MiSans Light</vt:lpstr>
      <vt:lpstr>MiSans Semibold</vt:lpstr>
      <vt:lpstr>等线</vt:lpstr>
      <vt:lpstr>思源黑体 CN Normal</vt:lpstr>
      <vt:lpstr>MiSans Normal</vt:lpstr>
      <vt:lpstr>MiSans ExtraLight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2026-07-08T05:05:23Z</dcterms:modified>
</cp:coreProperties>
</file>