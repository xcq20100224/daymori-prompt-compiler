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F6F6A-C963-49EA-BA5A-7DF1F679885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1B5D1-6E45-4E90-8C9C-D829A4D864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468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1B5D1-6E45-4E90-8C9C-D829A4D864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436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1B5D1-6E45-4E90-8C9C-D829A4D864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269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1B5D1-6E45-4E90-8C9C-D829A4D864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254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1B5D1-6E45-4E90-8C9C-D829A4D864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557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1B5D1-6E45-4E90-8C9C-D829A4D864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776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1B5D1-6E45-4E90-8C9C-D829A4D864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138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AEE62D-EC34-3EDE-2992-01C9C4E2B2A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D54BF8F-23EA-AB1E-263B-9599E85238A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CEFA93E-956B-4C69-C0AB-1715B3BF286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B72695-8912-10DA-745F-81A1F6AC12A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8454FA-2F82-0747-F771-6C8B94AAAA2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D95EDB-3E49-2212-3C33-2AD2DD0AF19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22406A-D5EA-A940-BCC2-E51C3606A71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63E81F-12D7-8D2A-D0B9-9D9D001EE75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3B6632-B6B8-EE77-4B20-5D4664FEF0F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2026-07-08T05:17:59Z</dcterms:modified>
</cp:coreProperties>
</file>