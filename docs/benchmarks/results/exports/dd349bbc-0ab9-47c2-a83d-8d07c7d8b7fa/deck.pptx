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A20C5-E7CB-4474-A3AD-A27BD9C0A2E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87F0D-315F-4FCC-B2D0-59B16A5695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50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87F0D-315F-4FCC-B2D0-59B16A5695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07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87F0D-315F-4FCC-B2D0-59B16A5695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151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87F0D-315F-4FCC-B2D0-59B16A5695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229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87F0D-315F-4FCC-B2D0-59B16A5695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87F0D-315F-4FCC-B2D0-59B16A5695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615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87F0D-315F-4FCC-B2D0-59B16A5695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79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96130E-B26E-161B-07D1-12536E0E46A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A6C8B69-6465-9D32-0E09-E8D9F25175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A7DCA5-3B5D-2296-1B2E-8A079E21657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B8ED1A-9679-6346-D7F7-166CFEC1CD8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5EA894-57AA-0CD2-71E9-57CEDBF5830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9A8EBF-CE8F-36F9-552F-DE9483F5670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201116-29B1-2C9F-373C-F4392AF452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029003-1FB7-F506-967D-DDFFF306C2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A37854-80DA-79F2-B2E3-B827D025E29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A51609-B252-E829-48A3-B01110003D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B69665-E536-A540-35E6-510D366C59E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0B778C-6C5C-1784-9E42-9C1DE4C6502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A86068-FEC2-127C-BE6C-87C12E662C1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CD3ADB-BD37-CA0F-BF6E-EDA5E09667C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435717-ACB7-0A49-4BE3-30AD74D541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3A21F9-9119-DA5B-0F90-9D1B4D660E2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2026-07-08T14:13:12Z</dcterms:modified>
</cp:coreProperties>
</file>