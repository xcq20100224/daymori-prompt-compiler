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51780-4D67-4D8D-B1A6-23D7C32F6F4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22DE-9B25-4199-AE02-B0B7E1E65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57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D22DE-9B25-4199-AE02-B0B7E1E65E4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012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D22DE-9B25-4199-AE02-B0B7E1E65E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148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D22DE-9B25-4199-AE02-B0B7E1E65E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083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D22DE-9B25-4199-AE02-B0B7E1E65E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518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D22DE-9B25-4199-AE02-B0B7E1E65E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765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D22DE-9B25-4199-AE02-B0B7E1E65E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356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D22DE-9B25-4199-AE02-B0B7E1E65E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142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D22DE-9B25-4199-AE02-B0B7E1E65E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592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RAG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系统性能优化学习动机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2026-07-02T05:28:21Z</dcterms:modified>
</cp:coreProperties>
</file>