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965070C-713E-481E-8800-F8603DB2B458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15B41A-9E67-450C-BAD0-351F830E32A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622752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客服工作量结构图 和服务稳定性仍难保障。 图示：客服工作量结构图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15B41A-9E67-450C-BAD0-351F830E32AE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145688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高频问题分类卡片 标准答案，适合由 </a:t>
            </a:r>
            <a:r>
              <a:rPr lang="en-US" altLang="zh-CN"/>
              <a:t>AI </a:t>
            </a:r>
            <a:r>
              <a:rPr lang="zh-CN" altLang="en-US"/>
              <a:t>客服优先承接。 人工团队应聚焦投诉处理、 复杂异常与高价值客户沟通， 以提升整体服务质量。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15B41A-9E67-450C-BAD0-351F830E32AE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7706317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客服能力架构图 再逐步接入质检分析与 运营报表， 形成可持续优化的服务 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15B41A-9E67-450C-BAD0-351F830E32AE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4163763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15B41A-9E67-450C-BAD0-351F830E32AE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3266474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才进入规模化推广。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15B41A-9E67-450C-BAD0-351F830E32AE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5020619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15B41A-9E67-450C-BAD0-351F830E32AE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110672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32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用户增长策略</a:t>
            </a:r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7A16A4BC-9416-28DC-B77B-3F6A78A7043C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先明确压力来源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E6C4646B-3354-8F4C-7119-7519E4E680DA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7B49270E-242D-0023-F456-6420AB9A5889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先明确压力来源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随着咨询量、售后问题和服务渠道持续增加，人工客服长期承担重复问答、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订单查询与进度解释工作。排班、培训与质检成本持续抬升，但高峰时段的响应速度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客服成本压力正在上升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高频问题适合优先自动化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图示：高频问题分类卡片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售前咨询、订单状态、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退换货政策与基础售后进度通常具备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承接标准问题，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用人工处理复杂问题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88A91FE-C2A1-B7CC-1C3F-2BBDA322EE4C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</a:t>
            </a:r>
            <a:r>
              <a:rPr lang="en-US" altLang="zh-CN" sz="1400"/>
              <a:t>AI</a:t>
            </a:r>
            <a:r>
              <a:rPr lang="zh-CN" altLang="en-US" sz="1400"/>
              <a:t>承接标准问题，用人工处理复杂问题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AI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客服能力分层建设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方案以知识库、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意图识别、多轮对话、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工单联动与人工转接为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核心能力，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先覆盖标准化问答场景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 algn="ctr"/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客服能力架构图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阶段：梳理高频问题并建设知识库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接入客服系统并灰度上线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阶段：根据命中率持续优化运营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试点阶段建议重点跟踪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独立解决率、转人工率、平均响应时长、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人工客服负载与客户满意度。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只有当效率提升与体验稳定同时成立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AC429039-F2CD-9FA3-0A65-6F00ECDC4914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3E1F624F-08F8-975E-88B5-B300FB488E55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81761B98-4061-B093-C4DD-F2625E5DB96A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96A9A48C-2398-5D75-7E54-070C1538671F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D2068B75-4882-3544-78F4-E94F87A5FF94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559</Words>
  <Application>Microsoft Office PowerPoint</Application>
  <PresentationFormat>宽屏</PresentationFormat>
  <Paragraphs>87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Medium</vt:lpstr>
      <vt:lpstr>等线 Light</vt:lpstr>
      <vt:lpstr>Arial</vt:lpstr>
      <vt:lpstr>MiSans ExtraLight</vt:lpstr>
      <vt:lpstr>MiSans Semibold</vt:lpstr>
      <vt:lpstr>等线</vt:lpstr>
      <vt:lpstr>MiSans</vt:lpstr>
      <vt:lpstr>MiSans Demibold</vt:lpstr>
      <vt:lpstr>MiSans Light</vt:lpstr>
      <vt:lpstr>思源黑体 CN Normal</vt:lpstr>
      <vt:lpstr>MiSans Normal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2026-07-08T05:03:16Z</dcterms:modified>
</cp:coreProperties>
</file>