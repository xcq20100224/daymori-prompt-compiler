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D0E00A-5FCB-49F0-B92A-5CF2D1C1867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81A2DA-B1C5-4131-8BF1-ED18B74619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3653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1A2DA-B1C5-4131-8BF1-ED18B74619E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06462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1A2DA-B1C5-4131-8BF1-ED18B74619E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9717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1A2DA-B1C5-4131-8BF1-ED18B74619E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74926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1A2DA-B1C5-4131-8BF1-ED18B74619E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8658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1A2DA-B1C5-4131-8BF1-ED18B74619E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989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1A2DA-B1C5-4131-8BF1-ED18B74619E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9920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89702AF-3A4F-C872-2A64-1C880537488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52856C9-4845-DF78-95C8-74D322F77CF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899AAF0-2F73-32B6-22EF-39C447E5368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694BDEF-969E-1C87-0AC9-835BE30279F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B8C1F1F-1B8E-515B-908E-16BE26EEFC1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21DFD7F-5708-31D5-F6CB-FF3B067F7E2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C6801A5-8B44-56AE-D993-246324407FD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5409897-C8CA-63ED-9404-AB081C97121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E114472-3FED-8CEE-86C8-6EB6552907B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MiSans ExtraLight</vt:lpstr>
      <vt:lpstr>等线</vt:lpstr>
      <vt:lpstr>MiSans Light</vt:lpstr>
      <vt:lpstr>等线 Light</vt:lpstr>
      <vt:lpstr>MiSans Semibold</vt:lpstr>
      <vt:lpstr>Arial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2026-07-08T12:58:03Z</dcterms:modified>
</cp:coreProperties>
</file>