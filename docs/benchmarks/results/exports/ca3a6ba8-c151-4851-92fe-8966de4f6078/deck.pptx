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93C83-7767-404A-A6B3-EC617527938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5CCE8-30CB-4B5B-8266-1DD680E2CC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43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用户增长运营现状结构图 优先级重排。 图示：用户增长运营现状结构图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5CCE8-30CB-4B5B-8266-1DD680E2CC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575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用户增长运营问题分层卡片 执行能力与反馈闭环四个层面。 先聚焦高频高影响环节， 再逐步覆盖复杂场景， 可显著降低试点风险。 图示： 用户增长运营问题分层卡片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5CCE8-30CB-4B5B-8266-1DD680E2CC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748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用户增长运营方案架构图 建设， 再通过迭代机制优化质 量， 形成可复制的执行闭环。 图示： 用户增长运营方案架构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5CCE8-30CB-4B5B-8266-1DD680E2CC2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82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5CCE8-30CB-4B5B-8266-1DD680E2CC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74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5CCE8-30CB-4B5B-8266-1DD680E2CC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035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A5CCE8-30CB-4B5B-8266-1DD680E2CC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127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用户增长运营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58A304-B8BB-9CAF-B9CF-69BC0DFF3CD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用户增长运营提案汇报 用户增长运营提案汇报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用户增长运营的核心约束与机会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4317E3-44E7-9EAF-1D96-75AC37EB1E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F5A4BA1-282F-2D50-819E-38A4C449A0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用户增长运营当前在目标达成、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围绕用户增长运营可将问题拆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872985-3CAC-5803-9B63-811CCC8C59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DEAC5C-1B23-B006-9F25-D918B4FF955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围绕用户增长运营可将问题拆为目标定义、流程协同、执行能力与反馈闭环四个层面。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用户增长运营的分阶段落地方案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62149E-62A4-D5FE-C649-2F8180B5F86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用户增长运营方案建议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6B4082-8A01-5A09-5638-060F4F7BE0C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阶段：明确用户增长运营目标与边界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阶段：完成用户增长运营试点并跟踪关键指标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建议围绕用户增长运营建立统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F06062E-B37B-F9E2-B9EA-97D8DC4FAEB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4B04E7-DCB2-0F71-AC68-A254069E6F0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建议围绕用户增长运营建立统一指标集，至少覆盖效率、质量、成本与稳定性四类指标。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FFD88F-574D-15B0-99AF-0E5DD9A73AB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BDBE99-F60B-07B7-F297-B879DD8A290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1CBB5E-9C93-1495-6E77-A71A7D3D5EF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FFA4F69-AD04-28B2-A5DE-BA6D80FC64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71BF8F-3BDC-5989-97B2-BA67BC5E8D3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03D11B-B845-4600-5EC6-3021BB5B94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738AC0D-9C3B-6A41-D546-50778BC0D5A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2026-07-08T14:15:04Z</dcterms:modified>
</cp:coreProperties>
</file>