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82441-4661-41C4-8099-C493F83EB60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DD05D-5E02-4335-9753-13D339A6C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67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DD05D-5E02-4335-9753-13D339A6C4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159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DD05D-5E02-4335-9753-13D339A6C4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396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DD05D-5E02-4335-9753-13D339A6C4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60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DD05D-5E02-4335-9753-13D339A6C4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14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DD05D-5E02-4335-9753-13D339A6C4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766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DD05D-5E02-4335-9753-13D339A6C4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218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8BC5C7-2B4C-33A3-3B70-388D8F18BDA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EB8E5BA-3642-BA36-4AEE-598F459056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DECBF9-84A9-2BC3-DEAD-9040FD1AA8D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815552-6F81-5448-D1E6-1EE1DD5669C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822F1A-2BA8-5969-F105-293E4F06E94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5237AD-F024-1D73-014A-C4B539FB409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05F509-AA03-D023-8C6A-5D47BBAB79E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D4A46C-D4A0-3043-6DE6-2ED4A3E2433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47696B-1EC0-EF87-922E-4E8067B6DA0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2026-07-08T10:23:36Z</dcterms:modified>
</cp:coreProperties>
</file>