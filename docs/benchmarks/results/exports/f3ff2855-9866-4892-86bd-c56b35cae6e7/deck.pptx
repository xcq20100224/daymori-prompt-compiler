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F1FC70-2CE7-40C9-B79D-052033B439EA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104BB1-D371-4341-8524-29D31D90BE0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9964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04BB1-D371-4341-8524-29D31D90BE0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0007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流程协同、 执行能力与反馈闭环四个层面。 先聚焦高频高影响环节， 再逐步覆盖复杂场景， 可显著降低试点风险。 图示： </a:t>
            </a:r>
            <a:r>
              <a:rPr lang="en-US" altLang="zh-CN"/>
              <a:t>AI</a:t>
            </a:r>
            <a:r>
              <a:rPr lang="zh-CN" altLang="en-US"/>
              <a:t>客服降本增效方案问题分 层卡片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04BB1-D371-4341-8524-29D31D90BE0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82539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建设， 再通过迭代机制优化质 量， 形成可复制的执行闭环。 图示： </a:t>
            </a:r>
            <a:r>
              <a:rPr lang="en-US" altLang="zh-CN"/>
              <a:t>AI</a:t>
            </a:r>
            <a:r>
              <a:rPr lang="zh-CN" altLang="en-US"/>
              <a:t>客服降本增效方案 方案架构图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04BB1-D371-4341-8524-29D31D90BE0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03474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04BB1-D371-4341-8524-29D31D90BE0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37294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04BB1-D371-4341-8524-29D31D90BE0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727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04BB1-D371-4341-8524-29D31D90BE0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70478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AI</a:t>
            </a:r>
            <a:r>
              <a:rPr lang="zh-CN" altLang="en-US">
                <a:cs typeface="思源黑体 CN Normal" panose="020B0400000000000000" charset="-122"/>
              </a:rPr>
              <a:t>客服降本增效方案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C12F769-63DD-109F-548D-0170610F14D3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客服降本增效方案的核心约束与</a:t>
            </a:r>
          </a:p>
          <a:p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机会</a:t>
            </a:r>
            <a:endParaRPr lang="zh-CN" altLang="en-US" sz="13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156CE3D-28F6-4D07-69CB-9684C171FCD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33BC771-B728-292E-70D4-346098170173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客服降本增效方案当前在目标达成、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资源配置与执行路径上存在明显瓶颈。若继续沿用现有方式，</a:t>
            </a:r>
          </a:p>
          <a:p>
            <a:pPr algn="ctr" defTabSz="914377">
              <a:defRPr/>
            </a:pPr>
            <a:r>
              <a:rPr lang="zh-CN" altLang="en-US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成本、效率与可持续性将同步承压，需要先完成问题分层与</a:t>
            </a:r>
            <a:r>
              <a:rPr lang="en-US" altLang="zh-CN" sz="13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3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</a:t>
            </a:r>
            <a:r>
              <a:rPr lang="en-US" altLang="zh-CN" sz="1000"/>
              <a:t>AI</a:t>
            </a:r>
            <a:r>
              <a:rPr lang="zh-CN" altLang="en-US" sz="1000"/>
              <a:t>客服降本增效方案可</a:t>
            </a:r>
          </a:p>
          <a:p>
            <a:pPr algn="ctr"/>
            <a:r>
              <a:rPr lang="zh-CN" altLang="en-US" sz="1000"/>
              <a:t>将问题拆为目标定义、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3903E08-B998-20F8-5CD3-CE8DA9F0973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66D6DE4-A494-7279-5F6B-5CBA3185454E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</a:t>
            </a:r>
            <a:r>
              <a:rPr lang="en-US" altLang="zh-CN" sz="1000"/>
              <a:t>AI</a:t>
            </a:r>
            <a:r>
              <a:rPr lang="zh-CN" altLang="en-US" sz="1000"/>
              <a:t>客服降本增效方案可将问题拆为目标定义、流程协同、执行能力与反馈闭环四个层面。</a:t>
            </a:r>
          </a:p>
          <a:p>
            <a:r>
              <a:rPr lang="zh-CN" altLang="en-US" sz="1000"/>
              <a:t>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AI</a:t>
            </a:r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客服降本增效方案的分阶段落地方案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24367F2-F468-3A9E-0D53-19FF5E9E1A5D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客服降本增效方案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方案建议采用“目标对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证”三层架构，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0E164CA-3000-7E8B-FA16-817A110704A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客服降本增效方案目标与边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界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AI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客服降本增效方案试点并跟踪关键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</a:t>
            </a:r>
            <a:r>
              <a:rPr lang="en-US" altLang="zh-CN" sz="1000"/>
              <a:t>AI</a:t>
            </a:r>
            <a:r>
              <a:rPr lang="zh-CN" altLang="en-US" sz="1000"/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000"/>
              <a:t>案建立统一指标集，至少覆盖效率、质量、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3ABB67D-965B-56E2-1637-2FF8BD5B606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BC36B89-DCAB-AA62-3B1B-1C1AE71FD53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3FFECFD-7A96-1297-E487-D1AE13494036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A857F22-1DB0-79F2-C5A8-42CEEA63F649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E47E90B-4712-4CE3-B24F-0AE0504B212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6F530DF-F16C-6039-69C7-D4AA3C663B9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4CE036D-B02D-8DD6-7EBF-88A622E0A46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5C11A96-EA6B-70BA-402D-1A8CCC600F92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612</Words>
  <Application>Microsoft Office PowerPoint</Application>
  <PresentationFormat>宽屏</PresentationFormat>
  <Paragraphs>57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Semibold</vt:lpstr>
      <vt:lpstr>MiSans</vt:lpstr>
      <vt:lpstr>MiSans Demibold</vt:lpstr>
      <vt:lpstr>思源黑体 CN Normal</vt:lpstr>
      <vt:lpstr>等线 Light</vt:lpstr>
      <vt:lpstr>MiSans Normal</vt:lpstr>
      <vt:lpstr>Arial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2026-07-08T14:21:16Z</dcterms:modified>
</cp:coreProperties>
</file>