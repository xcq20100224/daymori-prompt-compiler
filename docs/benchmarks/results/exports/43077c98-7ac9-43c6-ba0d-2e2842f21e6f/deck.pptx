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D3020-A310-4E3A-8B6D-58E0E86D9E9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F5B0-7288-4EAB-89AD-9A163BC3C4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31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F5B0-7288-4EAB-89AD-9A163BC3C4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674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F5B0-7288-4EAB-89AD-9A163BC3C4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09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F5B0-7288-4EAB-89AD-9A163BC3C4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373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F5B0-7288-4EAB-89AD-9A163BC3C4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427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F5B0-7288-4EAB-89AD-9A163BC3C4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705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F5B0-7288-4EAB-89AD-9A163BC3C4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7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用户画像洞察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82BCC1-5EFB-09B7-AC4D-CCAFE70EA9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B81658B-B03E-9CA7-A788-4EB7481424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A6ECA4-32D7-74C7-5EAB-AB91CA85C08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3A8FE4-A8BB-05B9-00CD-08FCC80F5ED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602E0A-0E85-F2E3-B3DC-B114C9F4C6C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288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MiSans Medium</vt:lpstr>
      <vt:lpstr>等线 Light</vt:lpstr>
      <vt:lpstr>思源黑体 CN Normal</vt:lpstr>
      <vt:lpstr>Arial</vt:lpstr>
      <vt:lpstr>MiSans ExtraLight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2026-07-09T05:07:34Z</dcterms:modified>
</cp:coreProperties>
</file>