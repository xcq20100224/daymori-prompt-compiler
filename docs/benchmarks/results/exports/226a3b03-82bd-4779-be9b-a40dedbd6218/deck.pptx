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F5CFB-055D-4D70-806C-E714AB1BEE1E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A6AA2-26A6-4F46-9D73-724D89DA6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435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A6AA2-26A6-4F46-9D73-724D89DA6F1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596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A6AA2-26A6-4F46-9D73-724D89DA6F1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791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A6AA2-26A6-4F46-9D73-724D89DA6F1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00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A6AA2-26A6-4F46-9D73-724D89DA6F1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630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A6AA2-26A6-4F46-9D73-724D89DA6F1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025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A6AA2-26A6-4F46-9D73-724D89DA6F1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718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4816DF-15DE-924E-4A59-8724B37D844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43116C2-6425-CA25-19E8-25517E2EEE3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6037ED7-0ED2-F1CD-17FD-6C8D1F8556E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51E834-DE1D-12E1-0011-393F7EB4C9D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3BB451F-E2E4-3EB3-B4F0-9FA9D71DC1C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4828C0-901B-E38F-9494-53B05BD7EFB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6960F04-DD79-4DD8-B681-0D749B2FBFE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1252A87-70C1-E9DD-F884-8E6D0001454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E9F3A0F-92B6-7B3E-199A-49192E8A9F1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2026-07-09T02:42:14Z</dcterms:modified>
</cp:coreProperties>
</file>