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19323-7920-4BA5-9FE2-70582FBA980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7EAAB-1EE8-4CD6-B2A4-1D51BBBFBF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45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EAAB-1EE8-4CD6-B2A4-1D51BBBFBF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466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EAAB-1EE8-4CD6-B2A4-1D51BBBFBF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49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EAAB-1EE8-4CD6-B2A4-1D51BBBFBF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381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EAAB-1EE8-4CD6-B2A4-1D51BBBFBF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07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EAAB-1EE8-4CD6-B2A4-1D51BBBFBF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43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EAAB-1EE8-4CD6-B2A4-1D51BBBFBF8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084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6E6304-62A1-2985-7802-29B999799EC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F9BB42E-03AD-6633-519C-FFF6FCF3059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EADCC36-5F63-F065-792C-50EDE1C3395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601112-E8D7-95C5-FBF2-ACD022EAAFD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D780F7-A907-01CE-6FC4-B7FCEA97042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4B144B-ED61-89C4-2527-DE16A53AEE8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A65D08-F960-CD82-B166-8DA6B2330DC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AF733B-B653-45B0-C3E3-C4E0EF27020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B9F19E-9201-5FF6-DAD9-C7D13D2C99C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2026-07-07T08:25:21Z</dcterms:modified>
</cp:coreProperties>
</file>