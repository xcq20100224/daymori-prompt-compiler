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12B6E-CD20-4CCD-8549-A55CB0EA128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BD788-1D28-439F-86D6-4B73E94E43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46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D788-1D28-439F-86D6-4B73E94E43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615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D788-1D28-439F-86D6-4B73E94E43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05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D788-1D28-439F-86D6-4B73E94E43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597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D788-1D28-439F-86D6-4B73E94E43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94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D788-1D28-439F-86D6-4B73E94E43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758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BD788-1D28-439F-86D6-4B73E94E43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41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4C1107-E826-D4B6-8CFC-67D040DA769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D18C4C5-74AA-C70C-57D2-AF49E483B8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1A6782-0F92-8727-27BE-48A1B3CBA3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28C6FD-6A38-DBD4-2ADB-6847C293838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EEE77B-6607-5FD9-17F4-FC4C9294E3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138ECE-E9ED-9F2F-427F-C2AF073028C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83D48E-FCFB-7D2E-D052-0DC11525D35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CEA45A-4564-765C-B22D-CF02048B892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419A1F-8387-6349-A8CB-F8B32E32B11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Arial</vt:lpstr>
      <vt:lpstr>MiSans Demibold</vt:lpstr>
      <vt:lpstr>MiSans</vt:lpstr>
      <vt:lpstr>MiSans Normal</vt:lpstr>
      <vt:lpstr>等线</vt:lpstr>
      <vt:lpstr>MiSans ExtraLight</vt:lpstr>
      <vt:lpstr>等线 Light</vt:lpstr>
      <vt:lpstr>MiSans Light</vt:lpstr>
      <vt:lpstr>MiSans Medium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2026-07-08T05:42:46Z</dcterms:modified>
</cp:coreProperties>
</file>