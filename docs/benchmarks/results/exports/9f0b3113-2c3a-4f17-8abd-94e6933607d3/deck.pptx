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FAD51-9B6F-4226-BD30-52158C3F1A9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50D11-02E9-4F8F-B222-335A032E72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012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50D11-02E9-4F8F-B222-335A032E726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967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50D11-02E9-4F8F-B222-335A032E72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279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50D11-02E9-4F8F-B222-335A032E726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649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50D11-02E9-4F8F-B222-335A032E726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651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50D11-02E9-4F8F-B222-335A032E726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428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50D11-02E9-4F8F-B222-335A032E726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715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143CBA-5E6C-D8ED-8E84-8DE65DAF85D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5E3E481-BDD0-67EB-7923-085D3D83F7C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FCBC441-1AA4-7206-2D59-DA43CE15C83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5419CA-9E21-5894-8866-4C851F6AAF1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02FA523-F986-236A-087E-693CA6A33F0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8B6397-2D01-5420-D3C8-A47F13C33C7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A193542-4514-4689-DA49-EAC3176AD1C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94891A6-F63B-7441-7CD5-7D67C46B46E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A1C4BA-8C1E-4763-424A-B2C6DF1436A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思源黑体 CN Normal</vt:lpstr>
      <vt:lpstr>等线 Light</vt:lpstr>
      <vt:lpstr>MiSans</vt:lpstr>
      <vt:lpstr>MiSans Demibold</vt:lpstr>
      <vt:lpstr>Arial</vt:lpstr>
      <vt:lpstr>MiSans ExtraLight</vt:lpstr>
      <vt:lpstr>MiSans Light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2026-07-08T12:14:43Z</dcterms:modified>
</cp:coreProperties>
</file>