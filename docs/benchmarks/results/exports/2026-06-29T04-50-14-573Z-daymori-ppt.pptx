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导入：情境导入｜推车加速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从生活实例引入力与运动关系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关键要点：结论：力是改变物体运动状态的原因。 ｜ 证据：推车时力越大，加速度越大（实验视频0.5倍速快放）。 ｜ 行动：提问“推车加速需要什么？”本节1分钟思考。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本页结论：从生活实例引入力与运动关系；关键抓手：结论：力是改变物体运动状态的原因。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导入：学习目标｜学习目标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目标：明确本节知识与技能目标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本页结论：明确本节知识与技能目标；关键抓手：结论：理解牛顿第二定律内容和公式。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结论：理解牛顿第二定律内容和公式。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证据：教材P98定义，公式F=ma（m单位kg，a单位m/s²）。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行动：板演本节重点，学生记笔记2分钟。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结论：理解牛顿第二定律内容和公式。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证据：教材P98定义，公式F=ma（m单位k...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行动：板演本节重点，学生记笔记2分钟。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目标列表文字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演讲备注：展示三维目标：知识、方法、情感。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概念：概念定义｜牛顿第二定律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目标：准确表述定律内容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本页结论：准确表述定律内容；关键抓手：结论：物体加速度与合外力成正比，与质量成反比。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结论：物体加速度与合外力成正比，与质量成反比。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证据：控制变量实验数据：F=2N时a=4m/s²，F=4N时a=8m/s²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行动：学生朗读定律，全班齐读1分钟。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结论：物体加速度与合外力成正比，与质量成反比...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证据：控制变量实验数据：F=2N时a=4m/...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行动：学生朗读定律，全班齐读1分钟。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定律文字框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实验数据表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演讲备注：强调三个关键：比例、方向、瞬时性。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概念：公式结构｜公式F=ma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目标：掌握公式各物理量含义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本页结论：掌握公式各物理量含义；关键抓手：结论：F表示合外力，单位N（1N=1kg·m/s²）。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结论：F表示合外力，单位N（1N=1kg·m/s²）。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证据：推导示例：2kg物体受10N力，a=10/2=5m/s²。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行动：板演公式变形，学生练习代入3分钟。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结论：F表示合外力，单位N（1N=1kg·m...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证据：推导示例：2kg物体受10N力，a=1...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行动：板演公式变形，学生练习代入3分钟。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公式动画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单位换算表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演讲备注：强调矢量性：a的方向与F方向相同。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概念：单位量纲｜水平受力分析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目标：能分析水平面上物体的受力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本页结论：能分析水平面上物体的受力；关键抓手：结论：水平方向合力决定加速度。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结论：水平方向合力决定加速度。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证据：物体质量5kg，受拉力20N、摩擦力5N，合力15N，a=3m/s²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行动：板演受力图，学生模仿画图2分钟。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结论：水平方向合力决定加速度。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证据：物体质量5kg，受拉力20N、摩擦力5...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行动：板演受力图，学生模仿画图2分钟。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水平受力图示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演讲备注：先画重力支持力平衡，再水平方向。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概念：适用条件｜例题1：水平恒力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目标：应用定律求解加速度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本页结论：应用定律求解加速度；关键抓手：结论：a=F/m可直接计算。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结论：a=F/m可直接计算。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证据：物体10kg，受30N水平恒力，a=3m/s²。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行动：学生独立计算，3分钟后核对答案。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结论：a=F/m可直接计算。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证据：物体10kg，受30N水平恒力，a=3...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行动：学生独立计算，3分钟后核对答案。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例题文字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演讲备注：提醒计算过程注意单位统一。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实验：实验目的｜实验探究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目标：定性探究a与F、m关系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本页结论：定性探究a与F、m关系；关键抓手：结论：质量m不变时，F越大a越大。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结论：质量m不变时，F越大a越大。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证据：实验数据：小车质量0.5kg，F=0.1N时a=0.2m/s²，F=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行动：分组实验，记录数据，本节15分钟。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结论：质量m不变时，F越大a越大。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证据：实验数据：小车质量0.5kg，F=0....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行动：分组实验，记录数据，本节15分钟。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实验装置图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数据记录表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演讲备注：强调控制变量，分析数据趋势。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实验：控制变量法｜牛顿第二定律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目标：从实验数据导出F=ma关系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本页结论：从实验数据导出F=ma关系；关键抓手：结论：a与F成正比，与m成反比，表达式a=F/m。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结论：a与F成正比，与m成反比，表达式a=F/m。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证据：m=0.5kg时，F=0.1N→a=0.20m/s²，F=0.2N→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行动：本节课堂学生计算三组F/a比值并填汇总表，教师巡视核对。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结论：a与F成正比，与m成反比，表达式a=F...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证据：m=0.5kg时，F=0.1N→a=0...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行动：本节课堂学生计算三组F/a比值并填汇总...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动态散点图：F=0.1N时a=0.20、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公式卡片：a = F/m，附单位：m/s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实验：数据记录｜牛顿第二定律练习1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目标：巩固公式直接应用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本页结论：巩固公式直接应用；关键抓手：结论：求加速度或力。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结论：求加速度或力。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证据：物体质量2kg，受6N力，a=3m/s²；若a=5m/s²，F=10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行动：学生做课本P100第1题，5分钟。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结论：求加速度或力。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证据：物体质量2kg，受6N力，a=3m/s...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行动：学生做课本P100第1题，5分钟。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练习题文字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演讲备注：巡视辅导，纠正常见错误。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实验：结论提炼｜竖直方向应用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目标：分析竖直方向受力与加速度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本页结论：分析竖直方向受力与加速度；关键抓手：结论：竖直方向合力=mg-F支持力（或拉力）。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结论：竖直方向合力=mg-F支持力（或拉力）。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证据：人重600N，电梯加速上升a=2m/s²，支持力N=m(g+a)=6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行动：板演超重失重分析，学生讨论2分钟。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结论：竖直方向合力=mg-F支持力（或拉力）...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证据：人重600N，电梯加速上升a=2m/s...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行动：板演超重失重分析，学生讨论2分钟。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电梯加速度图示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演讲备注：强调合力方向与加速度方向一致。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例题：基础例题｜斜面问题引入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目标：应用定律于斜面情景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本页结论：应用定律于斜面情景；关键抓手：结论：沿斜面方向合力=mg sinθ - f。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结论：沿斜面方向合力=mg sinθ - f。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证据：斜面倾角30°，m=2kg，sin30=0.5，沿斜面分力=10N。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行动：学生分解重力，3分钟完成。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结论：沿斜面方向合力=mg sinθ - f...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证据：斜面倾角30°，m=2kg，sin30...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行动：学生分解重力，3分钟完成。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斜面受力分解图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演讲备注：回顾力的分解方法。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例题：中档例题｜例题2：光滑斜面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目标：计算光滑斜面上加速度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本页结论：计算光滑斜面上加速度；关键抓手：结论：a=g sinθ。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结论：a=g sinθ。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证据：θ=30°，g=10m/s²，a=5m/s²。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行动：学生用公式计算，并验证时间，下节讨论。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结论：a=g sinθ。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证据：θ=30°，g=10m/s²，a=5m...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行动：学生用公式计算，并验证时间，下节讨论。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光滑斜面图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运动学公式表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演讲备注：结合运动学公式v=at等。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例题：综合例题｜粗糙斜面分析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目标：考虑摩擦力后的加速度计算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本页结论：考虑摩擦力后的加速度计算；关键抓手：结论：a=g(sinθ- μ cosθ)。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结论：a=g(sinθ- μ cosθ)。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证据：μ=0.2, θ=30°, g=10, a=10(0.5-0.2×0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行动：板演推导过程，学生练习类似题。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结论：a=g(sinθ- μ cosθ)。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证据：μ=0.2, θ=30°, g=10,...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行动：板演推导过程，学生练习类似题。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粗糙斜面受力图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演讲备注：强调静摩擦与动摩擦区别。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例题：步骤拆解｜连接体问题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目标：分析两个物体相互作用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本页结论：分析两个物体相互作用；关键抓手：结论：整体F=(m1+m2)a，隔离求内力。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结论：整体F=(m1+m2)a，隔离求内力。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证据：m1=2kg,m2=3kg,F=20N,整体a=4m/s²，m1受力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行动：学生分组推导，本节10分钟。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结论：整体F=(m1+m2)a，隔离求内力。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证据：m1=2kg,m2=3kg,F=20N...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行动：学生分组推导，本节10分钟。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连接体示意图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隔离体图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演讲备注：渗透整体法与隔离法思想。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易错：易错点1｜课堂练习2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目标：综合应用定律计算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本页结论：综合应用定律计算；关键抓手：结论：多过程问题分阶段分析。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结论：多过程问题分阶段分析。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证据：物体初速0，先受恒力10N作用2秒，后撤去运动3秒，位移计算。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行动：学生独立完成，5分钟后讲解。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结论：多过程问题分阶段分析。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证据：物体初速0，先受恒力10N作用2秒，后...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行动：学生独立完成，5分钟后讲解。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过程图示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练习文本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演讲备注：提醒各阶段合力变化。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易错：易错点2｜易错点辨析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目标：澄清常见误解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本页结论：澄清常见误解；关键抓手：结论：a与F瞬时对应，与v无关。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结论：a与F瞬时对应，与v无关。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证据：物体受恒力，a恒定；v增大时a不变。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行动：提问“速度大时加速度大？”学生抢答。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结论：a与F瞬时对应，与v无关。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证据：物体受恒力，a恒定；v增大时a不变。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行动：提问“速度大时加速度大？”学生抢答。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v-t图对比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演讲备注：举例：匀速运动a=0，但有速度。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练习：当堂练习｜牛顿定律的应用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目标：联系生活解释现象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本页结论：联系生活解释现象；关键抓手：结论：汽车启动、刹车等可用牛顿第二定律解释。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结论：汽车启动、刹车等可用牛顿第二定律解释。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证据：1000kg汽车刹车力5000N，减速度5m/s²，停止需时间t=v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行动：学生思考“为什么载重车刹车距离长？”讨论3分钟。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结论：汽车启动、刹车等可用牛顿第二定律解释。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证据：1000kg汽车刹车力5000N，减速...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行动：学生思考“为什么载重车刹车距离长？”讨...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汽车刹车场景图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演讲备注：引导学生从质量和力角度分析。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练习：分层巩固｜本章知识总结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目标：系统梳理本章内容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本页结论：系统梳理本章内容；关键抓手：结论：牛顿第二定律是核心，联系力与运动。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结论：牛顿第二定律是核心，联系力与运动。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证据：三大定律关系图（第一定律基础，第二定律定量）。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行动：学生绘制思维导图，本节最后5分钟。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结论：牛顿第二定律是核心，联系力与运动。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证据：三大定律关系图（第一定律基础，第二定律...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行动：学生绘制思维导图，本节最后5分钟。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知识结构图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演讲备注：强调可逆性、矢量性、瞬时性。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小结：知识小结｜课后作业布置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目标：巩固课后练习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本页结论：巩固课后练习；关键抓手：结论：完成课本P105第2、3、4题。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结论：完成课本P105第2、3、4题。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证据：第2题质量5kg，受力20N，求a=4m/s²。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行动：强调作业独立完成，下节课检查。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结论：完成课本P105第2、3、4题。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证据：第2题质量5kg，受力20N，求a=4...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行动：强调作业独立完成，下节课检查。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作业清单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演讲备注：挑选基础题+拓展题，难度分层。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小结：作业拓展｜拓展实验建议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目标：引导课后探究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本页结论：引导课后探究；关键抓手：结论：可用手机传感器测量加速度。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结论：可用手机传感器测量加速度。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证据：手机内置加速度计，记录a-t图，课后实验。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行动：自愿参加，下节分享数据。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结论：可用手机传感器测量加速度。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证据：手机内置加速度计，记录a-t图，课后实...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行动：自愿参加，下节分享数据。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手机实验截图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演讲备注：激发兴趣，联系现代技术。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初二物理牛顿第二定律 - classroom</dc:title>
  <dc:subject>classroom</dc:subject>
  <dc:creator>Daymori</dc:creator>
  <cp:lastModifiedBy>Daymori</cp:lastModifiedBy>
  <cp:revision>1</cp:revision>
  <dcterms:created xsi:type="dcterms:W3CDTF">2026-06-29T04:50:14Z</dcterms:created>
  <dcterms:modified xsi:type="dcterms:W3CDTF">2026-06-29T04:50:14Z</dcterms:modified>
</cp:coreProperties>
</file>