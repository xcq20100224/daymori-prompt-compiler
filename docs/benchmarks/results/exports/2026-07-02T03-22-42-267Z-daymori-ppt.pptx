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F20BF-2C1C-4072-9A33-E16662610AF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AD02B-40B2-443D-A1C5-993FFE1F54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27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先结论后证据，再组织板演与练习。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62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先结论后证据，再组织板演与练习。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989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先结论后证据，再组织板演与练习。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792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先结论后证据，再组织板演与练习。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942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先结论后证据，再组织板演与练习。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053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先结论后证据，再组织板演与练习。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908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先结论后证据，再组织板演与练习。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238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先结论后证据，再组织板演与练习。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AD02B-40B2-443D-A1C5-993FFE1F540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213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第</a:t>
            </a:r>
            <a:r>
              <a:rPr lang="en-US" altLang="zh-CN">
                <a:cs typeface="思源黑体 CN Normal" panose="020B0400000000000000" charset="-122"/>
              </a:rPr>
              <a:t>1</a:t>
            </a:r>
            <a:r>
              <a:rPr lang="zh-CN" altLang="en-US">
                <a:cs typeface="思源黑体 CN Normal" panose="020B0400000000000000" charset="-122"/>
              </a:rPr>
              <a:t>页：牛顿第二定律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• </a:t>
            </a:r>
            <a:r>
              <a:rPr lang="zh-CN" altLang="en-US">
                <a:cs typeface="思源黑体 CN Normal" panose="020B0400000000000000" charset="-122"/>
              </a:rPr>
              <a:t>结论：力与加速度成正比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</a:t>
            </a:r>
            <a:r>
              <a:rPr lang="zh-CN" altLang="en-US">
                <a:cs typeface="思源黑体 CN Normal" panose="020B0400000000000000" charset="-122"/>
              </a:rPr>
              <a:t>证据：同质量下外力增大加速度增大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• </a:t>
            </a:r>
            <a:r>
              <a:rPr lang="zh-CN" altLang="en-US">
                <a:cs typeface="思源黑体 CN Normal" panose="020B0400000000000000" charset="-122"/>
              </a:rPr>
              <a:t>行动：本节完成两道板演题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掌握</a:t>
            </a:r>
            <a:r>
              <a:rPr lang="en-US" altLang="zh-CN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F=ma</a:t>
            </a:r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并能用于课堂例题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掌握</a:t>
            </a:r>
            <a:r>
              <a:rPr lang="en-US" altLang="zh-CN">
                <a:cs typeface="思源黑体 CN Normal" panose="020B0400000000000000" charset="-122"/>
              </a:rPr>
              <a:t>F=ma</a:t>
            </a:r>
            <a:r>
              <a:rPr lang="zh-CN" altLang="en-US">
                <a:cs typeface="思源黑体 CN Normal" panose="020B0400000000000000" charset="-122"/>
              </a:rPr>
              <a:t>并能用于课堂例题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第</a:t>
            </a:r>
            <a:r>
              <a:rPr lang="en-US" altLang="zh-CN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</a:t>
            </a:r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页：牛顿第二定律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结论：力与加速度成正比</a:t>
            </a:r>
          </a:p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证据：同质量下外力增大加速度增大</a:t>
            </a:r>
          </a:p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行动：本节完成两道板演题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第</a:t>
            </a:r>
            <a:r>
              <a:rPr lang="en-US" altLang="zh-CN">
                <a:cs typeface="思源黑体 CN Normal" panose="020B0400000000000000" charset="-122"/>
              </a:rPr>
              <a:t>3</a:t>
            </a:r>
            <a:r>
              <a:rPr lang="zh-CN" altLang="en-US">
                <a:cs typeface="思源黑体 CN Normal" panose="020B0400000000000000" charset="-122"/>
              </a:rPr>
              <a:t>页：牛顿第二定律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掌握</a:t>
            </a:r>
            <a:r>
              <a:rPr lang="en-US" altLang="zh-CN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F=ma</a:t>
            </a: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并能用于课堂例题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结论：力与加速度成正比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证据：同质量下外力增大加速度增大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行动：本节完成两道板演题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第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4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页：牛顿第二定律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/>
              <a:t>掌握</a:t>
            </a:r>
            <a:r>
              <a:rPr lang="en-US" altLang="zh-CN"/>
              <a:t>F=ma</a:t>
            </a:r>
            <a:r>
              <a:rPr lang="zh-CN" altLang="en-US"/>
              <a:t>并能用于课堂例题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/>
              <a:t>• </a:t>
            </a:r>
            <a:r>
              <a:rPr lang="zh-CN" altLang="en-US"/>
              <a:t>结论：力与加速度成正比</a:t>
            </a:r>
          </a:p>
          <a:p>
            <a:pPr algn="ctr"/>
            <a:r>
              <a:rPr lang="en-US" altLang="zh-CN"/>
              <a:t>• </a:t>
            </a:r>
            <a:r>
              <a:rPr lang="zh-CN" altLang="en-US"/>
              <a:t>证据：同质量下外力增大加速度增大</a:t>
            </a:r>
          </a:p>
          <a:p>
            <a:pPr algn="ctr"/>
            <a:r>
              <a:rPr lang="en-US" altLang="zh-CN"/>
              <a:t>• </a:t>
            </a:r>
            <a:r>
              <a:rPr lang="zh-CN" altLang="en-US"/>
              <a:t>行动：本节完成两道板演题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第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5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页：牛顿第二定律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Autofit/>
          </a:bodyPr>
          <a:lstStyle/>
          <a:p>
            <a:pPr algn="ctr"/>
            <a:r>
              <a:rPr lang="zh-CN" altLang="en-US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掌握</a:t>
            </a:r>
            <a:r>
              <a:rPr lang="en-US" altLang="zh-CN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F=ma</a:t>
            </a:r>
            <a:r>
              <a:rPr lang="zh-CN" altLang="en-US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并能用于课堂例题</a:t>
            </a:r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/>
              <a:t>• </a:t>
            </a:r>
            <a:r>
              <a:rPr lang="zh-CN" altLang="en-US"/>
              <a:t>结论：力与加速度成正比</a:t>
            </a:r>
          </a:p>
          <a:p>
            <a:pPr algn="ctr"/>
            <a:r>
              <a:rPr lang="en-US" altLang="zh-CN"/>
              <a:t>• </a:t>
            </a:r>
            <a:r>
              <a:rPr lang="zh-CN" altLang="en-US"/>
              <a:t>证据：同质量下外力增大加速度增大</a:t>
            </a:r>
          </a:p>
          <a:p>
            <a:pPr algn="ctr"/>
            <a:r>
              <a:rPr lang="en-US" altLang="zh-CN"/>
              <a:t>• </a:t>
            </a:r>
            <a:r>
              <a:rPr lang="zh-CN" altLang="en-US"/>
              <a:t>行动：本节完成两道板演题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第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页：牛顿第二定律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2200" b="1">
                <a:latin typeface="MiSans Normal" pitchFamily="2" charset="-122"/>
                <a:ea typeface="MiSans Normal" pitchFamily="2" charset="-122"/>
              </a:rPr>
              <a:t>掌握</a:t>
            </a:r>
            <a:r>
              <a:rPr lang="en-US" altLang="zh-CN" sz="2200" b="1">
                <a:latin typeface="MiSans Normal" pitchFamily="2" charset="-122"/>
                <a:ea typeface="MiSans Normal" pitchFamily="2" charset="-122"/>
              </a:rPr>
              <a:t>F=ma</a:t>
            </a:r>
            <a:r>
              <a:rPr lang="zh-CN" altLang="en-US" sz="2200" b="1">
                <a:latin typeface="MiSans Normal" pitchFamily="2" charset="-122"/>
                <a:ea typeface="MiSans Normal" pitchFamily="2" charset="-122"/>
              </a:rPr>
              <a:t>并能用于课堂例题</a:t>
            </a:r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2200" b="1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2200" b="1">
                <a:latin typeface="MiSans Normal" pitchFamily="2" charset="-122"/>
                <a:ea typeface="MiSans Normal" pitchFamily="2" charset="-122"/>
              </a:rPr>
              <a:t>结论：力与加速度成正比</a:t>
            </a:r>
          </a:p>
          <a:p>
            <a:pPr algn="ctr"/>
            <a:r>
              <a:rPr lang="en-US" altLang="zh-CN" sz="2200" b="1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2200" b="1">
                <a:latin typeface="MiSans Normal" pitchFamily="2" charset="-122"/>
                <a:ea typeface="MiSans Normal" pitchFamily="2" charset="-122"/>
              </a:rPr>
              <a:t>证据：同质量下外力增大加速度增大</a:t>
            </a:r>
          </a:p>
          <a:p>
            <a:pPr algn="ctr"/>
            <a:r>
              <a:rPr lang="en-US" altLang="zh-CN" sz="2200" b="1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2200" b="1">
                <a:latin typeface="MiSans Normal" pitchFamily="2" charset="-122"/>
                <a:ea typeface="MiSans Normal" pitchFamily="2" charset="-122"/>
              </a:rPr>
              <a:t>行动：本节完成两道板演题</a:t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第</a:t>
            </a:r>
            <a:r>
              <a:rPr lang="en-US" altLang="zh-CN">
                <a:cs typeface="思源黑体 CN Normal" panose="020B0400000000000000" charset="-122"/>
              </a:rPr>
              <a:t>7</a:t>
            </a:r>
            <a:r>
              <a:rPr lang="zh-CN" altLang="en-US">
                <a:cs typeface="思源黑体 CN Normal" panose="020B0400000000000000" charset="-122"/>
              </a:rPr>
              <a:t>页：牛顿第二定律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掌握</a:t>
            </a:r>
            <a:r>
              <a:rPr lang="en-US" altLang="zh-CN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F=ma</a:t>
            </a: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并能用于课堂例题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结论：力与加速度成正比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证据：同质量下外力增大加速度增大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行动：本节完成两道板演题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第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页：牛顿第二定律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/>
              <a:t>• </a:t>
            </a:r>
            <a:r>
              <a:rPr lang="zh-CN" altLang="en-US"/>
              <a:t>结论：力与加速度成正比</a:t>
            </a:r>
          </a:p>
          <a:p>
            <a:pPr algn="ctr"/>
            <a:r>
              <a:rPr lang="en-US" altLang="zh-CN"/>
              <a:t>• </a:t>
            </a:r>
            <a:r>
              <a:rPr lang="zh-CN" altLang="en-US"/>
              <a:t>证据：同质量下外力增大加速度增大</a:t>
            </a:r>
          </a:p>
          <a:p>
            <a:pPr algn="ctr"/>
            <a:r>
              <a:rPr lang="en-US" altLang="zh-CN"/>
              <a:t>• </a:t>
            </a:r>
            <a:r>
              <a:rPr lang="zh-CN" altLang="en-US"/>
              <a:t>行动：本节完成两道板演题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0000" tIns="46800" rIns="90000" bIns="46800" rtlCol="0" anchor="ctr">
            <a:noAutofit/>
          </a:bodyPr>
          <a:lstStyle/>
          <a:p>
            <a:pPr algn="ctr"/>
            <a:r>
              <a:rPr lang="zh-CN" altLang="en-US">
                <a:latin typeface="MiSans" panose="00000500000000000000" pitchFamily="2" charset="-122"/>
                <a:cs typeface="+mn-ea"/>
                <a:sym typeface="+mn-lt"/>
              </a:rPr>
              <a:t>掌握</a:t>
            </a:r>
            <a:r>
              <a:rPr lang="en-US" altLang="zh-CN">
                <a:latin typeface="MiSans" panose="00000500000000000000" pitchFamily="2" charset="-122"/>
                <a:cs typeface="+mn-ea"/>
                <a:sym typeface="+mn-lt"/>
              </a:rPr>
              <a:t>F=ma</a:t>
            </a:r>
            <a:r>
              <a:rPr lang="zh-CN" altLang="en-US">
                <a:latin typeface="MiSans" panose="00000500000000000000" pitchFamily="2" charset="-122"/>
                <a:cs typeface="+mn-ea"/>
                <a:sym typeface="+mn-lt"/>
              </a:rPr>
              <a:t>并能用于课堂例题</a:t>
            </a:r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450</Words>
  <Application>Microsoft Office PowerPoint</Application>
  <PresentationFormat>宽屏</PresentationFormat>
  <Paragraphs>62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2026-07-02T03:22:42Z</dcterms:modified>
</cp:coreProperties>
</file>