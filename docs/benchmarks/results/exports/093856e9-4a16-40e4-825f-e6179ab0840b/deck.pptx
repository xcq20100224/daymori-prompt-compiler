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F466B-FA23-48AB-A9F0-970F52EF3E5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59F7C-B831-4DF0-8D14-F25979F7D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92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59F7C-B831-4DF0-8D14-F25979F7D8B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640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59F7C-B831-4DF0-8D14-F25979F7D8B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711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59F7C-B831-4DF0-8D14-F25979F7D8B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063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59F7C-B831-4DF0-8D14-F25979F7D8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67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59F7C-B831-4DF0-8D14-F25979F7D8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75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59F7C-B831-4DF0-8D14-F25979F7D8B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377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F8707C-FA18-3C96-C79D-F53CD36DC16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040A45F-4280-AA8A-4566-298D714E8B9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9AE15B-B510-55AA-E6EE-3F8FD795B07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8DEEDB-2362-E450-F484-40BEBA2C0B1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F29152-7743-DB0A-ECB0-50A3FEACF4E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ED19F2-9D9D-BCF9-D2DF-58C29A0E5CD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1C409A-DDA5-117D-59AF-A6D726C931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1CF51A-51BA-7DA8-5425-897FE38AECC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19F557-4A5F-22F3-36B9-1D17B6A2C7F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80A076-24A8-7524-4D29-B5F94E3A9E0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D49116-56D5-054A-EFAF-DC8338F4D3D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449A0E-7C5D-5062-59F0-3889F32744F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E12815C-A914-3B88-FAC0-C0CD1870D37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76159B-F1E8-9E82-BE66-7A670913FD6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5C834C4-B0D3-EC73-0E95-F00E54AB73D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思源黑体 CN Normal</vt:lpstr>
      <vt:lpstr>等线 Light</vt:lpstr>
      <vt:lpstr>MiSans Normal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2026-07-08T14:13:59Z</dcterms:modified>
</cp:coreProperties>
</file>