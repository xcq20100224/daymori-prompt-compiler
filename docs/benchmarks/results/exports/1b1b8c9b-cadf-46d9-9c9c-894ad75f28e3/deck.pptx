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FF74-33C5-4E79-83EC-780D1935B87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47D9F-DB70-45C9-A84C-B715DA6AA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83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47D9F-DB70-45C9-A84C-B715DA6AA3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885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47D9F-DB70-45C9-A84C-B715DA6AA37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49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47D9F-DB70-45C9-A84C-B715DA6AA3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140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47D9F-DB70-45C9-A84C-B715DA6AA37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077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47D9F-DB70-45C9-A84C-B715DA6AA3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08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47D9F-DB70-45C9-A84C-B715DA6AA37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010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9B104A-973D-80FF-DC61-BDC13B3629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322AE1B-A660-2B8F-A852-49A91452D8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7EB6DA-E13F-85AB-77F7-84BE4BACB3D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4E4C0-68F7-92C0-AAD6-E6A3542AE15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C2589E-07AC-2533-BDA0-3C958D48DC0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E42ED1-B948-7629-FF40-244323455C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2516F9-929E-B084-9DB4-F8F74523FEB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4A35EC-9071-381E-CC7E-DE9BFFFFB89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569265-2AB8-8D90-CE55-155EE8AB1CD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2026-07-08T13:10:37Z</dcterms:modified>
</cp:coreProperties>
</file>