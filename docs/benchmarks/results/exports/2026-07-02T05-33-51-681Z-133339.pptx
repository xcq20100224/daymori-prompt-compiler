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17B30-BB43-487A-AFF3-0C42A6BBA66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6BDCC-4FA1-400B-B124-DFEC1407B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35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 </a:t>
            </a:r>
            <a:r>
              <a:rPr lang="en-US" altLang="zh-CN"/>
              <a:t>• </a:t>
            </a:r>
            <a:r>
              <a:rPr lang="zh-CN" altLang="en-US"/>
              <a:t>行动：本周完成责任人和里程碑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417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902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 </a:t>
            </a:r>
            <a:r>
              <a:rPr lang="en-US" altLang="zh-CN"/>
              <a:t>• </a:t>
            </a:r>
            <a:r>
              <a:rPr lang="zh-CN" altLang="en-US"/>
              <a:t>行动：本周完成责任人和里程碑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423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799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28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367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 </a:t>
            </a:r>
            <a:r>
              <a:rPr lang="en-US" altLang="zh-CN"/>
              <a:t>• </a:t>
            </a:r>
            <a:r>
              <a:rPr lang="zh-CN" altLang="en-US"/>
              <a:t>行动：本周完成责任人和里程碑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95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403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209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随机演示页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6BDCC-4FA1-400B-B124-DFEC1407B04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67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第重构成本结构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结论：目标提升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91%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证据：窗口，指标已收敛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第验证训练质量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结论：目标提升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32%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证据：窗口，指标已收敛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第加速成本结构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结论：目标提升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31%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证据：窗口，指标已收敛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第加速转化率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目标提升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45%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证据：窗口，指标已收敛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行动：本周完成责任人和里程碑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310</Words>
  <Application>Microsoft Office PowerPoint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2026-07-02T05:33:48Z</dcterms:modified>
</cp:coreProperties>
</file>