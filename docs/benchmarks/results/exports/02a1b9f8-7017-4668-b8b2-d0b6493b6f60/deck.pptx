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95B5E-CE17-4EF0-95A1-CDCBF9518EA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F38A3-B303-441C-8806-38E078A978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731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F38A3-B303-441C-8806-38E078A978B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772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F38A3-B303-441C-8806-38E078A978B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603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F38A3-B303-441C-8806-38E078A978B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446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F38A3-B303-441C-8806-38E078A978B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849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F38A3-B303-441C-8806-38E078A978B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446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F38A3-B303-441C-8806-38E078A978B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00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751293-65FA-50EE-47C6-FA34EC0B37A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67F3130-BE37-8413-4F4F-6ED06C7E78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1F46BD-9815-B020-EEA2-494276470A0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E3C9E0-87CD-072A-3212-D1B914A8188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AD3561-4F7A-655F-475B-07166F5178A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F2F542-E1C6-8C3F-E371-B50BA201C6F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DB1E42-83DE-7415-D8EC-70C34CC3D8D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A33B56-2460-5716-0126-11F79490D21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B1E097-44C5-5876-2CCF-4274CE2044A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2026-07-08T12:13:39Z</dcterms:modified>
</cp:coreProperties>
</file>