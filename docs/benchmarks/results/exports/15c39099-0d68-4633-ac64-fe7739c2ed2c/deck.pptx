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97C6C6-33C8-471D-8141-D29271479096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7EE88-D218-4CA5-B4C5-9794F2CC4F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788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B7EE88-D218-4CA5-B4C5-9794F2CC4F3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104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B7EE88-D218-4CA5-B4C5-9794F2CC4F3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320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B7EE88-D218-4CA5-B4C5-9794F2CC4F3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61071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B7EE88-D218-4CA5-B4C5-9794F2CC4F3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65064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B7EE88-D218-4CA5-B4C5-9794F2CC4F3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14785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B7EE88-D218-4CA5-B4C5-9794F2CC4F3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050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C15F6D9-BDCE-A4DC-4A81-710EA1E9D4D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E2C9880-2DC8-A3DA-231E-C36D02A3FF5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F9EDCA4-BD38-280C-64ED-3D26EC9E72A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5DF4EF8-C7CB-C648-53BE-88BDCD4DE40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A62E9E7-0A29-21FE-CA0D-9EBFC974131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ED12544-A112-62A9-D81B-D3DF7889558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F6A0485-1AD0-1BC1-70BC-B3AEF5C2A09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8170C5F-A955-663A-8555-7B3B3CB3084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5D756B1-E17E-086F-25F3-621113901D0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思源黑体 CN Normal</vt:lpstr>
      <vt:lpstr>Arial</vt:lpstr>
      <vt:lpstr>MiSans ExtraLight</vt:lpstr>
      <vt:lpstr>MiSans</vt:lpstr>
      <vt:lpstr>MiSans Demibold</vt:lpstr>
      <vt:lpstr>等线</vt:lpstr>
      <vt:lpstr>MiSans Light</vt:lpstr>
      <vt:lpstr>MiSans Normal</vt:lpstr>
      <vt:lpstr>MiSans Semibold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2026-07-08T05:14:36Z</dcterms:modified>
</cp:coreProperties>
</file>