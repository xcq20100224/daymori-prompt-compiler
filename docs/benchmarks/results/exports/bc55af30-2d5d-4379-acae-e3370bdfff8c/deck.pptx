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E3194-5FA2-4617-8492-57956FE5024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49EFD-2AAD-493F-B6C0-23330BA08D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94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49EFD-2AAD-493F-B6C0-23330BA08D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060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49EFD-2AAD-493F-B6C0-23330BA08D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00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49EFD-2AAD-493F-B6C0-23330BA08D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472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49EFD-2AAD-493F-B6C0-23330BA08D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20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49EFD-2AAD-493F-B6C0-23330BA08D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844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49EFD-2AAD-493F-B6C0-23330BA08D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634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B47599-B1F0-6027-AC60-F7AB8FEAA24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90264F4-46D2-9014-CAE2-293C8F9591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473089-73F2-832F-C5A9-0E2374CE25F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6F74E4-56E6-1499-F7A4-2E2C3AF542E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C87A3D-77C1-92A5-716D-1EC59DB89D5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A138B8-DC5C-C690-6ADD-C46AF032C1D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323F67-3549-4EF7-0CD7-71158BF37E3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3AF880-E7D5-2C37-D06E-EA6C3744998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EA7DAF-2C2E-E210-F825-76002A39E87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2026-07-07T08:20:54Z</dcterms:modified>
</cp:coreProperties>
</file>