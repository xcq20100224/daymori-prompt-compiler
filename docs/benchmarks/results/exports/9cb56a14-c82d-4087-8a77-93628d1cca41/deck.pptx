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0E3DF-3432-4313-AAA3-853AE0F65E1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C3FF8-1582-49F7-B0F2-B83B69B8B1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29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91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598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697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66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603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FF8-1582-49F7-B0F2-B83B69B8B1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4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35DD38-D0B1-CF6A-6350-110CEE4BEC4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F14C457-7A06-4339-486A-53D05A270FE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3C72331-9D3B-8C30-4A28-C076FE1E753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10D436-D24B-31A8-6494-98C7E2D62CD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44EE4B-56B1-DC19-3837-48B34A5091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9658A5-98E4-9118-8C54-3DE785F30B7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DDFAD8-43F7-1918-8A2C-8A7FF1CAE2D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C3A57D-EA88-9158-6C75-529DD4D2C7F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685217-621C-ED98-938E-904A1C97145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2026-07-09T02:31:33Z</dcterms:modified>
</cp:coreProperties>
</file>