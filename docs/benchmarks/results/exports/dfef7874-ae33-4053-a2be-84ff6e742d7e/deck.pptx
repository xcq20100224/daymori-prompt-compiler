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3F18D-6F43-4A26-AAE1-6A4A03480D3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3818C-08E2-4B95-A552-27D19C5F6C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48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831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325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304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186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310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F3818C-08E2-4B95-A552-27D19C5F6C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521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ADCE59-04B2-C321-D5ED-CEC4C6EEED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4E21368-9E16-AFAB-509A-605E6978BA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F9098D-777C-DD83-91B2-FC45ABB7B66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093F8C-E5F9-2E9A-9D78-5F7538A288B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D99A49-D8AD-4D89-6AC2-170DE9A6127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2A9B25-5DD1-069A-4465-C88F336CEA5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21E6BC-70F1-1668-C6AA-87786275EF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72648E-AC3D-91CC-D3B7-12D21237E58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2B6E7D2-356E-EF19-D680-FA0229B8B66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等线</vt:lpstr>
      <vt:lpstr>MiSans ExtraLight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2026-07-08T13:11:30Z</dcterms:modified>
</cp:coreProperties>
</file>