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32D5D-E1F3-4FD8-9D55-D2842B822784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1733E-03E6-44C9-822E-D3129D63C3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562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1733E-03E6-44C9-822E-D3129D63C30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582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1733E-03E6-44C9-822E-D3129D63C30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68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1733E-03E6-44C9-822E-D3129D63C30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738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1733E-03E6-44C9-822E-D3129D63C30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050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1733E-03E6-44C9-822E-D3129D63C30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980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1733E-03E6-44C9-822E-D3129D63C30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983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B19CA6A-50D1-0733-16EA-957F9A459A6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D630B8D-B41C-054D-893B-1503DC39E74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B4F2F90-EF45-18C0-5189-F708BBE4F99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ACE836-8B22-5D6B-818F-ED966018A0A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9C396A-B113-A92E-8E17-2E37606D99D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13AA9BC-AC40-1104-8E6F-DEE33CFB623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A185BA5-44AE-2F4F-7D8C-F6C2C9CF4E5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6F85D51-5177-39E4-07FA-DB03EFFAFD8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015FC6C-6FD5-5B34-8DC1-130BC7220EF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2026-07-09T02:45:22Z</dcterms:modified>
</cp:coreProperties>
</file>