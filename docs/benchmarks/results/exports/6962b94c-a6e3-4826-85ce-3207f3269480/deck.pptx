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BAB2A-52EC-4104-AB5C-FE7EA637227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85ED4-6CF8-4CCC-848A-B52FA10CE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611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ED4-6CF8-4CCC-848A-B52FA10CE84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77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ED4-6CF8-4CCC-848A-B52FA10CE84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457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ED4-6CF8-4CCC-848A-B52FA10CE84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969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ED4-6CF8-4CCC-848A-B52FA10CE84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37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ED4-6CF8-4CCC-848A-B52FA10CE84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653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ED4-6CF8-4CCC-848A-B52FA10CE84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94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175196-F0F9-441E-9E68-B10A6D621F8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E6845EA-BDF4-2F07-C6F2-C6C1FDB6F8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DE686B-FD1E-64C2-529C-D890E13E65C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9987BC-5FB6-5519-9D26-CC7BF8C29B4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920DE95-E5F9-74E6-0C87-E809CA2EC0F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EAEF27-8286-5A50-790F-4ABFE549CE5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B4B221-EBD0-6FA3-1834-E469EE1E4FB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4DBA5D-802D-3221-1F16-841B3CDBEA4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8BFB22-A76A-0C16-4BA1-D21E62CF338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2026-07-08T12:53:43Z</dcterms:modified>
</cp:coreProperties>
</file>