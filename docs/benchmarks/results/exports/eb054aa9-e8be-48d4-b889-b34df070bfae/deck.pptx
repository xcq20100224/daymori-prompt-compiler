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B6F8E-BCC2-4C0D-A679-00CC75DBB4C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AF435-4C4F-4DFF-9EA2-65330ECD2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F435-4C4F-4DFF-9EA2-65330ECD25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034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F435-4C4F-4DFF-9EA2-65330ECD25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342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F435-4C4F-4DFF-9EA2-65330ECD25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394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F435-4C4F-4DFF-9EA2-65330ECD25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94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F435-4C4F-4DFF-9EA2-65330ECD25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104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F435-4C4F-4DFF-9EA2-65330ECD25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914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623EBBE-2AFF-E41C-81D1-C33F220865B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FBC6C91-DBE6-29B2-F44A-E2ABC62084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661CCB-92A4-7922-D41B-5C345687262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E489D6-7AB9-7F93-0D91-8E49D311376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D68E54-AB49-88A3-21B7-0C9D8465BA4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DECCBF-FC8B-1B44-1DCB-CB3B342D5D1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A1F5EF-1BBA-5756-FFBA-38F5B185F50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71C680-D569-5FD0-7719-6EABBD0D2ED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A64215-60F0-97B1-B6C7-EAA8A9D9FA7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2026-07-08T05:45:08Z</dcterms:modified>
</cp:coreProperties>
</file>