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72C43A-9997-46B2-A51C-EC44EE2CCA7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0A4D1B-C476-49E6-81D7-299716F44F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544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0A4D1B-C476-49E6-81D7-299716F44FC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207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0A4D1B-C476-49E6-81D7-299716F44FC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055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0A4D1B-C476-49E6-81D7-299716F44FC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775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0A4D1B-C476-49E6-81D7-299716F44FC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877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0A4D1B-C476-49E6-81D7-299716F44FC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615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0A4D1B-C476-49E6-81D7-299716F44FC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886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A72528-A0F1-D9EA-2E27-3C9BD2E695E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7F167FA-BC02-E59D-4D49-8502A83C82F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03A522D-E987-026C-9B62-CAE716C8442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A9797C-A561-8EAA-2B48-71A6BD2BA04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2BD3375-7FD9-75A7-80C7-3183AA236E7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EE2A6A9-B7D6-C25B-9525-7D7F9789323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95A6E03-BE97-D55F-C936-3A77ACAE936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10A6DB1-5C45-1E2D-CF40-A9E54212D59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5CFB72E-68A7-E878-6829-F7487F2776D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2026-07-08T12:35:08Z</dcterms:modified>
</cp:coreProperties>
</file>