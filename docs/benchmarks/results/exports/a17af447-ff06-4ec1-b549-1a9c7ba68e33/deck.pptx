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A765E5-D200-4586-BCE9-15801D4458D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569C0D-17F2-432B-B92D-AFDBCDA191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75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69C0D-17F2-432B-B92D-AFDBCDA1913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523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69C0D-17F2-432B-B92D-AFDBCDA1913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209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69C0D-17F2-432B-B92D-AFDBCDA1913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358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69C0D-17F2-432B-B92D-AFDBCDA1913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476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69C0D-17F2-432B-B92D-AFDBCDA1913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360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69C0D-17F2-432B-B92D-AFDBCDA1913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652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A4440F-AAC3-6B85-630D-15BDEF2F362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07CD460-90D8-DEC7-608C-449B2DEB11F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B2FEF2A-F429-E6B4-E04A-7FDE7A5D071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D8BDE8-8AB7-AABB-1FBF-AE041FD72A7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A6D041-87A0-2000-F7C5-0272EA216AE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6EC65C-C95D-F62B-570A-5CD833A7F1C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2889694-2C57-3DF6-7E5D-758880F7664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DA5673-1836-297D-3793-30F59FA165C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6F7D049-CBC9-4F86-7B37-334BB8380F1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MiSans Semibold</vt:lpstr>
      <vt:lpstr>等线</vt:lpstr>
      <vt:lpstr>思源黑体 CN Normal</vt:lpstr>
      <vt:lpstr>等线 Light</vt:lpstr>
      <vt:lpstr>MiSans Medium</vt:lpstr>
      <vt:lpstr>MiSans Normal</vt:lpstr>
      <vt:lpstr>Arial</vt:lpstr>
      <vt:lpstr>MiSans Demibold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2026-07-08T11:31:13Z</dcterms:modified>
</cp:coreProperties>
</file>