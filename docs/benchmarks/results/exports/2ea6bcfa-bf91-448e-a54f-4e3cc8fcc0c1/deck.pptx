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80AA7-42A8-4A1A-A06A-4B7D69986A6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A8244-9585-437C-B26C-6907886F6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3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731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70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097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453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593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8244-9585-437C-B26C-6907886F6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0A84E4-45BA-FF60-FBC9-1F82290AD5F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F4122D-E697-2766-4201-065DD2A45E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E10883-77E7-2FAF-1E0E-37C4630690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41D39C-07AC-0295-401F-A7064637470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B25170-6DDA-D2AF-F702-0D1443F3C8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845A55-25FE-DAD3-556C-BE3448C600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75ACAD-6B99-E3B6-3A47-B86A816A0E7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60D93BA-1E46-364A-5A2A-1A4A993DD1A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D2BE4E-2AFD-65A2-1A41-0CDBFA063E4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2026-07-07T08:16:59Z</dcterms:modified>
</cp:coreProperties>
</file>