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4F8E6-A420-4FA8-8644-520A1A68BB2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25CB1-49B2-4FFA-86F4-79081DED1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5CB1-49B2-4FFA-86F4-79081DED17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99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5CB1-49B2-4FFA-86F4-79081DED17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35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5CB1-49B2-4FFA-86F4-79081DED17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76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5CB1-49B2-4FFA-86F4-79081DED17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039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5CB1-49B2-4FFA-86F4-79081DED17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31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25CB1-49B2-4FFA-86F4-79081DED17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871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DCC80E-E12F-E797-E471-BA6321459E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F3B452E-8FF8-B9E2-D25F-44BA5D5615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A9151A-B31D-DBDA-F61F-44EBC74079A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F3D71A-DF46-1BC9-3A8D-E1FB6FC2313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7D8AEB-088D-7B4A-46F2-B7E5299A5FB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03E345-523E-A90A-32CB-F4BFEA2272F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69B53C-FAB5-835E-ED87-29D0B8F79A2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28C18A-157A-A03D-1ADE-B30DB81A46C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3900BD-AA9A-23B9-5243-E9FC1C153C9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2026-07-07T08:40:43Z</dcterms:modified>
</cp:coreProperties>
</file>