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BB6AF4-9CDF-4961-BFD5-EAC2A59CC73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CC24B2-1983-4609-9A56-ECF8AED510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297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C24B2-1983-4609-9A56-ECF8AED510C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721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C24B2-1983-4609-9A56-ECF8AED510C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984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C24B2-1983-4609-9A56-ECF8AED510C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712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C24B2-1983-4609-9A56-ECF8AED510C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883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C24B2-1983-4609-9A56-ECF8AED510C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589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C24B2-1983-4609-9A56-ECF8AED510C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675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171CA3-5E5F-EC67-6ABC-ABBBA643419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3528CBF-ADD9-83AC-232D-98FB5DC6D15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6D6365C-D667-FAA8-3F7B-3E0DCA57F0A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5862C3-597C-7F04-43FE-B38C4560514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5217D2-F477-8757-C9BE-A1FE2A6DB91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625766-0132-2031-819D-EE3861CEC51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AFCCAF-E216-5A72-677E-5AA204FC7FF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3990471-99A9-ACD5-7124-DBFB558D64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45F9ABE-C88F-90F7-1AC4-283AF166341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B7211E7-FF50-8AD4-6C4F-20232804613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0939B8-57F3-CE72-CE2C-83B62C693E4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8DA2E4-3DC3-5605-C040-801E11A2C65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AFB3AF5-8ECF-905F-6F57-05C4CB6B53F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386BD2D-96D1-7A11-045C-2326567E1A1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F0F0426-BAF5-2631-4040-007669D199D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2619C53-BF4F-A5B1-6B35-B63A0B5136D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2026-07-08T14:07:02Z</dcterms:modified>
</cp:coreProperties>
</file>