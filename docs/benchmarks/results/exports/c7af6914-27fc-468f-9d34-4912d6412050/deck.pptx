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80BF8-3763-4E73-B23B-21FD2ABE71D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3BD703-8D2C-421F-835A-276A1DFE5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512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BD703-8D2C-421F-835A-276A1DFE574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686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BD703-8D2C-421F-835A-276A1DFE574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20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BD703-8D2C-421F-835A-276A1DFE574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67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BD703-8D2C-421F-835A-276A1DFE57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87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BD703-8D2C-421F-835A-276A1DFE57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770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BD703-8D2C-421F-835A-276A1DFE574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672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E5E153-2EDA-F858-877F-DB5C159EAD8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9A935B6-9626-7831-BFB1-44FB701D485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E1D925-08E7-869A-2110-6CC3A142BB8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2E6EE7-FED5-74EB-30A1-6B65EF70C65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12719E-1B2B-3B3C-C181-B6F6C3EDE7F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88203C-F49B-0243-BBC8-385869BDBD4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54D9AB3-3CA5-3C88-C900-5E6BB9B0ABE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2D80322-C3F5-2639-98EB-5C5D0F61325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0C8C31-2CD9-5201-97E4-EFC3C87D20B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Arial</vt:lpstr>
      <vt:lpstr>等线</vt:lpstr>
      <vt:lpstr>等线 Light</vt:lpstr>
      <vt:lpstr>MiSans Demibold</vt:lpstr>
      <vt:lpstr>MiSans</vt:lpstr>
      <vt:lpstr>MiSans ExtraLight</vt:lpstr>
      <vt:lpstr>MiSans Light</vt:lpstr>
      <vt:lpstr>MiSans Semibold</vt:lpstr>
      <vt:lpstr>思源黑体 CN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2026-07-08T05:00:34Z</dcterms:modified>
</cp:coreProperties>
</file>