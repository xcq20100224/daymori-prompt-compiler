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22164-8D42-4628-9523-010F51F3ABF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984D3-DC2D-49E9-8AE8-1DC4974EAA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22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81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ABTest1_1783519260466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36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981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51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671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24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984D3-DC2D-49E9-8AE8-1DC4974EAA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71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ABTest1_1783519260466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3519260466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DD7814F-B152-BCE4-8465-FC241250F0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8351926046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783519260466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3EC73F-2A9A-F974-484C-11FB927FC73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184E95-14C8-1588-D44D-55F89B04DFF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34DA58-9E41-7A41-8660-A511D99B864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C39E79-CE0B-D879-E063-C5AC491EF8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3D2AC0-3FCD-864E-B2D3-2D78A1F743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2026-07-08T14:01:37Z</dcterms:modified>
</cp:coreProperties>
</file>