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462E5-2C79-4581-A637-734478CEA49E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C0548-6969-4CBE-95EE-815F3CB38A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95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916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072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103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1209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828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72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804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C0548-6969-4CBE-95EE-815F3CB38A9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0677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导入：压强与浮力为什么重要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100823D-F7B7-4C97-12F6-DC046068FF9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Demibold</vt:lpstr>
      <vt:lpstr>MiSans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2026-07-02T08:14:05Z</dcterms:modified>
</cp:coreProperties>
</file>