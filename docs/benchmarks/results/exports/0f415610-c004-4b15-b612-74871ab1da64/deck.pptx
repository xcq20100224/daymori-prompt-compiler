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3055A-94ED-4338-AEA2-2F7529FF402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43774-E732-4C28-8AD4-3FDD8EEF7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597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958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28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765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327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35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43774-E732-4C28-8AD4-3FDD8EEF75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14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D9825D-2C4E-F8C8-6F31-0C98187876D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49DF48-3B8F-3849-4459-D440C3E490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0FE35B-EF23-30FF-AA81-1CBD343FE2C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DB2A58-F85E-48F1-5B10-38EF089DCF9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530B97-8123-0CDF-DC1C-8AA89E3CC79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1E91BF-A8CF-3994-9384-E0DA17BCC4B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E17781-2C07-11A8-5F41-F4442CA8C05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F21CF7-314C-2DF2-F6BD-2502926D21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87AF18-C88D-7642-E374-C9674B7186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2026-07-07T07:51:21Z</dcterms:modified>
</cp:coreProperties>
</file>