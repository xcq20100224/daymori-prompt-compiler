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6211E-9B00-4656-BF22-94499B4FDE0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F1E48-7232-404D-BE17-31E93AF9F1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694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F1E48-7232-404D-BE17-31E93AF9F1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71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F1E48-7232-404D-BE17-31E93AF9F1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101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2026-07-02T05:39:44Z</dcterms:modified>
</cp:coreProperties>
</file>