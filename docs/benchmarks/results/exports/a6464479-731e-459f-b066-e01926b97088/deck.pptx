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093FBC-1CDD-4FD5-BC51-1B812A25C2E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C943F-8FCB-4CCF-BF5F-9AFE8248CD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574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C943F-8FCB-4CCF-BF5F-9AFE8248CD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152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C943F-8FCB-4CCF-BF5F-9AFE8248CD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21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C943F-8FCB-4CCF-BF5F-9AFE8248CD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357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C943F-8FCB-4CCF-BF5F-9AFE8248CD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51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C943F-8FCB-4CCF-BF5F-9AFE8248CD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941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C943F-8FCB-4CCF-BF5F-9AFE8248CD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729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BD715D1-CB56-B834-BCEF-5A0133C22E9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8D1535C-672A-9334-E282-CD22E8D1B0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3BB36E6-77AC-39D4-EC72-7A2F01AF57B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77BD01-4126-8EA6-1E10-2C69563B6FE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570E1A-051D-BD7F-4A12-978F9113386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9D9168-24BD-7885-6B03-7997D8A2BDD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F86677-D4C1-99C2-F901-F2525C54FBF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A882758-745D-5E6A-6F62-2036B928F53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C4EDE7-A5CE-A76A-697D-47DE71A36D9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2026-07-09T02:11:07Z</dcterms:modified>
</cp:coreProperties>
</file>