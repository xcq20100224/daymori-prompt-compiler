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ACC1B6-AA37-4B3A-9C0B-CF1F27D6CDD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D67084-9530-435B-8949-1571688C9C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98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63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61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74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588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540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201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284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67084-9530-435B-8949-1571688C9C4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18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导入：呼吸作用为什么重要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建立呼吸作用学习动机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ED94E86-6494-CFE2-03CC-6579B8F8EC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2026-07-02T08:26:37Z</dcterms:modified>
</cp:coreProperties>
</file>