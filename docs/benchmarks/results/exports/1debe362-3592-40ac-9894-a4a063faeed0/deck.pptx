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6F3E3-51F3-40AA-B27F-CF908D0E048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203636-5173-4761-90A9-EEF516886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78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新产品上市计划现状结构图 先级重排。 图示：新产品上市计划现状结构图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03636-5173-4761-90A9-EEF516886B5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292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03636-5173-4761-90A9-EEF516886B5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452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03636-5173-4761-90A9-EEF516886B5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621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03636-5173-4761-90A9-EEF516886B5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779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03636-5173-4761-90A9-EEF516886B5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539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03636-5173-4761-90A9-EEF516886B5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159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新产品上市计划提案汇报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5BEF80E-EF02-E353-8B6A-D25435F029E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新产品上市计划提案汇报 新产品上市计划提案汇报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新产品上市计划的核心约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999EF3E-1261-1BCB-34FB-A74F875C69A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58299E6-D18E-FED0-4A5C-60DE7CC423D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新产品上市计划当前在目标达成、资源配置与执行路径上存在明显瓶颈。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图示：新产品上市计划问题分层卡片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围绕新产品上市计划可将问题拆为目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新产品上市计划的分阶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3D00FB-0CB3-2F7F-C15B-9F293F4E07C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新产品上市计划方案建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新产品上市计划方案架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阶段：明确新产品上市计划目标与边界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完成新产品上市计划试点并跟踪关键指标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建议围绕新产品上市计划建立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B4A37CB-CD36-4D21-F2E5-2F0BCFD38B3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67F8549-FBDA-67B3-6B7F-A43BBDF12A6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77F578-BA40-1B64-6CEE-472EC966346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A1377BE-9540-882E-0687-522E210DAA9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691680C-EF12-6B01-4C18-8067BB77361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579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2026-07-08T10:21:38Z</dcterms:modified>
</cp:coreProperties>
</file>