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900239-4426-4686-B10C-C340844E7F3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F4F07-6E51-4109-8EF6-24B5FDD70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53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4F07-6E51-4109-8EF6-24B5FDD70B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717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4F07-6E51-4109-8EF6-24B5FDD70B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54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4F07-6E51-4109-8EF6-24B5FDD70B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651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4F07-6E51-4109-8EF6-24B5FDD70B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551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4F07-6E51-4109-8EF6-24B5FDD70B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682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F4F07-6E51-4109-8EF6-24B5FDD70B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44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A82F5AC-8901-5F89-96B3-B1CB5C80CB9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43B570E-9EAA-E3BE-AA4F-C1B27DCAEA6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683EF9D-D3DE-B3B8-4A24-D1FCFC0B6EA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3CB3DD-BE27-E303-9F55-59D883D6F1C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5603D3-5213-0692-44AC-1A4ECB93372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F9DAA9-A239-3F60-C089-38CA3C1ECD4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161E13-2C4A-4DE6-1EF4-9D0375DA02A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E8717B5-3618-81D9-136A-67F909027C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47ABA5-FCFE-F46F-38CB-3851EAFCCF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556</Words>
  <Application>Microsoft Office PowerPoint</Application>
  <PresentationFormat>宽屏</PresentationFormat>
  <Paragraphs>76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2026-07-09T04:43:11Z</dcterms:modified>
</cp:coreProperties>
</file>