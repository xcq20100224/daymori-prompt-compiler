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8E2C4-73D5-409B-86A9-E06D0B541E4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F1DF2-D658-40B9-BA8B-A62C990EA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94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F1DF2-D658-40B9-BA8B-A62C990EA9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709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F1DF2-D658-40B9-BA8B-A62C990EA9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49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F1DF2-D658-40B9-BA8B-A62C990EA9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196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F1DF2-D658-40B9-BA8B-A62C990EA9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12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F1DF2-D658-40B9-BA8B-A62C990EA9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136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F1DF2-D658-40B9-BA8B-A62C990EA9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066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13DE31-9B7E-0465-A761-A78720F235D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DCE5096-3D31-BE5F-5380-9A7F79B771C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1AFEB6-F898-C6FC-52F1-D04643C395E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CABD2F-D702-3BB9-1AE5-461E80E5D1E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9D8D57-D84D-CE61-FB90-0E3289499A1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47E107-D62B-966C-EEDA-F74847A24BB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0EEEB2-F8A4-5D2F-FA7E-8DAF3210E1D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ACA94F-FD41-A952-547B-68B869E766A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9DEADA-CF3B-FB2B-326A-86D6C7BA7E3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Demibold</vt:lpstr>
      <vt:lpstr>MiSans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2026-07-08T04:47:37Z</dcterms:modified>
</cp:coreProperties>
</file>