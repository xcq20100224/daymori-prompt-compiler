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28146-3EB6-4A14-8F4B-CB3150D9A59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E0D0D-DAFA-4FEA-AFE0-4F4DBD9D8E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3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7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294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969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640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660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E0D0D-DAFA-4FEA-AFE0-4F4DBD9D8E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81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85750F-13ED-F5F1-6EA4-84881C2AED6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EFCF968-3802-A25F-68C1-AF712B5B80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BF3A69-DFF0-B3BC-61A4-E6E158E3731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供应链数字化转型方案关键问题拆解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88EFF0-0869-397D-5372-ADB9937803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供应链数字化转型方案方案架构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5E7578-2F4A-B031-1918-FA7A020B36E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ED3211-8E5E-F691-B43B-84F5E0C314E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020BB2-6810-B65F-A209-C0FDFE4973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8F0E73-BB0C-F7CF-D164-8709169DB5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1AE81C-A7D9-AA6F-81E2-ABB52AD3DEC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629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Demibold</vt:lpstr>
      <vt:lpstr>MiSans Semibold</vt:lpstr>
      <vt:lpstr>等线 Light</vt:lpstr>
      <vt:lpstr>MiSans Light</vt:lpstr>
      <vt:lpstr>思源黑体 CN Normal</vt:lpstr>
      <vt:lpstr>MiSans Normal</vt:lpstr>
      <vt:lpstr>MiSans Medium</vt:lpstr>
      <vt:lpstr>MiSans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2026-07-08T10:13:00Z</dcterms:modified>
</cp:coreProperties>
</file>