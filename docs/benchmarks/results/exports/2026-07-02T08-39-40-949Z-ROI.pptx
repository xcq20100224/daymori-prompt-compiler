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23EAA-D54C-431D-9A0A-BFE06D0FB21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64486-5327-48D4-85D9-8B1CF6821E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5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64486-5327-48D4-85D9-8B1CF6821E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558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64486-5327-48D4-85D9-8B1CF6821E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242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64486-5327-48D4-85D9-8B1CF6821E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435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64486-5327-48D4-85D9-8B1CF6821E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810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64486-5327-48D4-85D9-8B1CF6821ED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402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64486-5327-48D4-85D9-8B1CF6821E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72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64486-5327-48D4-85D9-8B1CF6821E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2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64486-5327-48D4-85D9-8B1CF6821E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340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导入：渠道投放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ROI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优化为什么重要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建立渠道投放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3E195D-2A5E-09CB-438F-C3AF134599B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2026-07-02T08:39:11Z</dcterms:modified>
</cp:coreProperties>
</file>