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175EE1-EA60-4BA8-953F-BD8227B6A9A1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7AD50C-8212-4585-A8D1-6E3A63DB0F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6260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7AD50C-8212-4585-A8D1-6E3A63DB0F3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82182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7AD50C-8212-4585-A8D1-6E3A63DB0F3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8650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7AD50C-8212-4585-A8D1-6E3A63DB0F3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0409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7AD50C-8212-4585-A8D1-6E3A63DB0F3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502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7AD50C-8212-4585-A8D1-6E3A63DB0F3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7813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7AD50C-8212-4585-A8D1-6E3A63DB0F3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5939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459C8F5-E5CC-2E90-F4DB-2FB8A24D3E8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F8BF1BD-905C-DFD1-E000-68031FD535F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AE33CB6-4402-DB15-AFB5-73CBDF3369C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EFA2917-2D08-0C43-7120-B7F6849AF03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CC00A28-0A7C-9C97-63DF-1A094352274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B45C95C-6E63-1BAE-FEF5-824231D4620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23AD153-5765-C0FA-3B32-886FD26EAB4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2A7698D-CBAB-11B4-4B9C-387A53A8F25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8D3FDBE-65AF-56B4-DC5C-C1B282CB9F9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2026-07-09T02:44:43Z</dcterms:modified>
</cp:coreProperties>
</file>