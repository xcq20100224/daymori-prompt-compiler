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254EB-EBCA-41F9-932C-98AB4409C4C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D716F7-8D89-4E0E-A624-4104BA09B8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009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D716F7-8D89-4E0E-A624-4104BA09B83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205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D716F7-8D89-4E0E-A624-4104BA09B83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257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D716F7-8D89-4E0E-A624-4104BA09B83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096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D716F7-8D89-4E0E-A624-4104BA09B83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626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D716F7-8D89-4E0E-A624-4104BA09B83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411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D716F7-8D89-4E0E-A624-4104BA09B83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441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4333C28-2A94-49DA-C653-0B7E7AC2FE5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023BF5C-9784-29FA-BA60-73BAC3DDD90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729F32A-6587-AFB0-EB0D-198A859A349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074639A-FC20-861A-B44A-3654D056922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E8F479A-B207-046B-C984-DF1B86FC59D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BE9837A-D848-9AB4-4A29-F6779565FA3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A40DCA-39EA-4CEE-D03E-4CBE01B6AD3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51F3327-F9F9-45A0-9C42-548F40CDE35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76535FA-A782-D42F-DBA5-310F669D93E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560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2026-07-08T05:05:57Z</dcterms:modified>
</cp:coreProperties>
</file>