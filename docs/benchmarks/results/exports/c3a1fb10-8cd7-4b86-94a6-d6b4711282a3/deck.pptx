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B0CA6-5881-4031-82C0-F4821BC9BE3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E7475-B565-4580-BA12-98CD6A880E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37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E7475-B565-4580-BA12-98CD6A880EC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274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E7475-B565-4580-BA12-98CD6A880EC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428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E7475-B565-4580-BA12-98CD6A880EC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349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E7475-B565-4580-BA12-98CD6A880EC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681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E7475-B565-4580-BA12-98CD6A880EC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244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E7475-B565-4580-BA12-98CD6A880EC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868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367441-7A68-0E2B-547A-24892A6E1B3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2D40D46-D669-FA96-A86C-9BC95F7AEDD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1C2EA3-DC39-DAE9-3261-B4957CDC3B0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45E2AD-C3F9-F650-998B-F15351B87DC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D4C1AF-CF97-42B2-F3C4-22BC972A1C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29039F-1667-36E8-DFDD-BE7BD5E4D8E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B70E121-D75F-BB2C-273C-8F5BEB6CF368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385B63-D5E2-D04C-3B34-A09E7574092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78B041-AD6B-85CF-0C69-77C95EC7B16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2026-07-07T08:23:41Z</dcterms:modified>
</cp:coreProperties>
</file>