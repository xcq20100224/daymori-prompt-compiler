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1D8F3-3856-48E2-9311-B86C4372211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C591B-505D-4DB6-A536-AD166241B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62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79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4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284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51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475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06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39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C591B-505D-4DB6-A536-AD166241B4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19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AC1343C-BC75-15C5-7264-9E3FD2E129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2026-07-02T08:32:25Z</dcterms:modified>
</cp:coreProperties>
</file>