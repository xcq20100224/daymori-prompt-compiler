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2694-0451-469C-8043-FC4A1CAA010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AA5BC-8D2C-45DF-9B48-02D892705B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702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AA5BC-8D2C-45DF-9B48-02D892705B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261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AA5BC-8D2C-45DF-9B48-02D892705B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131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AA5BC-8D2C-45DF-9B48-02D892705B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534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AA5BC-8D2C-45DF-9B48-02D892705B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902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AA5BC-8D2C-45DF-9B48-02D892705B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31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AA5BC-8D2C-45DF-9B48-02D892705B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020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05309D-5A1D-EB16-6A61-3FAB788600B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622ECA-60EF-F0F6-FBEF-85F06730968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B71B37-42F4-D449-13FB-046B6F835A5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C8869E-094C-8504-801B-E8198F92C13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BDC4BD-956A-AE1B-7713-10196F1333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C30EA3-CF3E-64C4-D752-011CFE28E4D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606131-16E6-D724-A1CB-43783C47B62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D20044-832F-5E36-17A2-A18487A276E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7A4162-CD9C-561B-3870-2F2DCEEB46D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2026-07-07T07:58:41Z</dcterms:modified>
</cp:coreProperties>
</file>