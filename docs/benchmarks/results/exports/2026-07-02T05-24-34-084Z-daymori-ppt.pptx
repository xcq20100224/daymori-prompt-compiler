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FCFD-02B1-4B2E-8F80-3B3C6ABE16E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0F808-D7FA-49B3-8B2E-EC312AF04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9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34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110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83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8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5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7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386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0F808-D7FA-49B3-8B2E-EC312AF042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90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建立多租户权限模型重构学习动机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2026-07-02T05:24:33Z</dcterms:modified>
</cp:coreProperties>
</file>