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F04AD-B9F6-4103-A084-B3B32291E41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8721F5-1D58-4B54-82FB-F7CB620A4B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521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721F5-1D58-4B54-82FB-F7CB620A4B8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329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721F5-1D58-4B54-82FB-F7CB620A4B8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84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721F5-1D58-4B54-82FB-F7CB620A4B8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728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721F5-1D58-4B54-82FB-F7CB620A4B8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123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721F5-1D58-4B54-82FB-F7CB620A4B8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618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8721F5-1D58-4B54-82FB-F7CB620A4B8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544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197C6F-4C04-8533-4012-DD127F4FF15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F320A71-AAB9-06F6-1C20-81ED2A0A409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18ED9BA-591B-9A68-EDA1-2D2ED34E3E3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6F4DAC-9952-F056-0C03-7B74820540B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A3B4A4D-B3EE-B373-27AA-1707F378E2B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85DDC96-428A-D509-7FAE-69FAA70FF87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5417DE-1F05-587C-76EA-A4D108D1CF8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33E2B08-C6F1-EB2C-C65C-52C818DA6FE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8B7C0B8-7692-6F35-5E19-6719A409775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2026-07-08T05:40:02Z</dcterms:modified>
</cp:coreProperties>
</file>