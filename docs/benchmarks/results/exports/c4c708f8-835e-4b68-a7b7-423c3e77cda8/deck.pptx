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DF5E7B-4CBD-42A2-8379-4311B3F7F77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A4559-635E-4B73-AB68-96296AB176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6092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A4559-635E-4B73-AB68-96296AB1762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415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A4559-635E-4B73-AB68-96296AB1762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296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A4559-635E-4B73-AB68-96296AB1762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252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A4559-635E-4B73-AB68-96296AB1762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3804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A4559-635E-4B73-AB68-96296AB1762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86457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A4559-635E-4B73-AB68-96296AB1762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73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6329BCB-9287-F54C-C5B2-848CC4E6234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BC8FCC8-91E6-6FFB-E439-820BA69CD8D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C51BF0C-996A-3BB7-2FAA-90FC4BE8A68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AEF3DA-59BD-AF39-0558-481410C71E9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1822103-0E50-CF5A-F0EF-D8430A11DC65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E2D298F-9708-5D0F-795B-688BE75B6113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405808A-AF90-AA5D-61CB-5DF4B932135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EF19787-ABD2-9690-BA51-C2354992E8AE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A36D471-AA1B-1391-A1B8-F6022577F0D9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MiSans Medium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2026-07-08T12:18:35Z</dcterms:modified>
</cp:coreProperties>
</file>