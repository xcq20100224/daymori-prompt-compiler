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AF4554-53E9-4559-9263-82B038D8E11C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7E410-EDAA-4A4B-BBB1-607E93E2B3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7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7E410-EDAA-4A4B-BBB1-607E93E2B30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488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7E410-EDAA-4A4B-BBB1-607E93E2B30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191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7E410-EDAA-4A4B-BBB1-607E93E2B30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805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7E410-EDAA-4A4B-BBB1-607E93E2B30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916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7E410-EDAA-4A4B-BBB1-607E93E2B30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017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7E410-EDAA-4A4B-BBB1-607E93E2B30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025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79E45A-6380-5101-D594-3453AC7043D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EDB098A-ECD8-DAB7-8D51-FD105C8824D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A3C6245-3474-01BF-E821-4F48228C46A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FD9330-E72F-C638-3DB5-5B8D246FE9F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A895E8C-740B-2E4B-2311-7A0C34CDA46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154644-FF58-63DC-0627-1A34B365B50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BAC8123-622E-0D54-DFB6-E3C5FF073EE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288BBD1-531B-BE41-03D4-3248FA1FF70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0532A49-769C-596D-99AB-6245E836F53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2026-07-07T08:44:44Z</dcterms:modified>
</cp:coreProperties>
</file>