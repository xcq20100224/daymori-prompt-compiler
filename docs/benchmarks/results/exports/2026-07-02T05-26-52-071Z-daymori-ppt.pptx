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2647C-2582-4B8C-BCD7-56905F24E21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590D0-7252-4925-8970-18E88FD6BE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79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83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200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545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052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777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623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377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590D0-7252-4925-8970-18E88FD6BE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6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2026-07-02T05:26:51Z</dcterms:modified>
</cp:coreProperties>
</file>