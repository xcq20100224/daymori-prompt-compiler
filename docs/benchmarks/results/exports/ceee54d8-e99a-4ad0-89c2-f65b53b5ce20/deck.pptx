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1B6B7-F2B9-455A-925F-6963B6569DD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9B368-605D-4023-A546-D0F3D2C8D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12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9B368-605D-4023-A546-D0F3D2C8D5A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620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9B368-605D-4023-A546-D0F3D2C8D5A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646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9B368-605D-4023-A546-D0F3D2C8D5A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523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9B368-605D-4023-A546-D0F3D2C8D5A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488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9B368-605D-4023-A546-D0F3D2C8D5A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022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9B368-605D-4023-A546-D0F3D2C8D5A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677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C11437-64C2-681E-AAB2-8DBF0277BD3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03D328C-DBA8-46F2-360A-08A12D5DDC9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7E9ED68-5594-D5A3-3A82-96D0121000E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C3A449-268C-D393-8A04-F8C0D101753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F0AF6E-D655-7E42-EBD7-3A5F223AD4D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1410B7-F8AD-F5F7-9157-93C6642AEA7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77CBA92-65EF-9328-4DA7-695D05AE903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AFFE89-2B28-0A19-3354-17A87CC9779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F194E5B-55FF-D2AB-B50F-97596A8A553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2026-07-08T12:32:50Z</dcterms:modified>
</cp:coreProperties>
</file>