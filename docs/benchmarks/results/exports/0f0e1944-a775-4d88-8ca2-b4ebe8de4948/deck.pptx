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9FFDF1-4E3B-4146-B480-E81771EB955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7974E-668A-458C-AFD8-28104F1D07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528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7974E-668A-458C-AFD8-28104F1D07D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181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7974E-668A-458C-AFD8-28104F1D07D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1116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7974E-668A-458C-AFD8-28104F1D07D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516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7974E-668A-458C-AFD8-28104F1D07D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85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7974E-668A-458C-AFD8-28104F1D07D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4077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7974E-668A-458C-AFD8-28104F1D07D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5943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41B3F89-A469-4D4D-7268-011A804B104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CAF99C8-59AB-A634-7905-978EAC8139F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049A580-9400-4CBC-F23E-9502A84ED7F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BCD68A-36EA-EE32-6B33-81D556683E3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F1B4874-FD4A-EE45-1351-9C03575B17C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0CAD4DF-9FBE-4E39-2397-698DBA38E7B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2641E58-2806-B90E-0D5F-97C304B09A9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2F23607-4471-B0FF-06FE-85C2A104B9E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25ED54B-37F0-DA2E-B80E-41EF8EF2CFA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2026-07-08T12:37:58Z</dcterms:modified>
</cp:coreProperties>
</file>