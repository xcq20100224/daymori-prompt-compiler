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82F5A-AB89-4AE7-9555-87E97C3F9EA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A7DC9-8B3B-49BE-8EEA-6F1E7AFCF5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76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A7DC9-8B3B-49BE-8EEA-6F1E7AFCF5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366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A7DC9-8B3B-49BE-8EEA-6F1E7AFCF5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1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A7DC9-8B3B-49BE-8EEA-6F1E7AFCF5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717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A7DC9-8B3B-49BE-8EEA-6F1E7AFCF5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606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A7DC9-8B3B-49BE-8EEA-6F1E7AFCF5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840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A7DC9-8B3B-49BE-8EEA-6F1E7AFCF5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365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BF6CCA-154D-ED7A-60C3-18DA3FCB4C8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9CF9644-D25C-8C64-7AE2-16739E40074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DD059D-AF87-9DA6-1AAD-52ABD96DC61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30F74B-9316-0522-9764-057D60F1665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78D7E0-0622-753F-4215-7D44242C56B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4486B1-85B5-EFCD-F51B-B379D0F8993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1EFDF9-844F-F7AA-6964-83BBA32F1BD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509CB41-BF03-3A88-D5B1-A85D6992C7A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B662FC-F1B3-AA47-ECB3-9A5705141FE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ExtraLight</vt:lpstr>
      <vt:lpstr>等线 Light</vt:lpstr>
      <vt:lpstr>MiSans Semibold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2026-07-08T13:13:46Z</dcterms:modified>
</cp:coreProperties>
</file>