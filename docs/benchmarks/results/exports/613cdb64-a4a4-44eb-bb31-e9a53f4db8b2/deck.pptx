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23C50-0F44-4274-B5D6-1B07A2BDCCB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30ACE-B32E-4630-8D0C-3D6722AE07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133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30ACE-B32E-4630-8D0C-3D6722AE07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166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30ACE-B32E-4630-8D0C-3D6722AE07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883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30ACE-B32E-4630-8D0C-3D6722AE07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553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30ACE-B32E-4630-8D0C-3D6722AE07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799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30ACE-B32E-4630-8D0C-3D6722AE07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220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30ACE-B32E-4630-8D0C-3D6722AE07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6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E1905F-1650-8252-E76B-463617885C4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203CE8D-CAF8-9858-34DB-D160F0621C7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C3A1099-B2AD-62C8-7FB0-AC2E117FBBC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5B3A8-D326-9BCA-B897-A21551778EC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45CD20-CDC3-7872-C2CC-AA945C3EDCA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76B089-B9AF-9B28-BE38-9FBB872AE99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6263A8-17AE-6923-2DF3-D462D92B919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8117F6-80F7-28A8-3F73-18A2CD851F5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B960F2-DC99-02D7-4959-10BEF84CFDC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2026-07-07T03:58:04Z</dcterms:modified>
</cp:coreProperties>
</file>