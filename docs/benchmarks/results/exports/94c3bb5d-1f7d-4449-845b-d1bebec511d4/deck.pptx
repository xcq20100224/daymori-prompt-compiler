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BF819-9CFA-46E8-A701-6649FE12DCB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4C1A-C78B-4824-BBA8-022944DD1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18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B4C1A-C78B-4824-BBA8-022944DD15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980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B4C1A-C78B-4824-BBA8-022944DD15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34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B4C1A-C78B-4824-BBA8-022944DD15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884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B4C1A-C78B-4824-BBA8-022944DD15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070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B4C1A-C78B-4824-BBA8-022944DD15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46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B4C1A-C78B-4824-BBA8-022944DD15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984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8F2DEA-DA4A-F51F-CADE-5B89CD52176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1DE6DC5-DAD9-1D5B-5DD1-4BFE74A757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5C0C005-7373-A086-0929-3F83A37BDFE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F3B3A6-EC61-304D-9C5C-70248E860DD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367E74-FF1A-5370-F793-6A18C36BC63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4EFA42-4259-4B21-0B23-436263E2950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B04877-67F9-F23A-7C03-4310F91A271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A9BFA1-91E0-4425-5A0E-1CFA64F26E5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67E123-572D-97EB-6926-AB050EF40D9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2026-07-08T12:28:38Z</dcterms:modified>
</cp:coreProperties>
</file>