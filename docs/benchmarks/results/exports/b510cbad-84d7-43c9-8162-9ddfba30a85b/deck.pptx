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C5A87-5852-4AA9-AE19-219A46385A11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4B33E6-A536-4D11-AE46-97056EC991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2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4B33E6-A536-4D11-AE46-97056EC991E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55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4B33E6-A536-4D11-AE46-97056EC991E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962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4B33E6-A536-4D11-AE46-97056EC991E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72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4B33E6-A536-4D11-AE46-97056EC991E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832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4B33E6-A536-4D11-AE46-97056EC991E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596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4B33E6-A536-4D11-AE46-97056EC991E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934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A827C6-DC4F-BE88-67C9-487A7B49440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D998A85-E922-0B12-1718-D51A567DC25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F4EFB29-1B32-8BDD-08BD-FB25B221552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4CC16A-1081-8245-B120-FD2CB4BCA00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6CFA29B-92C4-0217-A7AE-9F74C47289A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ABB09F-FED8-F38B-D98C-3BE5BECDDC2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DF1DE9C-4FF0-B96B-9B9D-95D5CCEC025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42CA4D8-A6C9-AD01-41E1-A31FBF42A65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7B4194-04ED-6AA2-1AF1-79C6FDB0437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2026-07-09T02:10:43Z</dcterms:modified>
</cp:coreProperties>
</file>