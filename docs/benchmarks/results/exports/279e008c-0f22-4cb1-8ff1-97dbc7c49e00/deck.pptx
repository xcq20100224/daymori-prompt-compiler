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DB470-CFEA-4297-918D-6821BFD94C1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8930A-913C-4733-91E5-8B3133B6D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87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30A-913C-4733-91E5-8B3133B6D0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45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30A-913C-4733-91E5-8B3133B6D0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08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30A-913C-4733-91E5-8B3133B6D0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916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30A-913C-4733-91E5-8B3133B6D0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459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30A-913C-4733-91E5-8B3133B6D0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757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30A-913C-4733-91E5-8B3133B6D0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58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466017-4A7D-4762-B381-35480906E78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4672487-76D1-7452-834D-3DB0827E3B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5D2AEB-3BFA-9B86-F1A1-CBC70877CD2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D964EF-D6E1-ABA0-6547-EBC8A68F357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78F3ADB-4037-09D4-563E-F0B4BA8DAFC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F01437-0455-A560-9687-DB5F7A137B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3A09E2-0DF2-78F2-9DBA-A0E96953489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618463-9E80-8956-7593-394106C984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D14555-56EB-5A33-C68F-568A68AA32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2026-07-08T12:58:55Z</dcterms:modified>
</cp:coreProperties>
</file>