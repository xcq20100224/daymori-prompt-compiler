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58C71-B3B0-46A4-90BD-55E1D7B730C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3A381-FE87-4EE8-8D4F-D34153C21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9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A381-FE87-4EE8-8D4F-D34153C21C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43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A381-FE87-4EE8-8D4F-D34153C21C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73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A381-FE87-4EE8-8D4F-D34153C21C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995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A381-FE87-4EE8-8D4F-D34153C21C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40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A381-FE87-4EE8-8D4F-D34153C21C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282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A381-FE87-4EE8-8D4F-D34153C21C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13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7374A2-E52D-661B-AE94-EFDE335E0B3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B3E3D3E-3A78-0C96-A987-39AC5344CB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DB8A1F-1346-1286-0C28-25FBC91AE47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6F924B-BB63-9E94-343B-60FE5468C2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CCEFED-02BF-B834-652B-02C01F0ADBB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FD63C5-DBD6-305A-5C1F-59D9671612D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32F3EA-1ABB-C694-9D16-DC547AF3B1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1C7E73-001E-68DC-61CB-86BBFEBD084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529244-2E53-3538-650F-D5952BE9628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2026-07-09T02:45:39Z</dcterms:modified>
</cp:coreProperties>
</file>