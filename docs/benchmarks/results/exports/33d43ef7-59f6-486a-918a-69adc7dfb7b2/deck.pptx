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AB4D7-C1B1-413F-95ED-C18AA625A9E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756D3-405D-4967-8190-63A5B9E2A0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08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756D3-405D-4967-8190-63A5B9E2A0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193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756D3-405D-4967-8190-63A5B9E2A0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959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756D3-405D-4967-8190-63A5B9E2A0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15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756D3-405D-4967-8190-63A5B9E2A0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547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756D3-405D-4967-8190-63A5B9E2A0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88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756D3-405D-4967-8190-63A5B9E2A08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397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E86ADD-47FA-2301-43A3-C491BBFE230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8984B21-424E-2721-2C25-8D4F5117D4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E676AF-DD4B-F99A-B412-03EC00178DF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B39570-054F-7A4A-BF3D-46D1414ECF7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EAFDCC-3C94-D74B-7F2B-38BC2C2E790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3DA8B1-0D2D-8419-8DB3-395F45C9C56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037FAB-0C64-880D-DCA6-1E9E0545312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B68623-8687-5FBD-8A6D-255F3BA340E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AF9C88-B65C-6B3E-E09E-CAFF8D91DBB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Arial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2026-07-08T12:18:55Z</dcterms:modified>
</cp:coreProperties>
</file>