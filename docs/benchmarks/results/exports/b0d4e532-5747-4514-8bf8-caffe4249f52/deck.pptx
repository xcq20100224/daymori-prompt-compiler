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0FCD90-5DFA-4516-B1F2-667E91B757F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2D3F51-4137-4EA3-A7E2-5F0EE9CDCA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282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D3F51-4137-4EA3-A7E2-5F0EE9CDCAC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66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D3F51-4137-4EA3-A7E2-5F0EE9CDCAC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133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D3F51-4137-4EA3-A7E2-5F0EE9CDCAC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003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D3F51-4137-4EA3-A7E2-5F0EE9CDCAC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341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D3F51-4137-4EA3-A7E2-5F0EE9CDCAC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814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D3F51-4137-4EA3-A7E2-5F0EE9CDCAC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762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BD5CE56-EEFF-C913-43CC-BA1BB3EA596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3538A0D-9644-BC3C-A484-1DDA7FD79D6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8176A4C-6DED-5BCB-F8E8-9FF70AB00B3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4BC29B-7E7C-8040-42CE-B8B5385995A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9697EE3-916E-1DA8-526E-5D1D6580E88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B2D82F1-5BA9-262B-590F-4375FB5E824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613EFC7-506D-D331-8A6D-85E92D3E114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9E34749-3F6D-67AF-FB62-F64E105E8E9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06A9FC4-9CC8-E8CB-7E8E-463B0F381C9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 Demibold</vt:lpstr>
      <vt:lpstr>MiSans</vt:lpstr>
      <vt:lpstr>MiSans ExtraLight</vt:lpstr>
      <vt:lpstr>MiSans Light</vt:lpstr>
      <vt:lpstr>MiSans Semibold</vt:lpstr>
      <vt:lpstr>思源黑体 CN Normal</vt:lpstr>
      <vt:lpstr>等线</vt:lpstr>
      <vt:lpstr>MiSans Medium</vt:lpstr>
      <vt:lpstr>MiSans Normal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2026-07-08T04:38:18Z</dcterms:modified>
</cp:coreProperties>
</file>