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CDC4A-0600-4773-9604-DE3F8456A6B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226BD-BEF1-4492-83DB-F18ECE960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847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226BD-BEF1-4492-83DB-F18ECE9603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89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226BD-BEF1-4492-83DB-F18ECE9603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179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226BD-BEF1-4492-83DB-F18ECE9603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90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226BD-BEF1-4492-83DB-F18ECE9603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455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226BD-BEF1-4492-83DB-F18ECE9603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724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226BD-BEF1-4492-83DB-F18ECE9603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07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6D3C68-18EC-F5FA-D24F-32735B192EA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97BC3C0-DBDE-4343-AC0C-E6447509052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14E80BE-7326-460B-A7AC-0B2D1058A19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3A1A93-2ABA-B612-6DDB-FF95F4D6F8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E2721C-2ABE-7C61-8B98-DC090EE97B0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07D3D9-19BA-5A87-EF9A-1EE1EBC4130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DE5539-616E-54D7-39FA-4B3457E4C54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D3C598-4ECA-887E-AC58-2A75C30CCFA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E2F066-EB1B-29C3-2E49-A9E1843F3E9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CA7A44-7CA8-E570-7609-9CD3713B2E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2916A4-1A61-6477-EE56-ADEC2CB8B88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7F8AEF-F35A-3D63-6D23-AAD588A4201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B470E7-F67D-AAEB-E4BD-EA4C2F6D505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ED62214-6D7A-26B2-ECA8-397C5689BC5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6D0268-E5B0-6381-86A2-D832409EEE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07CDF0-6E33-12AF-8DA8-F810F0BE321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2026-07-08T14:25:00Z</dcterms:modified>
</cp:coreProperties>
</file>