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7D859-C7C1-4BFA-90BD-3C018F8D51D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E57E3-3A69-4FFF-AC6E-CC77A171A3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09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E57E3-3A69-4FFF-AC6E-CC77A171A3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496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ABTest2_1783519662126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E57E3-3A69-4FFF-AC6E-CC77A171A3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50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E57E3-3A69-4FFF-AC6E-CC77A171A3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741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E57E3-3A69-4FFF-AC6E-CC77A171A3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204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E57E3-3A69-4FFF-AC6E-CC77A171A3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534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E57E3-3A69-4FFF-AC6E-CC77A171A3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905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E57E3-3A69-4FFF-AC6E-CC77A171A3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776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ABTest2_1783519662126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3519662126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3238D03-1E66-2E8D-295A-F6D6B6AA8A0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8351966212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783519662126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4C95823-70B6-3026-9120-DF75CCA29DB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321102-D41E-DCF3-2F74-F65674EFCB6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915033-8A84-4715-6523-05D4D143AD6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B7391A-3F5A-57F1-FAAD-9C5B4457717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CB98DB-2EA8-8B23-8804-66EDADE62A2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2026-07-08T14:10:59Z</dcterms:modified>
</cp:coreProperties>
</file>