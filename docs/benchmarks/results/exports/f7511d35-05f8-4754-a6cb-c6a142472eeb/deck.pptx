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4C965-7C2D-4A66-99F5-C61EB7FB3E8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99C89-7444-42D0-B95B-FA7D3E230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15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9C89-7444-42D0-B95B-FA7D3E2302E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359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9C89-7444-42D0-B95B-FA7D3E2302E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340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9C89-7444-42D0-B95B-FA7D3E2302E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886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9C89-7444-42D0-B95B-FA7D3E2302E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061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9C89-7444-42D0-B95B-FA7D3E2302E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68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99C89-7444-42D0-B95B-FA7D3E2302E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53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3831EB-408E-B20D-4A50-B6228BD8171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B5C440D-AA40-8928-A5A7-B055560E6F0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4DB84E-5CC6-8ADE-7124-3D18FA0D6CD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B94673-2819-F4A4-1C8C-D7A116122A2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EAC215-E355-433D-10C1-3D17FD9A879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144801-C67E-3ECF-CF0D-ACCD0BC65BC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4D273C-07FF-0406-4E44-E26823F41CE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7EC09B-B767-36AF-0502-5BF01370D47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66E9F2-322B-05B9-AD3E-837AA2FF4BB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2026-07-08T05:16:18Z</dcterms:modified>
</cp:coreProperties>
</file>