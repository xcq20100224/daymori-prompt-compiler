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9C397-76D9-4418-9E67-36D059C9CE3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F52DE-830B-4BF8-95B0-A0B2B005D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33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F52DE-830B-4BF8-95B0-A0B2B005DA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74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F52DE-830B-4BF8-95B0-A0B2B005DA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86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F52DE-830B-4BF8-95B0-A0B2B005DA7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251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F52DE-830B-4BF8-95B0-A0B2B005DA7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389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F52DE-830B-4BF8-95B0-A0B2B005DA7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239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F52DE-830B-4BF8-95B0-A0B2B005DA7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437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372A174-C58E-9E0D-2E60-C961C0339EF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25C2A04-F34B-4C5A-D4D9-C3247560A0F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C64C71A-A86A-B2B6-3027-3E19E5C5971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F85B69-8850-D564-4E35-7F77B20C0BC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C92234-55EF-8EC6-C92A-83C6F3BD766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65AC8E-888A-B3D0-B93F-5CA801BDCE7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63BE87-2FAE-E067-E097-97D7D62EF71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95AD1C0-F70A-7271-316F-9EE92DB4F30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E94A98-F624-8686-3271-3C58F2ABF42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等线</vt:lpstr>
      <vt:lpstr>Arial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2026-07-08T04:46:22Z</dcterms:modified>
</cp:coreProperties>
</file>