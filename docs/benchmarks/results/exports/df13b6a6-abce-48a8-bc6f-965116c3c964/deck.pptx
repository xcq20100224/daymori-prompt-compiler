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81DBE-130B-47A6-AD78-CF6478CFC15D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C7835-CA04-4B36-92D9-6718503388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396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C7835-CA04-4B36-92D9-67185033880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930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C7835-CA04-4B36-92D9-67185033880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687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C7835-CA04-4B36-92D9-67185033880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174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C7835-CA04-4B36-92D9-67185033880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525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C7835-CA04-4B36-92D9-67185033880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639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3C7835-CA04-4B36-92D9-67185033880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261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7BA8F1-1383-946B-D63A-40D5EBDD996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3449D29-F82E-76EC-2F26-151F14DC7EA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DD2AFB2-A776-1F25-0538-6543CA41E49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3B5412-0A70-C71E-5064-4CE4752FDA0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C351B79-71F8-9156-E0EE-6787396600E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59832EF-BF6E-146B-0324-6A3201A61CB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E8EB39-65D6-0AEE-851C-6CEF365D7A3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6949EA7-FFC8-0455-9526-CC6639D56D2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B152B3-160F-1A32-28DC-E09878E75E3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2026-07-07T04:01:28Z</dcterms:modified>
</cp:coreProperties>
</file>