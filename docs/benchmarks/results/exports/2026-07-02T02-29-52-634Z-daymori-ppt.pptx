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embeddedFontLst>
    <p:embeddedFont>
      <p:font typeface="MiSans ExtraLight" panose="02010600030101010101" charset="-122"/>
      <p:regular r:id="rId4"/>
    </p:embeddedFont>
    <p:embeddedFont>
      <p:font typeface="MiSans Normal" panose="02010600030101010101" charset="-122"/>
      <p:regular r:id="rId5"/>
    </p:embeddedFont>
    <p:embeddedFont>
      <p:font typeface="等线" panose="02010600030101010101" pitchFamily="2" charset="-122"/>
      <p:regular r:id="rId6"/>
      <p:bold r:id="rId7"/>
    </p:embeddedFont>
    <p:embeddedFont>
      <p:font typeface="等线 Light" panose="02010600030101010101" pitchFamily="2" charset="-122"/>
      <p:regular r:id="rId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D83FF-522F-4AD9-A220-ED86D411EAE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8708-1378-4A92-ADAB-A117214B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270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08708-1378-4A92-ADAB-A117214BEF5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15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??????:????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?????????????????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• F=ma ????????????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??:N = kg�m/s�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</Words>
  <Application>Microsoft Office PowerPoint</Application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MiSans ExtraLight</vt:lpstr>
      <vt:lpstr>Arial</vt:lpstr>
      <vt:lpstr>等线</vt:lpstr>
      <vt:lpstr>思源黑体 CN Normal</vt:lpstr>
      <vt:lpstr>MiSans Normal</vt:lpstr>
      <vt:lpstr>等线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2026-07-02T02:29:52Z</dcterms:modified>
</cp:coreProperties>
</file>