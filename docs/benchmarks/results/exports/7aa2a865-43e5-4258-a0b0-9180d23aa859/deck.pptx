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6F45B-0F79-4798-AB2C-907445E2D5D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58150-E906-4CC1-915E-7F9C74DD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69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83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7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65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764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1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58150-E906-4CC1-915E-7F9C74DDE7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3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639F87-A83B-8878-795D-61F80D3386A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A840DFA-235E-5804-22A5-B92E9A35BA5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2E5844-D2D2-A2F9-78F6-8F857DD940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77F42E-C36F-8A7F-4849-B5427D3A845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7AF5EB-7631-B529-F988-2A737BB082A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1667D6-D3E0-9DA4-FB17-AA60ADEB92B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66E050-5A5F-4A50-C81D-624743F21DD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4EDC61-D3A7-C414-A1E5-BC2288B53CC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014668-B4E2-7BFB-8F7E-24164A2562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2026-07-08T04:30:58Z</dcterms:modified>
</cp:coreProperties>
</file>