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DC76B-FBD3-4F7E-8F08-D634F86B4D0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76D82-CCDB-4DD4-9709-7ED0BADBD9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932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305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92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23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351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76D82-CCDB-4DD4-9709-7ED0BADBD9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7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4DAE09-91E2-B73E-BB67-C6456C3E7AC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912E399-89C3-9040-8DC6-02097B466EA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D7020F-242A-0CD5-E8C3-7F3D3A24238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D3F078-A303-3405-CD5A-9EF53BBF85E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7039D2-B67E-C5F6-DAD0-9F92703DFC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A2D974-8333-68AC-2E34-F100EC0A66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447023-893E-922E-8D93-72BDB573E37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6AB6B0-7257-911E-A8F3-4D3581A2FE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524DB3-F8FF-EA9A-B8B5-8C7256462DB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2026-07-07T08:36:21Z</dcterms:modified>
</cp:coreProperties>
</file>