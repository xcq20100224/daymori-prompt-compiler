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6E9DC-DE9B-43A9-89B0-511DF4F4CA12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30EAD6-CF13-494D-A26B-C5F090B14EB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259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0EAD6-CF13-494D-A26B-C5F090B14EB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26062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0EAD6-CF13-494D-A26B-C5F090B14EB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3803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0EAD6-CF13-494D-A26B-C5F090B14EB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0496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0EAD6-CF13-494D-A26B-C5F090B14EB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7302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0EAD6-CF13-494D-A26B-C5F090B14EB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7990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30EAD6-CF13-494D-A26B-C5F090B14EB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339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030434-2BD9-1F3B-A290-6880E4E451C8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D4741B-F9B0-471D-9AB8-B3EB2FE1950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D1442E3-6BBB-34EF-3474-97B747F97C6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C11353C-0E86-129B-2D62-8B1641AE01A0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06BD154-F696-64E0-F83A-E6D8258CE62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740A5CB-727D-99E0-CD52-FBE4D27B42E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BD96F8B-0FC2-E4B6-882C-C8084F12A5D0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56CEE6E-DAC9-866A-8DF7-DDBC0B2AE6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E9595043-2101-0984-BEBB-BBC68AA9779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2026-07-07T08:32:49Z</dcterms:modified>
</cp:coreProperties>
</file>