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458A3D-FF66-44F5-9719-7FD894042B36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02C8C7-536D-4304-8826-90C594CAFE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28511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02C8C7-536D-4304-8826-90C594CAFE7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7288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02C8C7-536D-4304-8826-90C594CAFE7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56457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02C8C7-536D-4304-8826-90C594CAFE7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5727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02C8C7-536D-4304-8826-90C594CAFE7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8730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02C8C7-536D-4304-8826-90C594CAFE7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70269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02C8C7-536D-4304-8826-90C594CAFE7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98036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客户留存提升方案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AF7D990-16C8-4EBB-D77C-A855FBBF5566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55CA8C54-E412-827E-CC23-B14E3B65E57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4DC9D12-BC56-5C55-C0D0-782F4652A0D0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2D3E108-667A-393D-6B9C-5E5E0E4F0DB3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3EA33E8-418B-8DEB-D34E-8E209EA3E81B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CE03DB3-12D8-447C-D4DA-3820E4E2D5F9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D71753A-4E82-51C7-0CED-ACF5040BA3C0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D3CF734-3482-CB2E-5F95-1934E7065971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167E385-D1DB-46C2-5DB0-5C791967BCB7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560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 Light</vt:lpstr>
      <vt:lpstr>MiSans Medium</vt:lpstr>
      <vt:lpstr>Arial</vt:lpstr>
      <vt:lpstr>思源黑体 CN Normal</vt:lpstr>
      <vt:lpstr>MiSans ExtraLight</vt:lpstr>
      <vt:lpstr>MiSans</vt:lpstr>
      <vt:lpstr>等线</vt:lpstr>
      <vt:lpstr>MiSans Demibold</vt:lpstr>
      <vt:lpstr>MiSans Light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2026-07-08T05:05:39Z</dcterms:modified>
</cp:coreProperties>
</file>