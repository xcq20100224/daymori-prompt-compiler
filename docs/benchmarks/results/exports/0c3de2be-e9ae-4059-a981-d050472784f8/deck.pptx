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31E48-8D87-488D-86CB-09C69A53F86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EE431-A4A9-489D-A7CB-7B4ACBEFA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2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9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818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359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782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104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EE431-A4A9-489D-A7CB-7B4ACBEFA9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1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EF2946-78BD-DC13-07DB-DB57C3384BF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990423D-AE39-17E0-B98F-BC755323BA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ACA1AA-495B-39BE-6D8F-61C07909B0B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2BF56A-CB75-E1E5-8FD5-0EBBE58DBC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E72872-6BD5-B53A-349B-CC31E59434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2720B7-D2CF-6A22-FADA-C71713D59BF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86489E-B857-DF44-C705-5A443CE1566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17D9A1-33A4-BEB9-DAE9-413D8A337E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A27F01-E4FE-8011-9A20-1F3C6B5339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2026-07-07T08:12:52Z</dcterms:modified>
</cp:coreProperties>
</file>