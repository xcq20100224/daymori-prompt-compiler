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AEEBC-0B48-4B76-85FA-52E772F95C7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117AD-240C-441B-99C9-7797F3094D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47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83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82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82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83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542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117AD-240C-441B-99C9-7797F3094DC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58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BAEE66-5205-3B8F-4705-C80EE02DBCD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D9C508C-D70B-4AD0-DFB1-E0E22D8BBA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6FFFD9-C11D-4632-5031-14FA86D423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8E24C9-0E2E-5814-3AEF-435F5514D4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655B97-81C6-F117-1387-19FE44A5CD0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6B25E0-E764-F16D-88B5-771ADA64F7D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6B5811-8B98-77A7-E73B-5AEFC3B850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399840-B47A-B60E-DC50-AD929EC439D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E342B4-181C-2EC7-25B9-B121780E77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2026-07-08T11:58:39Z</dcterms:modified>
</cp:coreProperties>
</file>