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2852F-F979-4206-9807-D6931B1C7BE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56443-E813-4DEF-9C02-2F8DF297D8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4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56443-E813-4DEF-9C02-2F8DF297D8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2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56443-E813-4DEF-9C02-2F8DF297D8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029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56443-E813-4DEF-9C02-2F8DF297D8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00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56443-E813-4DEF-9C02-2F8DF297D8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56443-E813-4DEF-9C02-2F8DF297D8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84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56443-E813-4DEF-9C02-2F8DF297D8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49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FC5CF7-5045-F4E5-EC37-396791E5A0B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0CB905C-D95F-B233-9A67-1F9BA203F0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28420A-F80A-45D8-BC0B-7F3B27A2F0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7A3472-A0C6-8C1A-2CDB-72293CCD012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422F1A-0310-A74F-38D6-BE9FBEBC05B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C56C64-EE14-9ED2-B9E7-BD1ACAF4220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9E685F-76E9-4BC0-A0EF-FBA2EFB6F1D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E8E999-36CC-0CF5-4FEE-B53A7EA3815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55D98F-2890-AB7C-B4F6-52566A30414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2026-07-08T04:29:01Z</dcterms:modified>
</cp:coreProperties>
</file>