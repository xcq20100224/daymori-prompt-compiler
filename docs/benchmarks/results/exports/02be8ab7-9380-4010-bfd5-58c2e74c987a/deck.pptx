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BB05A9-74B7-4313-B493-9EE1FCCAB73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9B20F2-CEF2-4D84-82A8-91C4498912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361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9B20F2-CEF2-4D84-82A8-91C44989128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2122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9B20F2-CEF2-4D84-82A8-91C44989128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8669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9B20F2-CEF2-4D84-82A8-91C44989128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44056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9B20F2-CEF2-4D84-82A8-91C44989128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858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9B20F2-CEF2-4D84-82A8-91C44989128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002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9B20F2-CEF2-4D84-82A8-91C44989128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5258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E1A6B3A-FB30-F307-57AB-F587DE4C6B4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B8BCE28-3CBB-A936-483E-30222E9C417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F8AA424-1F99-5798-E73F-B513D1D40E4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635BF7E-6E88-DCA1-7281-F1BE0CD3698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4F927D-84E8-6C30-B3FF-FBDD587AF68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DEC8C6C-E363-5467-D235-B8E6DEF02A9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2CE506C-2057-D25A-DD8C-4F9AA390304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361F601-2F1F-D7D0-13DC-4EBA276E6E9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93ABC4B-BB75-4796-EA1F-5882CA535E3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2026-07-08T13:03:02Z</dcterms:modified>
</cp:coreProperties>
</file>