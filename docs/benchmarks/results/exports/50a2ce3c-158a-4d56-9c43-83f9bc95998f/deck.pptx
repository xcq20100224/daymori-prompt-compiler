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1BBAFC-0A80-4FEC-A54A-54BB9E96429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A17D7-E9D3-49A9-AC62-689A71E53D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088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A17D7-E9D3-49A9-AC62-689A71E53D9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113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ABTest2_1783519662126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ABTest2_1783519662126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A17D7-E9D3-49A9-AC62-689A71E53D9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671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ABTest2_1783519662126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A17D7-E9D3-49A9-AC62-689A71E53D9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705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ABTest2_1783519662126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A17D7-E9D3-49A9-AC62-689A71E53D9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196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A17D7-E9D3-49A9-AC62-689A71E53D9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464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A17D7-E9D3-49A9-AC62-689A71E53D9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54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A17D7-E9D3-49A9-AC62-689A71E53D9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46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ABTest2_1783519662126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ABTest2_1783519662126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ABTest2_178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3519662126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D9C17A8-9728-0CFC-298F-DB6B582264D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ABTest2_1783519662126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19662126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9662126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8351966212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6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8351966212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8351966212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ABTest2_178351966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ABTest2_178351966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783519662126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C32D57C-B60B-BB44-C9B4-345BAE4ED48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FCB456-92CC-9A12-E0B2-549AA6AE5E7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91E0455-9B4E-D618-2FC0-BAB431BA23B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5AC5FD4-A6B6-588D-9EDA-79BDC676C39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8F8541-9F05-3A5D-634B-75DFDF70F17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2026-07-08T14:08:08Z</dcterms:modified>
</cp:coreProperties>
</file>