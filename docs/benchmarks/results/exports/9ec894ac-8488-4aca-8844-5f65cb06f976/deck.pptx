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60F0D-3053-43CB-808D-D33D73FA7D7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DA5C6-EA2F-481C-9B1A-77D66A683A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52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DA5C6-EA2F-481C-9B1A-77D66A683A7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452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DA5C6-EA2F-481C-9B1A-77D66A683A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984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DA5C6-EA2F-481C-9B1A-77D66A683A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898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DA5C6-EA2F-481C-9B1A-77D66A683A7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215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DA5C6-EA2F-481C-9B1A-77D66A683A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875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DA5C6-EA2F-481C-9B1A-77D66A683A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45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8B373C-50DB-328B-A24F-D8FD7839019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3CAEB14-E62E-5841-3CC9-78BC490DA0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8552DF-1434-C72C-2A49-AD7101CAE39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60AD3A-C828-7521-0CA4-8D2D585289A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B94872-1EE0-403E-9830-63350058C11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03D765-78EF-6939-CA96-40FA151437C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CA5FF9-7643-B99D-470C-315340DA76D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40955C1-28C5-1E41-3AE1-453AAD2918C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447749-39F8-B895-6A2B-C73EC37E426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2026-07-08T12:19:53Z</dcterms:modified>
</cp:coreProperties>
</file>