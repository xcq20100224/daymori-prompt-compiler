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6EAA8-0B36-47EB-A2DC-3E29B551B7D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A6956-C1AC-4DFD-AACC-D4C2F461E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8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A6956-C1AC-4DFD-AACC-D4C2F461EEF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707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A6956-C1AC-4DFD-AACC-D4C2F461EEF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93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A6956-C1AC-4DFD-AACC-D4C2F461EEF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734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A6956-C1AC-4DFD-AACC-D4C2F461EEF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085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A6956-C1AC-4DFD-AACC-D4C2F461EEF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367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A6956-C1AC-4DFD-AACC-D4C2F461EEF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64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63D94D-466F-69A3-16BA-91DE51F9AF2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3BFB9A4-1A81-6EA1-AEA4-33CD4F9D945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49D22B8-E97E-7FEE-CDC3-D26B68350D4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DB3993-CAB9-AC5E-0FED-3DEC4515AF1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75762E-2561-E19E-28FE-F9BD9638518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D40C59-887A-8E20-2799-FCF5AF101FB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B2F4719-3961-295B-6EF8-948AB2A817F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9C94566-6170-0A91-72CE-BDEF76152AE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1F3BAA-4551-6ED9-2881-AC6F7301F1D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2026-07-08T12:29:34Z</dcterms:modified>
</cp:coreProperties>
</file>