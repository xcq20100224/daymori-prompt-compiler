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1BC10-155F-4F2B-9936-93CF2C4EE01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00411F-CB7E-47B1-A60F-2E760B9A8C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74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0411F-CB7E-47B1-A60F-2E760B9A8C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026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0411F-CB7E-47B1-A60F-2E760B9A8C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642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0411F-CB7E-47B1-A60F-2E760B9A8C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36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0411F-CB7E-47B1-A60F-2E760B9A8C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72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0411F-CB7E-47B1-A60F-2E760B9A8C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246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0411F-CB7E-47B1-A60F-2E760B9A8C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582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48ADC2-4760-79A2-7D5B-638132C565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D2CCDFC-AAB6-3FDC-BB24-8282D107EB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3EFF5B-C4FF-9B4D-4714-97BDC6BA846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41ED38-8C08-1EB0-DBFB-32A680A0ABF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CD84DA-2E90-269B-F086-824D26A298F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EAEAF8-60C1-E2ED-BABD-E8F5E2FFB30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3F2D2D-238C-858D-2837-51943F5EC70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95E44D-A03A-7079-25DD-17175E4E30C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4B5BA8-F539-4C43-6BCD-1F69BC09946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等线 Light</vt:lpstr>
      <vt:lpstr>MiSans</vt:lpstr>
      <vt:lpstr>MiSans Demibold</vt:lpstr>
      <vt:lpstr>MiSans Light</vt:lpstr>
      <vt:lpstr>MiSans Normal</vt:lpstr>
      <vt:lpstr>MiSans Semibold</vt:lpstr>
      <vt:lpstr>等线</vt:lpstr>
      <vt:lpstr>Arial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2026-07-08T12:00:17Z</dcterms:modified>
</cp:coreProperties>
</file>