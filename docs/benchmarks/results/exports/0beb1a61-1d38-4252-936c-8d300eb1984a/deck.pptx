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56069-3546-40F8-8844-31BCD7CEB4F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26DED-606B-4F72-88E1-F026212E1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98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先级重排。 图示：新产品上市计划现状结构图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26DED-606B-4F72-88E1-F026212E165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26DED-606B-4F72-88E1-F026212E165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493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26DED-606B-4F72-88E1-F026212E165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779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26DED-606B-4F72-88E1-F026212E165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75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26DED-606B-4F72-88E1-F026212E165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773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26DED-606B-4F72-88E1-F026212E165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419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32B46B-E483-08F4-39DD-FB87F1DD9A9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 新产品上市计划提案汇报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01BA3E9-CDA3-D593-23E9-166DB519EAD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9E7ED39-37BD-642E-200E-1590D99AB0E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5D6766-E63B-2884-FF01-B73F412DF04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新产品上市计划方案建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新产品上市计划方案架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阶段：明确新产品上市计划目标与边界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完成新产品上市计划试点并跟踪关键指标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37F2D1-6C65-217A-C10E-21D840A06BC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63589B-D9AE-F75F-D09F-168E20AE4CB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680DC2-613E-0BE1-05B6-E5C1D069B8D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3EA9DA7-EADF-5181-694A-30C3C4F80F5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0E4C21-6CC1-E10F-AC98-84DA581575E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2026-07-08T10:16:14Z</dcterms:modified>
</cp:coreProperties>
</file>