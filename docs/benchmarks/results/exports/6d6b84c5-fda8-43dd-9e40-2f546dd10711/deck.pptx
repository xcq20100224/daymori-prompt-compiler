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2100A-1099-414A-AE1E-34930EDF907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FBFA28-7383-4721-8670-8C56A10BEE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368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企业数字化转型现状结构图 优先级重排。 图示：企业数字化转型现状结构图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BFA28-7383-4721-8670-8C56A10BEE9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1991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企业数字化转型问题分层卡片 执行能力与反馈闭环四个层面。 先聚焦高频高影响环节， 再逐步覆盖复杂场景， 可显著降低试点风险。 图示： 企业数字化转型问题分层卡片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BFA28-7383-4721-8670-8C56A10BEE9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2353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企业数字化转型方案架构图 建设， 再通过迭代机制优化质 量， 形成可复制的执行闭环。 图示： 企业数字化转型方案架 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BFA28-7383-4721-8670-8C56A10BEE9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7086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BFA28-7383-4721-8670-8C56A10BEE9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97151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BFA28-7383-4721-8670-8C56A10BEE9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953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BFA28-7383-4721-8670-8C56A10BEE9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4868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企业数字化转型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BC0EA4B-9358-184D-58E9-8EDDB7CC055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企业数字化转型提案汇报 企业数字化转型提案汇报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1AB33F2-A2EE-324B-7194-23EE7B13BD5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13502DF-6097-D560-38C6-7FE3B3064EB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C47A1A3-15AF-5C8E-F826-FFE239DA958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98F4859-F394-A0EA-6C45-EF84BFC58CC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C9F9E7B-059D-B2B4-06B4-EE0C40C2314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746BAFC-BF9F-9E90-0F38-83C9AA2C0D8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5C5CC20-DE27-DB16-A4AF-2D2368245CF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9ABA207-AD00-2BCD-A03E-509CE1208C8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09EBB20-AB66-A126-A0B1-A37E830D7E9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1DE3554-B519-41AD-F0CA-F4A67D8B127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A978893-CE2A-41B9-F2AE-E7310C969FA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3710F1A-1D3F-835C-422A-0CB0E0F1F2C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2E0F1B2-F09D-9019-77CE-F71BD082B70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A78016E-EA07-65A6-59C9-D130E2EA1F5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209CACC-49C4-A38A-4065-71E2980152B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272</Words>
  <Application>Microsoft Office PowerPoint</Application>
  <PresentationFormat>宽屏</PresentationFormat>
  <Paragraphs>35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ExtraLight</vt:lpstr>
      <vt:lpstr>MiSans Semibold</vt:lpstr>
      <vt:lpstr>等线 Light</vt:lpstr>
      <vt:lpstr>MiSans</vt:lpstr>
      <vt:lpstr>MiSans Demibold</vt:lpstr>
      <vt:lpstr>Arial</vt:lpstr>
      <vt:lpstr>思源黑体 CN Normal</vt:lpstr>
      <vt:lpstr>MiSans Normal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2026-07-08T14:23:19Z</dcterms:modified>
</cp:coreProperties>
</file>