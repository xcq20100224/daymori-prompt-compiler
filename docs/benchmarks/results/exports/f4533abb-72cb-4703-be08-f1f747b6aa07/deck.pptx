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5C6D0-480B-4926-AE44-DA4EF45DA07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CEF5F7-4729-4902-B830-C108DA8E3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613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EF5F7-4729-4902-B830-C108DA8E3D1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349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EF5F7-4729-4902-B830-C108DA8E3D1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955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EF5F7-4729-4902-B830-C108DA8E3D1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559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EF5F7-4729-4902-B830-C108DA8E3D1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009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EF5F7-4729-4902-B830-C108DA8E3D1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328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EF5F7-4729-4902-B830-C108DA8E3D1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398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67F3ED3-5804-1BA0-0A1E-56313965DE4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E198AE5-5A26-6D2A-143E-27F2172B7C7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AC8A5F9-2824-2682-A308-98D4DE996CD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BB3B026-EB02-7EE7-2123-9327C932B9B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BEF6D5-7347-173B-33C7-663080C190B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070670-DBBC-E94C-A03C-63691D8AEE2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127692A-847E-343B-D49F-6F7BAB687C2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BA7FA1E-A474-DE46-74CD-C5FDB794C27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9E95487-A9A1-86BF-FE5E-BC0C34AF001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74725A-702E-57C3-BA25-9848B597CCE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20983D7-3ED2-B1D1-F249-68AA15F7C3A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B627288-7ADC-707C-FEC4-8EA82D584F4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235286D-7D4F-4CE1-3CB6-E8EE0029DD1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AA628FB-C445-DDAC-FB23-19C5CAC8FCC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3F2378B-AEF4-3547-3A28-E14F57D82D9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ExtraLight</vt:lpstr>
      <vt:lpstr>等线 Light</vt:lpstr>
      <vt:lpstr>Arial</vt:lpstr>
      <vt:lpstr>MiSans Semibold</vt:lpstr>
      <vt:lpstr>MiSans</vt:lpstr>
      <vt:lpstr>MiSans Demibold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2026-07-08T14:20:44Z</dcterms:modified>
</cp:coreProperties>
</file>