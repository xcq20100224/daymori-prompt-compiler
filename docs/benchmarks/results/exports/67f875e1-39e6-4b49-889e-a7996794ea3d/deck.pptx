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8457E-0B2E-42CD-AAC5-28C4A5E18ED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65C4F-051D-4BE2-B74D-B5C135CC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519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65C4F-051D-4BE2-B74D-B5C135CC78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01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65C4F-051D-4BE2-B74D-B5C135CC78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12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65C4F-051D-4BE2-B74D-B5C135CC78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45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65C4F-051D-4BE2-B74D-B5C135CC78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270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65C4F-051D-4BE2-B74D-B5C135CC78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197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65C4F-051D-4BE2-B74D-B5C135CC78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64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BDE1E7-957B-21FC-C400-88EEBE66608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6F79323-DF91-4912-BA2B-29D698805A4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2A531B-210C-0AD2-55B6-0624E455F92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CE8B91-A282-5EA9-E8FD-F751D9DA033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8FEB7E-9898-149F-A85C-D2F256F5B94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06C088-CCA8-3FA4-4CF8-86A3F73E3CA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69FEC2-AF95-BB06-BDA8-DD86E6A18B8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B2958B-2A54-5B2F-5C92-7D39BAB755E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933431-E9B0-1D91-2FF3-E9F1A3C6A8F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2026-07-07T08:22:19Z</dcterms:modified>
</cp:coreProperties>
</file>