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5F655-02BE-4F0C-BAE3-27190D9B9A3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A6C0B-3C1C-4A88-9BCC-36CE9F9AEB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02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A6C0B-3C1C-4A88-9BCC-36CE9F9AEB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987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A6C0B-3C1C-4A88-9BCC-36CE9F9AEB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721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A6C0B-3C1C-4A88-9BCC-36CE9F9AEB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133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A6C0B-3C1C-4A88-9BCC-36CE9F9AEB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258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A6C0B-3C1C-4A88-9BCC-36CE9F9AEB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242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A6C0B-3C1C-4A88-9BCC-36CE9F9AEB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653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78C681-5BE4-1D4A-ADC3-9062027035E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627D62A-B35E-A88E-8E46-3FF91BB172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203875-6510-EF41-8FC8-525A2D641C4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C9F27A-0012-4A8B-47A2-2693D50A62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9A5170-2655-5EDB-235A-6440E6B826E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9C4A51-0B2D-7C15-68D4-4E8FEB9F18B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18F5844-02CE-0BFF-64DD-A52240C99A4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91F07D-4B4B-E559-6AFF-6E5B019A718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946CEA-9BDB-243E-2374-EC3486717FB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2026-07-08T05:10:34Z</dcterms:modified>
</cp:coreProperties>
</file>