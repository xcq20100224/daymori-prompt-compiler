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0B9053-18A5-4722-ADDA-50E7F9DF018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8180D-09A4-4B38-9CFF-9314BCC323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52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8180D-09A4-4B38-9CFF-9314BCC323D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965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8180D-09A4-4B38-9CFF-9314BCC323D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25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8180D-09A4-4B38-9CFF-9314BCC323D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412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8180D-09A4-4B38-9CFF-9314BCC323D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99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8180D-09A4-4B38-9CFF-9314BCC323D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051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8180D-09A4-4B38-9CFF-9314BCC323D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656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8180D-09A4-4B38-9CFF-9314BCC323D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186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8180D-09A4-4B38-9CFF-9314BCC323D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659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建立压强与浮力学习动机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2026-07-02T05:18:55Z</dcterms:modified>
</cp:coreProperties>
</file>