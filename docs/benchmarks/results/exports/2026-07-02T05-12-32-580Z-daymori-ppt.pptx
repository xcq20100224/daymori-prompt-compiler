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7B1C1-6642-452C-ADFB-F48D5AB9DA3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FF29D-D0E8-478D-A90E-09C7CC5A69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826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先用生活例子 </a:t>
            </a:r>
            <a:r>
              <a:rPr lang="en-US" altLang="zh-CN"/>
              <a:t>/s^2 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分钟提问“变快取决于什么”，学生口头作答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F29D-D0E8-478D-A90E-09C7CC5A69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047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把会不会量化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F29D-D0E8-478D-A90E-09C7CC5A69C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877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强调单位一致性 </a:t>
            </a:r>
            <a:r>
              <a:rPr lang="en-US" altLang="zh-CN"/>
              <a:t>• </a:t>
            </a:r>
            <a:r>
              <a:rPr lang="zh-CN" altLang="en-US"/>
              <a:t>行动：本节第</a:t>
            </a:r>
            <a:r>
              <a:rPr lang="en-US" altLang="zh-CN"/>
              <a:t>15</a:t>
            </a:r>
            <a:r>
              <a:rPr lang="zh-CN" altLang="en-US"/>
              <a:t>分钟学生抄写并互查单位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F29D-D0E8-478D-A90E-09C7CC5A69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426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配合表格讲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F29D-D0E8-478D-A90E-09C7CC5A69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49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规范步骤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F29D-D0E8-478D-A90E-09C7CC5A69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911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突出过程书写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F29D-D0E8-478D-A90E-09C7CC5A69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351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讲误差来源 均值</a:t>
            </a:r>
            <a:r>
              <a:rPr lang="en-US" altLang="zh-CN"/>
              <a:t>2.0m/s^2</a:t>
            </a:r>
            <a:r>
              <a:rPr lang="zh-CN" altLang="en-US"/>
              <a:t>，误差约</a:t>
            </a:r>
            <a:r>
              <a:rPr lang="en-US" altLang="zh-CN"/>
              <a:t>5% • </a:t>
            </a:r>
            <a:r>
              <a:rPr lang="zh-CN" altLang="en-US"/>
              <a:t>行动：本节末进行小组复盘，记录</a:t>
            </a:r>
            <a:r>
              <a:rPr lang="en-US" altLang="zh-CN"/>
              <a:t>1</a:t>
            </a:r>
            <a:r>
              <a:rPr lang="zh-CN" altLang="en-US"/>
              <a:t>条改进措施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F29D-D0E8-478D-A90E-09C7CC5A69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288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明确下节衔接 错因集中在单位漏写 </a:t>
            </a:r>
            <a:r>
              <a:rPr lang="en-US" altLang="zh-CN"/>
              <a:t>• </a:t>
            </a:r>
            <a:r>
              <a:rPr lang="zh-CN" altLang="en-US"/>
              <a:t>行动：课后</a:t>
            </a:r>
            <a:r>
              <a:rPr lang="en-US" altLang="zh-CN"/>
              <a:t>A</a:t>
            </a:r>
            <a:r>
              <a:rPr lang="zh-CN" altLang="en-US"/>
              <a:t>组</a:t>
            </a:r>
            <a:r>
              <a:rPr lang="en-US" altLang="zh-CN"/>
              <a:t>3</a:t>
            </a:r>
            <a:r>
              <a:rPr lang="zh-CN" altLang="en-US"/>
              <a:t>题基础， </a:t>
            </a:r>
            <a:r>
              <a:rPr lang="en-US" altLang="zh-CN"/>
              <a:t>B</a:t>
            </a:r>
            <a:r>
              <a:rPr lang="zh-CN" altLang="en-US"/>
              <a:t>组</a:t>
            </a:r>
            <a:r>
              <a:rPr lang="en-US" altLang="zh-CN"/>
              <a:t>2</a:t>
            </a:r>
            <a:r>
              <a:rPr lang="zh-CN" altLang="en-US"/>
              <a:t>题综合，下节前</a:t>
            </a:r>
            <a:r>
              <a:rPr lang="en-US" altLang="zh-CN"/>
              <a:t>5</a:t>
            </a:r>
            <a:r>
              <a:rPr lang="zh-CN" altLang="en-US"/>
              <a:t>分钟讲错题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F29D-D0E8-478D-A90E-09C7CC5A69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23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激活直觉并引出变量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结论：加速度由受力和质量共同决定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证据：同样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2kg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小车，推力从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8N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2m/s^2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4m...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统一变量定义和单位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单位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单位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单位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m/s^2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1N=1kg·m/s^2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，量纲可互相验证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把公式和实验连接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结论：实验结果偏差主要来自摩擦与读数延迟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证据：三组实验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测得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2.1/1.9/2.0m/s^2...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完成闭环并布置下一节准备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牛顿第二定律是“受力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运动变化”的核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心桥梁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证据：课堂快测正确率目标≥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80%...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330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2026-07-02T05:12:32Z</dcterms:modified>
</cp:coreProperties>
</file>