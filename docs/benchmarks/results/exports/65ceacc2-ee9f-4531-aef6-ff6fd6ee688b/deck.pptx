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7DAC-4E9D-4417-B5E7-7E16E484CB1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54FDB-957E-4FB8-818E-55E89A87F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8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254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87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32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927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3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54FDB-957E-4FB8-818E-55E89A87F24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7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4B1F7F-27EB-6799-1F3A-54F5DB738AC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91D126-E0A0-BAF5-6BA0-97B1F52682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50DF55-3BD9-087E-3AE0-6907AF55E0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E68C7-793B-4E83-0D70-645762C285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E4C86-2865-A969-554B-B50029782B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FC706A-34DC-E967-AA27-330466B81F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094DBE-655C-A7F7-568F-308C1D9BBC8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F5CF88-C700-33E9-9284-176C1EBE9F8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E43773-57E4-0F67-B238-2CF9F3E244B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2026-07-07T08:14:19Z</dcterms:modified>
</cp:coreProperties>
</file>