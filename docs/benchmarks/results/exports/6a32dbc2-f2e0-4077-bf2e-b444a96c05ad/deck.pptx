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F6EB33-290F-46A2-BDC9-DCC86C21271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A67D48-F83D-4465-A440-4ADF7FB321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273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A67D48-F83D-4465-A440-4ADF7FB321E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32655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A67D48-F83D-4465-A440-4ADF7FB321E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5743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A67D48-F83D-4465-A440-4ADF7FB321E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94949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A67D48-F83D-4465-A440-4ADF7FB321E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5923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A67D48-F83D-4465-A440-4ADF7FB321E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31166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A67D48-F83D-4465-A440-4ADF7FB321E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802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DA67DE8-C527-701A-0A0A-D279EE07559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009E383-FA8A-CF84-233E-7E02AF8A9D3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E6099F1-BF41-9005-C684-435881B049B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9569075-343D-BC23-A560-C1318BF6E12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F057DB2-AEA2-D562-F16B-60D52ACDA1C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6433AD1-3F6B-42D2-99B7-E75A0F4A57D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90160E-529B-B079-11D1-CEFC4C437B6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82BA01F-04B1-4705-06FA-9442C26EA0B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FDD4AF7-14F9-FD4E-E31B-881368192EB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2026-07-08T12:25:06Z</dcterms:modified>
</cp:coreProperties>
</file>