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3E53C-8B06-48ED-A091-4EFB9C73F62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49612-AB90-4794-9E68-06FF3FF3A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29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49612-AB90-4794-9E68-06FF3FF3A2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62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复盘改进”四段流程， 先治理长链路节点， 再提升跨部门协同效率。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49612-AB90-4794-9E68-06FF3FF3A2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02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49612-AB90-4794-9E68-06FF3FF3A2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49612-AB90-4794-9E68-06FF3FF3A2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371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49612-AB90-4794-9E68-06FF3FF3A2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167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49612-AB90-4794-9E68-06FF3FF3A2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24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客服降本增效方案提案汇报：流程重构优先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B64A08-C298-16A2-EFE7-1011BB84702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客服降本增效方案提案汇报：流程重构优先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客服降本增效方案提案汇报：流程重构优先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4C8C6DD-60AF-72C9-4A49-EC4E3548280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C615C1-BB9B-7D0D-2F55-885CEC4DB19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客服降本增效方案当前流程存在重复确认与跨团队交接低效，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导致处理链路拉长。需要通过标准化流程与职责边界重构提升整体吞吐。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入口分流、任务路由、协同审批、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179827-83A1-C83D-7C72-2B201F82157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客服降本增效方案关键流程并设定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客服降本增效方案自动路由与协同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阶段：按复盘结果持续优化流程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3BAA71-0D4B-C382-A945-94BD6D4187A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612C16-763A-52E2-C762-0381E38A086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C58D32-A1D6-0444-4167-EBE7402CEDA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275136-673B-A167-5D73-FD70C10988A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258C50-CD4B-AD7D-6F4C-4E2B79A059B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504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2026-07-09T04:56:01Z</dcterms:modified>
</cp:coreProperties>
</file>