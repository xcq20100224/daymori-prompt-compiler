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17CBD-C1ED-4BA8-96A3-FF9ED396507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99B3C-7216-47B7-84DC-57D9E0F6AA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4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266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升级处理体验、 复访反馈体验”四个触点， 逐步提升端到端感知质量。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7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用同一指标口径追踪效 率、成本与满意度， 形成可持续优化闭环。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03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72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181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99B3C-7216-47B7-84DC-57D9E0F6AA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2D8FCC-315D-220F-AFC4-FE282B772D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客服降本增效方案提案汇报：强调风险可控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754DCD9-7B62-4FEB-7D98-D749B3CC2B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F350E5E-1EEE-4BB5-0FFE-3F53E39D716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客服降本增效方案当前流程存在重复确认与跨团队交接低效，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导致处理链路拉长。需要通过标准化流程与职责边界重构提升整体吞吐。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首次触达体验、问题解决效率、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5008EB-43B9-85CB-E26E-A2D88D3835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建议采用“价值目标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能力模块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收益看板”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客服降本增效方案的风险分级与兜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客服降本增效方案并监控异常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D4BA48-0195-59FA-0BF9-636C28DAB82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C0A346-C34B-BA20-DA3C-517C1C72388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E34CD0-C551-9A9F-84A7-9DC60CEAC89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C726B1-C7C5-EF6A-8E21-857CB67DDAE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689861-C715-2D18-BF17-26A238F1E5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511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2026-07-09T04:50:50Z</dcterms:modified>
</cp:coreProperties>
</file>