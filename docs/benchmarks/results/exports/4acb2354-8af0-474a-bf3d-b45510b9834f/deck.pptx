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4A67D-3176-4E22-BF90-AE2B552A4E2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68ECD-A190-4E7F-A1D2-4423475009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68ECD-A190-4E7F-A1D2-4423475009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389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68ECD-A190-4E7F-A1D2-4423475009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0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68ECD-A190-4E7F-A1D2-4423475009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860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68ECD-A190-4E7F-A1D2-4423475009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550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68ECD-A190-4E7F-A1D2-4423475009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331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68ECD-A190-4E7F-A1D2-4423475009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334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9BE0AD-40E9-57DE-822D-7F0B764EBA3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459D2FC-4D5A-567A-99F3-561C9EB6C9A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F2CEDE-831F-83B5-3A0A-79752B4FB51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274F6D-32D5-11B2-7193-0912E591B6C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48C0AA-5DB2-12C5-60C1-E116C69B280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B26CDE-DE25-3A6D-EEC6-72E3B272BF5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494C1C-827C-1EF8-A9B0-1B8C60B50D0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E92861-C74D-81D4-45D3-DA64E858C6E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480643-99D4-8476-8DB2-C150925B4B8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2026-07-08T04:31:43Z</dcterms:modified>
</cp:coreProperties>
</file>