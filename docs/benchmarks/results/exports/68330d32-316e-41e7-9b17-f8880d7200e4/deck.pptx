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835A3-3D70-42F4-B0DA-DE7B5820B8B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4377C-F86D-46EB-8893-CEDE2B8E2F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48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4377C-F86D-46EB-8893-CEDE2B8E2F3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83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4377C-F86D-46EB-8893-CEDE2B8E2F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31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4377C-F86D-46EB-8893-CEDE2B8E2F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501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4377C-F86D-46EB-8893-CEDE2B8E2F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243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4377C-F86D-46EB-8893-CEDE2B8E2F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656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4377C-F86D-46EB-8893-CEDE2B8E2F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410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1F7211-5213-8A1A-F064-F88DDD5D3C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56275F6-4C6F-1E74-8CB9-C3187B1D372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2F528B-F3F8-C059-42E2-47582AB75BC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03FDA4-4272-01FE-3045-F3274EEC26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D27B62-923D-52AD-2873-E67A0CE5471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08E467-D912-CBBE-7C41-EA9124E32C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72E4A7-A857-9FA0-54F6-4994CFAF161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36EAAE-D1FC-622E-0A8F-F0B3B526934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81BE5-7BEF-956E-0D9F-26C008B31D3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2026-07-08T12:26:16Z</dcterms:modified>
</cp:coreProperties>
</file>