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D2526B-F492-4594-BC7E-60E577D5F0F8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D828FF-F142-4ED8-9C5C-E50068E4C2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287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828FF-F142-4ED8-9C5C-E50068E4C27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0680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828FF-F142-4ED8-9C5C-E50068E4C27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75623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828FF-F142-4ED8-9C5C-E50068E4C27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94355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828FF-F142-4ED8-9C5C-E50068E4C27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77686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828FF-F142-4ED8-9C5C-E50068E4C27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4963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828FF-F142-4ED8-9C5C-E50068E4C27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42985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E45A7A3-B4E9-2A30-0143-38C79173CA2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2A209F1-D7C9-FBD1-0C68-133B62F215F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3D442D4-3449-3A7B-C605-116DA35ACD7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CE8962A-E357-0DD8-0AE2-601A0A0C426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247538E-F0DA-B147-114E-363ED9D05E4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D944392-02C1-5D3F-8ECF-13E059C715B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733225B-8C1E-FFBC-73B1-A4A977A98B0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FA38ECA-6E91-7DD4-7E6E-9B6979F7B47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70F9AFA-CF84-DB26-5703-AC3F69E9DC12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Normal</vt:lpstr>
      <vt:lpstr>等线</vt:lpstr>
      <vt:lpstr>MiSans Demibold</vt:lpstr>
      <vt:lpstr>MiSans</vt:lpstr>
      <vt:lpstr>等线 Light</vt:lpstr>
      <vt:lpstr>MiSans ExtraLight</vt:lpstr>
      <vt:lpstr>Arial</vt:lpstr>
      <vt:lpstr>MiSans Light</vt:lpstr>
      <vt:lpstr>MiSans Semibold</vt:lpstr>
      <vt:lpstr>思源黑体 CN Normal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2026-07-08T12:00:29Z</dcterms:modified>
</cp:coreProperties>
</file>