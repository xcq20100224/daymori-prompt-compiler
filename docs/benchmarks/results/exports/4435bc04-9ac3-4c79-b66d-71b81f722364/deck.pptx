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2188E-6E52-459B-955D-AF9C52C9CCF2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E7A0B-33FB-438D-B861-E5FD0F1911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495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E7A0B-33FB-438D-B861-E5FD0F19119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707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E7A0B-33FB-438D-B861-E5FD0F19119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150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E7A0B-33FB-438D-B861-E5FD0F19119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432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E7A0B-33FB-438D-B861-E5FD0F19119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188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E7A0B-33FB-438D-B861-E5FD0F19119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898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E7A0B-33FB-438D-B861-E5FD0F19119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322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8DDF211-5A88-435B-FFE2-A58181D2A64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CAA1ABB-47D7-7D1B-77CB-BC3FAE3E745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362DCCC-414A-690A-27AF-4E090D3A28F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7E2FD2E-0191-2382-6209-E8F241847AE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30FF6E9-DF18-2991-D705-AE866845055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BBADA8A-057E-3193-6C99-8E95779553D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EDD6EA-3F5A-13C1-F1FC-47E8E6A4F8C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F1B8611-A5C4-F3D6-CEE7-719D304AB48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F31713-A360-4489-78A8-8F6F06C0CE0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2026-07-07T08:16:24Z</dcterms:modified>
</cp:coreProperties>
</file>