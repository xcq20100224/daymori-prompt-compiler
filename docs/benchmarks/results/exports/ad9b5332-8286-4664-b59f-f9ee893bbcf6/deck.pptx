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2C4C2C-98D8-4018-92F6-1B81A160576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FB9E16-1EB7-4893-A2EF-2A3288D465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5598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核心</a:t>
            </a:r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B9E16-1EB7-4893-A2EF-2A3288D4654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049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ABTest2_1783519446982</a:t>
            </a:r>
            <a:r>
              <a:rPr lang="zh-CN" altLang="en-US"/>
              <a:t>现状结构图 效率与可持续性将同步承压，需要先完成问题分层与优先级重排。 图示： </a:t>
            </a:r>
            <a:r>
              <a:rPr lang="en-US" altLang="zh-CN"/>
              <a:t>ABTest2_1783519446982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B9E16-1EB7-4893-A2EF-2A3288D4654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60895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ABTest2_1783519446982</a:t>
            </a:r>
            <a:r>
              <a:rPr lang="zh-CN" altLang="en-US"/>
              <a:t>问题分层卡片 义、流程协同、 执行能力与反馈闭环四个层面。 先聚焦高频高影响环节， 再逐步覆盖复杂场景， 可显著降低试点风险。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B9E16-1EB7-4893-A2EF-2A3288D4654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78362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ABTest2_1783519446982</a:t>
            </a:r>
            <a:r>
              <a:rPr lang="zh-CN" altLang="en-US"/>
              <a:t>方案架构图 验证”三层架构， 先完成基线与关键能力 建设， 再通过迭代机制优化质 量， 形成可复制的执行闭环。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B9E16-1EB7-4893-A2EF-2A3288D4654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405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B9E16-1EB7-4893-A2EF-2A3288D4654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90149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B9E16-1EB7-4893-A2EF-2A3288D4654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9444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B9E16-1EB7-4893-A2EF-2A3288D4654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5281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ABTest2_1783519446982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ABTest2_1783519446982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提案汇报 内容由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ABTest2_178</a:t>
            </a:r>
          </a:p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3519446982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的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B3A6B20-6FBC-91A9-D803-062CB0D1BDC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ABTest2_1783519446982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当前在目标达成、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资源配置与执行路径上存在明显瓶颈。若继续沿用现有方式，成本、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ABTest2_17835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19446982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问题分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ABTest2_178351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9446982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可将问题拆为目标定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ABTest2_17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8351944698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/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…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8351944698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8351944698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ABTest2_178351944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ABTest2_178351944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ABTest2_1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783519446982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8C09D8C-9ABB-0869-3120-23C06BE55DD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A299958-6309-012C-F7D6-F75A3072975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19D17B2-B973-AD9D-58BB-558495B4F55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347C08B-5063-88FA-462E-809698F11F8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D62E211-E834-0FBC-F023-60501ABE71D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439</Words>
  <Application>Microsoft Office PowerPoint</Application>
  <PresentationFormat>宽屏</PresentationFormat>
  <Paragraphs>84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Arial</vt:lpstr>
      <vt:lpstr>MiSans Medium</vt:lpstr>
      <vt:lpstr>MiSans Normal</vt:lpstr>
      <vt:lpstr>等线</vt:lpstr>
      <vt:lpstr>等线 Light</vt:lpstr>
      <vt:lpstr>MiSans</vt:lpstr>
      <vt:lpstr>MiSans Demibold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2026-07-08T14:06:03Z</dcterms:modified>
</cp:coreProperties>
</file>