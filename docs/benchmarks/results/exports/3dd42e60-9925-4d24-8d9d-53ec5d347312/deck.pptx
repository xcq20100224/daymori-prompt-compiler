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844EA-CBCA-4982-ADD0-0F7D6C579B32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74432D-8387-4DAA-9569-EFACAF8258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3150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74432D-8387-4DAA-9569-EFACAF82581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2716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74432D-8387-4DAA-9569-EFACAF82581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082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74432D-8387-4DAA-9569-EFACAF82581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157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74432D-8387-4DAA-9569-EFACAF82581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3309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74432D-8387-4DAA-9569-EFACAF82581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7640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74432D-8387-4DAA-9569-EFACAF82581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218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7C4169-BC96-EDF3-58AC-14C868A21F8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01FB2C4-C0E4-7567-0E26-7E409A5134C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4954F77-BE1C-5452-A855-A6D7C7EDDF8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94F108-1855-8971-3336-B4E74377FAA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2F928E7-FC5D-2CC5-4BB8-1A916EB28BF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74374FF-4228-AAC5-78CA-D8B0E949376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0C82BAA-0A15-C906-5FF1-E20B7256880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50BB885-AE0E-0E03-64E3-7AA9B87AA7F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ABBEA13-F143-114D-C6AF-856F6FC6C45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2026-07-07T08:11:08Z</dcterms:modified>
</cp:coreProperties>
</file>