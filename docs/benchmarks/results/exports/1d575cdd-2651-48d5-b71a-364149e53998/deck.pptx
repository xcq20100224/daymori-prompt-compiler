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CC291-FB1D-4795-81C9-519F7299498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2DF56-C51B-44C0-8A59-96A0FD517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30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77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29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033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46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431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2DF56-C51B-44C0-8A59-96A0FD517F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87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A685B8-6B8D-910A-FEB0-81DFEC4487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81E479B-6004-AB49-3B17-1BF4C1C783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F692ED-2FDF-C481-D1EE-6DE1812253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FF5AA1-DE06-F808-D9FB-2F68D0FBB2B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7911E8-9048-48AA-E2E1-C53613F1ADA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8E89EA-C724-BAE6-CB5B-DF940068A14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8A5970-BA9F-D07D-AF72-681FE5A2532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0DBE8F-4B38-3BDB-5BC1-FEDB0F0555A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6394FA-62CB-3C99-32D1-210E38CA584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2026-07-09T04:34:28Z</dcterms:modified>
</cp:coreProperties>
</file>