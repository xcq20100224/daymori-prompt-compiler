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2B1C1-E2BB-4217-9A99-B8A835A21D0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E58CB-051E-4FFD-91D4-93F1EFDE0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798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E58CB-051E-4FFD-91D4-93F1EFDE05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177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E58CB-051E-4FFD-91D4-93F1EFDE05B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158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E58CB-051E-4FFD-91D4-93F1EFDE05B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100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E58CB-051E-4FFD-91D4-93F1EFDE05B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438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E58CB-051E-4FFD-91D4-93F1EFDE05B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863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E58CB-051E-4FFD-91D4-93F1EFDE05B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35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BA8D0E-E9F8-4296-5CB7-7807A8477BA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B358E0C-4784-BC04-ACD8-92910A5107D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E8B08BB-2053-420D-7E45-B963E1D3B55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36FD31-5810-FC4F-BEC9-9F702C432BF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E8E964E-7EC0-51A4-147D-71B973FFAA4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FC4170-1FCE-DA76-181B-19A932DB197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282B83D-15A6-D4F3-9372-DEB5D3B05CF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8E8E88-6E73-5769-E308-1E122DB3B68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D869D7-B3F1-A032-1D5C-DD9F3B1DF7A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2026-07-07T08:13:39Z</dcterms:modified>
</cp:coreProperties>
</file>