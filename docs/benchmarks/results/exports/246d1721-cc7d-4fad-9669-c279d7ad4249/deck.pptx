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3977B-5247-4B93-86BF-5CA6584F5C8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C83B82-5E01-4412-9075-8F5F06CA7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890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83B82-5E01-4412-9075-8F5F06CA78B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61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83B82-5E01-4412-9075-8F5F06CA78B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074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83B82-5E01-4412-9075-8F5F06CA78B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159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83B82-5E01-4412-9075-8F5F06CA78B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993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83B82-5E01-4412-9075-8F5F06CA78B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083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83B82-5E01-4412-9075-8F5F06CA78B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554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D2F998-FD9F-177D-0635-DFD6FC35B07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213F1-8642-5140-D608-33CFE1E490A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6901C36-3C92-6392-5A7E-F01EF812777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44638A-9B0A-1AFB-F918-4DDE26C0FE3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F795760-3F44-3AB3-473F-D90653E732F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266739-9A60-D5AB-EC23-6FFEAAC7CC6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067AF88-773B-F2A2-BAFB-5A33CDAC7E5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AFB21E8-DDAA-ECFA-79A5-924946662F1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F16698-6CF3-ACF8-7842-0BD4F331074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2026-07-09T02:10:35Z</dcterms:modified>
</cp:coreProperties>
</file>