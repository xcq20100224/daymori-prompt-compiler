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C8B835-D738-4137-8CBD-B7B240263446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D53CB3-2414-4481-8DBF-AB87CA43C2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0426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53CB3-2414-4481-8DBF-AB87CA43C2E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26361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53CB3-2414-4481-8DBF-AB87CA43C2E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93684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53CB3-2414-4481-8DBF-AB87CA43C2E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63911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53CB3-2414-4481-8DBF-AB87CA43C2E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72622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53CB3-2414-4481-8DBF-AB87CA43C2E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9510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53CB3-2414-4481-8DBF-AB87CA43C2E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1050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6972DED-CFCE-2AB1-D935-DC30A3E787BB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1DED3E0-F2B7-F92F-6B32-73A39087327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0717832-CBA9-A6EC-2058-91044EBA554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ABF2141-A3E0-5CEA-F3BD-0C0A5DA8597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1F33D1F-9B43-B269-BEFF-FA6245AAC97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AB94F36-5C4E-4515-8317-1BE75A5F384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21063C4-8DDA-6B58-9582-FF32D0ED4D4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4DEF3A9-76A6-23E8-1CD4-67F2D052F51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94F83E4-53A4-4F4A-7A39-626656C84A5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2026-07-07T08:24:22Z</dcterms:modified>
</cp:coreProperties>
</file>