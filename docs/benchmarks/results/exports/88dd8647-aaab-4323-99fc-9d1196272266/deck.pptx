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C2D13-A335-41CC-8185-2DDFCF4330F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B07A8-41DD-4277-8692-B236DAACA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86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B07A8-41DD-4277-8692-B236DAACAB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791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B07A8-41DD-4277-8692-B236DAACAB7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705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B07A8-41DD-4277-8692-B236DAACAB7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900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B07A8-41DD-4277-8692-B236DAACAB7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075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B07A8-41DD-4277-8692-B236DAACAB7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146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B07A8-41DD-4277-8692-B236DAACAB7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108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084568-4647-E21E-8D11-4429D0AFA4C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6B8312B-3EF2-130F-7A71-42E27C2B359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902256-2FE8-FF83-E1CE-FE4A164BE56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0925D6-2B78-9056-2CA1-1E330B27408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A88748-988B-4D06-8A61-BC77B09FCEF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1E29C9-3363-172D-B514-9A341C91625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E1B50A-11A5-8F49-A749-259C0A02A45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2F1EC4-BB48-73B1-3ACD-ACA4C240EE0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5381AD-DA64-022B-2D73-7AEF60EC1A0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2026-07-08T04:41:24Z</dcterms:modified>
</cp:coreProperties>
</file>