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9C06A7-DF3C-451F-99CC-013BFC09EF6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1EBE5-BD3A-4AAF-86A3-346C4DEA48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59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1EBE5-BD3A-4AAF-86A3-346C4DEA484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996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1EBE5-BD3A-4AAF-86A3-346C4DEA484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084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1EBE5-BD3A-4AAF-86A3-346C4DEA484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418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1EBE5-BD3A-4AAF-86A3-346C4DEA484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936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1EBE5-BD3A-4AAF-86A3-346C4DEA484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055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1EBE5-BD3A-4AAF-86A3-346C4DEA484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210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D7061C-1536-B781-ADAD-29A05E4273B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62F7C17-C224-D955-133A-796AD5A3D49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6C64C3E-D008-1924-4428-775DAE92C20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C9C4FB-EE40-6369-16D2-6DA9B6CE24F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77611A-7F3B-383C-5879-5B82217A3A4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17ACE9-F606-74A1-8A9C-C488B497151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932924-72A6-3E2E-4EE3-4F7D9527512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F5D899-C543-6637-FF79-E9054A00074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599415-6F13-D271-C05D-6C9085BD8C5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2026-07-07T04:00:40Z</dcterms:modified>
</cp:coreProperties>
</file>