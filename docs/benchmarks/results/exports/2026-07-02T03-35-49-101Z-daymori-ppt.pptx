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教学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第一页标题：这是一个较长的标题用于验证自动缩放和换行能力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目标：验证正文不会被硬塞进矮文本框，检查是否自动换行并收敛字号。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关键要点：要点一：这一段故意写得很长很长，用来触发自动断行逻辑，确保不会产生明显重叠。 ｜ 要点二：再增加一条较长信息，观察是否能够优先放入大文本框，超出部分进入备注。 ｜ 要点三：末尾加入行动项，验证视觉层级是否保持清晰。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本页结论：目标：验证正文不会被硬塞进矮文本框，检查是否自动换行并收敛字号。；关键抓手：要点一：这一段故意写得很长很长，用来触发自动断行逻辑，确保不会产生明显重叠。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排版回归验证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第二页标题：继续验证多段落排版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目标：目标：验证多块正文在多个候选框中的分配是否稳定。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本页结论：目标：验证多块正文在多个候选框中的分配是否稳定。；关键抓手：结论：先结论后证据。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结论：先结论后证据。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证据：给出实验读数与阈值判断。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行动：给出课堂练习步骤与时间安排。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结论：先结论后证据。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证据：给出实验读数与阈值判断。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行动：给出课堂练习步骤与时间安排。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演讲备注：备注：第二页补充说明。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排版回归验证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排版回归验证 - 教学</dc:title>
  <dc:subject>教学</dc:subject>
  <dc:creator>Daymori</dc:creator>
  <cp:lastModifiedBy>Daymori</cp:lastModifiedBy>
  <cp:revision>1</cp:revision>
  <dcterms:created xsi:type="dcterms:W3CDTF">2026-07-02T03:35:49Z</dcterms:created>
  <dcterms:modified xsi:type="dcterms:W3CDTF">2026-07-02T03:35:49Z</dcterms:modified>
</cp:coreProperties>
</file>