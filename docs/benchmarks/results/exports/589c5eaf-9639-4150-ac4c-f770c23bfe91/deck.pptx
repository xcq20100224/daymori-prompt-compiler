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B8C21-EF7B-44FA-B244-BA534535870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1DEEE-10B8-4FC5-9DB3-47C8FCC8D3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90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68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207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77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2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630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DEEE-10B8-4FC5-9DB3-47C8FCC8D3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2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9689FF-5D09-D522-E5C8-C3BA4FC9C13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F098AD-E5C3-4592-859A-742B55C1A4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E95C8F-3612-FBB8-D4BE-CC715CEBC0E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DC1BFA-86DE-CF38-B365-DEA5E53D5F1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C99BB1-3EC6-5518-0AD6-9D81980A24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3C8FB4-86FE-4669-8F5E-45537297B6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D858E3-04FA-907B-54A3-EE82CD24717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28507D-5439-23F6-9FDD-925F143D77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1A17D7-4264-B4C5-B657-E0E88322EC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2026-07-09T04:16:53Z</dcterms:modified>
</cp:coreProperties>
</file>