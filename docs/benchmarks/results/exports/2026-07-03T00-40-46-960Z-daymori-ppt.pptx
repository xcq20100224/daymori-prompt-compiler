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877C57-D0BB-4297-83D4-AC5BA672214F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43734-E963-4DDD-A397-CCE1441E47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653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 </a:t>
            </a:r>
            <a:r>
              <a:rPr lang="en-US" altLang="zh-CN"/>
              <a:t>• </a:t>
            </a:r>
            <a:r>
              <a:rPr lang="zh-CN" altLang="en-US"/>
              <a:t>验收标准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43734-E963-4DDD-A397-CCE1441E47B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915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指标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43734-E963-4DDD-A397-CCE1441E47B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832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要点 </a:t>
            </a:r>
            <a:r>
              <a:rPr lang="en-US" altLang="zh-CN"/>
              <a:t>• </a:t>
            </a:r>
            <a:r>
              <a:rPr lang="zh-CN" altLang="en-US"/>
              <a:t>结构完整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43734-E963-4DDD-A397-CCE1441E47B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853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硬门禁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43734-E963-4DDD-A397-CCE1441E47B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381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定位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43734-E963-4DDD-A397-CCE1441E47B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101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修复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43734-E963-4DDD-A397-CCE1441E47B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482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判定 </a:t>
            </a:r>
            <a:r>
              <a:rPr lang="en-US" altLang="zh-CN"/>
              <a:t>• </a:t>
            </a:r>
            <a:r>
              <a:rPr lang="zh-CN" altLang="en-US"/>
              <a:t>发布允许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43734-E963-4DDD-A397-CCE1441E47B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241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收束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43734-E963-4DDD-A397-CCE1441E47B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07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导入：发布门禁验证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建立上下文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目标对齐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范围明确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89D08F2-9F03-0FDA-2026-7E5BBFF95C9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目标定义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确保内容覆盖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标题明确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正文可读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核心要点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证据与指标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问题定位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修复策略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双门禁通过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layout pass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content pass...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发布判定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结论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执行发布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门禁通过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输出归档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进入发布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133</Words>
  <Application>Microsoft Office PowerPoint</Application>
  <PresentationFormat>宽屏</PresentationFormat>
  <Paragraphs>55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MiSans Normal</vt:lpstr>
      <vt:lpstr>等线 Light</vt:lpstr>
      <vt:lpstr>MiSans ExtraLight</vt:lpstr>
      <vt:lpstr>MiSans Light</vt:lpstr>
      <vt:lpstr>Arial</vt:lpstr>
      <vt:lpstr>MiSans Medium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12</cp:revision>
  <dcterms:created xsi:type="dcterms:W3CDTF">2022-06-02T07:27:36Z</dcterms:created>
  <dcterms:modified xsi:type="dcterms:W3CDTF">2026-07-03T00:40:17Z</dcterms:modified>
</cp:coreProperties>
</file>