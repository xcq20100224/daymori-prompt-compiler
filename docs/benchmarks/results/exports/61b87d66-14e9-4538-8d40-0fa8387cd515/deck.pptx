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AEBE9-0899-4228-A5BF-6020C0AE375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6D807-AC00-4107-9FC0-76A22117BD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835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用户增长运营现状结构图 优先级重排。 图示：用户增长运营现状结构图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6D807-AC00-4107-9FC0-76A22117BD6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975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用户增长运营问题分层卡片 执行能力与反馈闭环四个层面。 先聚焦高频高影响环节， 再逐步覆盖复杂场景， 可显著降低试点风险。 图示： 用户增长运营问题分层卡片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6D807-AC00-4107-9FC0-76A22117BD6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861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用户增长运营方案架构图 建设， 再通过迭代机制优化质 量， 形成可复制的执行闭环。 图示： 用户增长运营方案架构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6D807-AC00-4107-9FC0-76A22117BD6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847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6D807-AC00-4107-9FC0-76A22117BD6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843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6D807-AC00-4107-9FC0-76A22117BD6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590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6D807-AC00-4107-9FC0-76A22117BD6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763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用户增长运营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0B35247-C4D3-3049-364B-E8E636B44BC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用户增长运营提案汇报 用户增长运营提案汇报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用户增长运营的核心约束与机会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CBEE54D-8978-6C62-3BB4-FF399746FBE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50DB89B-C41B-212D-E83C-44FEEB2E05D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用户增长运营当前在目标达成、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围绕用户增长运营可将问题拆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6E8987D-DB07-3654-F443-5CE2598C7AE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2A7033-11CF-0AD3-9C16-8EDC7CF7EB4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围绕用户增长运营可将问题拆为目标定义、流程协同、执行能力与反馈闭环四个层面。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用户增长运营的分阶段落地方案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55CE28-7AC9-DA63-99BD-6754D20DB1F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用户增长运营方案建议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24C342-50F6-F2CE-3CE0-DF3B7A21227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阶段：明确用户增长运营目标与边界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阶段：完成用户增长运营试点并跟踪关键指标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建议围绕用户增长运营建立统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6BC3E0-3048-BE3D-1400-3863C43668E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557A77-F5B4-D64A-AAC5-5523BBA371E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建议围绕用户增长运营建立统一指标集，至少覆盖效率、质量、成本与稳定性四类指标。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6D02B2-D6A2-8653-8F20-29159994699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394001-EE93-723F-B315-CD9AB6E3383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6FC139-E684-983F-ACD6-71DF23E0512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93A3DD2-095A-016D-A347-02E08037838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1B8819C-09A2-4781-64EA-100920E30ED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C9C876-A4C5-1C13-3957-259DE8A8E18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F72631A-03BD-F9C7-1E56-5CE5A6EBC4F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思源黑体 CN Normal</vt:lpstr>
      <vt:lpstr>MiSans Normal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2026-07-08T14:20:02Z</dcterms:modified>
</cp:coreProperties>
</file>