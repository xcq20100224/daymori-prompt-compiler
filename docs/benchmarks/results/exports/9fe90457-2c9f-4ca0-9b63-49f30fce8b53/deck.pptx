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663FB5-0BBD-4E95-BE48-1386167B108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2803F-358E-4F05-AA3E-BF2B6EFF1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801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供应链数字化转型方案现状结构图 需要先完成问题分层与优先级重排。 图示：供应链数字化转型方案现状结构图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2803F-358E-4F05-AA3E-BF2B6EFF154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292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2803F-358E-4F05-AA3E-BF2B6EFF154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0986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2803F-358E-4F05-AA3E-BF2B6EFF154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562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2803F-358E-4F05-AA3E-BF2B6EFF154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9110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2803F-358E-4F05-AA3E-BF2B6EFF154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667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2803F-358E-4F05-AA3E-BF2B6EFF154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489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供应链数字化转型方案提案汇报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EF1E1A5-E494-C7A2-399F-BCE387A0CCD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供应链数字化转型方案提案汇报 供应链数字化转型方案提案汇报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供应链数字化转型方案的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49E9360-520E-173E-519C-2EB7EFE0CB6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8D7AD2A-F809-1ABD-B546-9665D44D4C3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供应链数字化转型方案当前在目标达成、资源配置与执行路径上存在明显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图示：供应链数字化转型方案问题分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围绕供应链数字化转型方案可将问题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供应链数字化转型方案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2F229D7-D00A-BA94-738C-3B50F3A9B3E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供应链数字化转型方案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供应链数字化转型方案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阶段：明确供应链数字化转型方案目标与边界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完成供应链数字化转型方案试点并跟踪关键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建议围绕供应链数字化转型方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7C66071-9E35-2AE7-DAE8-707B51ABCED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F4E76E5-0EE2-716A-87C5-C19879C77F9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C1754DB-FD08-97B4-15EC-8F22392F44C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11A59FD-D9A1-123B-37BF-E4B2850E26A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FF7CD6-AF99-A2EB-30AB-D04F5B23956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614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2026-07-08T10:14:57Z</dcterms:modified>
</cp:coreProperties>
</file>