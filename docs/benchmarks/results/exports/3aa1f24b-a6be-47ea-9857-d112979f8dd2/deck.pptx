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F4EBDB-0E6D-481E-A3E1-B25147680BC1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DF921F-3EEF-4C5B-866D-574D35798B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2035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F921F-3EEF-4C5B-866D-574D35798B5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8006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F921F-3EEF-4C5B-866D-574D35798B5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51205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F921F-3EEF-4C5B-866D-574D35798B5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3738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F921F-3EEF-4C5B-866D-574D35798B5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6672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F921F-3EEF-4C5B-866D-574D35798B5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43114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F921F-3EEF-4C5B-866D-574D35798B5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491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1965FE8-047B-2C95-1B5E-D48BAAEDEDF1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E7B9E17-DF7D-2D6D-8151-5B2AC15195E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4278C11-D5D8-0340-87CF-F7908D03288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4C11E08-3ED9-07DD-F58A-9DD6223244B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419A3E5-B39C-BC16-E2F6-05D2A3AE12C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457A1A7-FA02-41A7-066A-947A5FB5323F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6EF50C6-3719-A230-71F6-5382113ED67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947C96E-35CC-7505-314C-02B96D1DE9F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08247CB-AB78-0AF6-E38F-2B063811C87B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Light</vt:lpstr>
      <vt:lpstr>思源黑体 CN Normal</vt:lpstr>
      <vt:lpstr>MiSans Normal</vt:lpstr>
      <vt:lpstr>MiSans Medium</vt:lpstr>
      <vt:lpstr>等线 Light</vt:lpstr>
      <vt:lpstr>MiSans</vt:lpstr>
      <vt:lpstr>Arial</vt:lpstr>
      <vt:lpstr>MiSans ExtraLight</vt:lpstr>
      <vt:lpstr>MiSans Demibold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2026-07-08T04:26:56Z</dcterms:modified>
</cp:coreProperties>
</file>