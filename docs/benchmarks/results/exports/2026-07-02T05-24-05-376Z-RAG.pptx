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7DF92E-A3AA-4FF6-99A5-F31EFBFB3722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DCDCBD-6BA2-490A-A614-1290FE84D9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3630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DCDCBD-6BA2-490A-A614-1290FE84D9A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4554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DCDCBD-6BA2-490A-A614-1290FE84D9A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56847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DCDCBD-6BA2-490A-A614-1290FE84D9A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48948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DCDCBD-6BA2-490A-A614-1290FE84D9A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17875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DCDCBD-6BA2-490A-A614-1290FE84D9A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32601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DCDCBD-6BA2-490A-A614-1290FE84D9A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03340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DCDCBD-6BA2-490A-A614-1290FE84D9A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77197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DCDCBD-6BA2-490A-A614-1290FE84D9A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5966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RAG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系统性能优化学习动机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249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2026-07-02T05:24:04Z</dcterms:modified>
</cp:coreProperties>
</file>