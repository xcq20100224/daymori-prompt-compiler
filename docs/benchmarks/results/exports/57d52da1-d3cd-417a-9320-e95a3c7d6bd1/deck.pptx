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085A3B-7552-4819-9B3F-92B36CB8BFD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67771-C4F0-48AB-97CF-47A942D9B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61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67771-C4F0-48AB-97CF-47A942D9BA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149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67771-C4F0-48AB-97CF-47A942D9BA9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491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67771-C4F0-48AB-97CF-47A942D9BA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661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67771-C4F0-48AB-97CF-47A942D9BA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110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67771-C4F0-48AB-97CF-47A942D9BA9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626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67771-C4F0-48AB-97CF-47A942D9BA9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651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9309C4-A68D-F807-68D3-5322AF8A17C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0959FC5-4299-03CB-F266-99157A60B15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24BAA41-E4EA-4695-A273-528CD0AA419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9D154A-6DDA-12C0-C6CA-2F1813959D8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EB22A60-9EC0-DDAE-CEDC-3D6B268D8DA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5495272-4BF2-3C03-B782-1CE54322C83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0AAA82-2AB0-3E46-26F0-52A78A976D4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8C1F49-012E-D0EE-7696-779192F12DF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E673FE4-6750-4D49-09BB-322A4F74430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2026-07-09T04:39:28Z</dcterms:modified>
</cp:coreProperties>
</file>