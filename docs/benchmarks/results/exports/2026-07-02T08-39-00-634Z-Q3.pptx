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23AC0-F686-4D5D-A212-1A8A89C6EBF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A3296-2EA0-4D1E-8E84-788B2726D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53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3296-2EA0-4D1E-8E84-788B2726D6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3296-2EA0-4D1E-8E84-788B2726D6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006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3296-2EA0-4D1E-8E84-788B2726D6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648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3296-2EA0-4D1E-8E84-788B2726D6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476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3296-2EA0-4D1E-8E84-788B2726D6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504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3296-2EA0-4D1E-8E84-788B2726D6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359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3296-2EA0-4D1E-8E84-788B2726D6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281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3296-2EA0-4D1E-8E84-788B2726D6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68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Q3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增长复盘为什么重要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D3D9367-E347-6F77-724C-1926A579BB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2026-07-02T08:38:37Z</dcterms:modified>
</cp:coreProperties>
</file>