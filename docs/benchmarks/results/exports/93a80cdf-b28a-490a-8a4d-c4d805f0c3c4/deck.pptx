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20CE3-399F-4818-9864-60CA8835C7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E5F59-1E39-47EA-8818-8DE8AAE8C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2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07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227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02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6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958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E5F59-1E39-47EA-8818-8DE8AAE8C3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26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074559-6DDF-B4B0-436E-2E7D6820777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6CD0D-7873-68E4-D802-19A0EB0F70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60C17A-C8F8-4C7B-0290-BB569CBE717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88A7EE-0186-2569-6483-C917511F97A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E4E6FC-BDB5-5BC4-46EA-C3BC98E508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C676EF-1E65-EB7F-2261-38515C13F2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67F344-9DFD-6CA6-867D-CA36C17BACE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A29681-A9AD-D642-B893-E7A2BB272A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498E37-39FA-51BF-41BC-D0F2835ABF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2026-07-08T05:21:15Z</dcterms:modified>
</cp:coreProperties>
</file>