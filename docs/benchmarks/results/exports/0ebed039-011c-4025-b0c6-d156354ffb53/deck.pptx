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49A61-04E0-4DC5-8B7F-4B5B95127BC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1D524-D526-4227-8678-2DE5ADEF2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52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706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63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86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118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87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1D524-D526-4227-8678-2DE5ADEF218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10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E9331E-3C1F-1328-A7BD-294B1CA0DD4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3777C3-9C50-5EA3-6E4A-36CAFE8A2E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F497C6-C42D-D7FD-1AD2-11AEF1E1D6B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4F0494-010F-CC58-854F-86E1E968D3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D72DF6-AC06-B68D-E488-D90FF4E182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21E1B3-8C68-5030-6DB7-3A6B363AEB7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D138BF-628B-AB31-50BC-415B15747F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A4C6AA-35EB-199C-F694-64052D6BD7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6E784C-5D52-D9AA-0064-9433C33B3F7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2026-07-07T07:47:54Z</dcterms:modified>
</cp:coreProperties>
</file>