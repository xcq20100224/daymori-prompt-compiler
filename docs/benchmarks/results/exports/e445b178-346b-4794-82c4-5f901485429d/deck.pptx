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78435-DC59-49EC-9D86-BC763CB71AE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466AA-38F2-4205-A0C1-069D42313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70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466AA-38F2-4205-A0C1-069D423139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4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466AA-38F2-4205-A0C1-069D423139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435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466AA-38F2-4205-A0C1-069D423139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410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466AA-38F2-4205-A0C1-069D423139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20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466AA-38F2-4205-A0C1-069D423139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243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466AA-38F2-4205-A0C1-069D423139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298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5C5475-C37E-3D79-B931-197603DFCA4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ACDAFB9-A9D9-CB8D-1C55-0633A6D2CF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9498CD-8890-D7FC-0484-98E7E50DDD5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99AEB1-8C48-608E-505F-2A80131B1B4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2CD52F-DA9C-4E21-1BFD-172C12257AE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22935D-C915-A57E-3DA3-99111A9FD39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9BAF2E-88F5-EDFB-D69B-BB41D06CBF4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08784F-385E-DE4E-A349-45BA3182BAD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6593AA-B8E5-CA84-E31F-74B00C1F613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2026-07-08T12:22:20Z</dcterms:modified>
</cp:coreProperties>
</file>