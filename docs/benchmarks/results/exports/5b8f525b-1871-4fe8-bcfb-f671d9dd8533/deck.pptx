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423D4-CFD2-46A7-BFF8-D8564F0994B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26C54-3729-4C9B-B5E0-6CB4088BA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36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图示：用户增长策略现状结构图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589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35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252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433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9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26C54-3729-4C9B-B5E0-6CB4088BA8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7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D4E91C-07AF-7706-D51E-AB5EC8D13CF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用户增长策略提案汇报：强调风险可控 用户增长策略提案汇报：强调风险可控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52E791-6D1D-1C57-C163-E642DA06EF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46E3A2A-3BF5-1B35-0022-D24F20AF259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279284-3620-1B87-7A6A-5077896A9F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用户增长策略方案架构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阶段：定义用户增长策略的风险分级与兜底规则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灰度试点用户增长策略并监控异常告警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A81102-2978-2B73-1E63-7DB1775F88D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5B0844-3EFE-2E55-9B3F-9300EF49C4E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83E0D30-3EDC-5966-FD2F-74949927EB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B48165-6564-952C-9A44-31F2846989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3621FB-C06A-32D0-F226-23F179E9366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宽屏</PresentationFormat>
  <Paragraphs>67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2026-07-09T04:44:39Z</dcterms:modified>
</cp:coreProperties>
</file>