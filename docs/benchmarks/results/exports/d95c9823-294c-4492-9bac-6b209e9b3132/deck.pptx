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96368-372F-4762-87D4-69D7EF997C5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57BF3-F023-4F32-9048-653512689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8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57BF3-F023-4F32-9048-653512689E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885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57BF3-F023-4F32-9048-653512689E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33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57BF3-F023-4F32-9048-653512689E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12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57BF3-F023-4F32-9048-653512689E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40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57BF3-F023-4F32-9048-653512689E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844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57BF3-F023-4F32-9048-653512689E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301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BFC8D0-C1F2-FD43-65A2-A05DF56AAEA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78BB6F7-8834-5F8D-DE2D-76E03A2C10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72582B-669F-819A-3F36-A1D60F424B9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C331B9-F465-6433-A6A9-969B761CC39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A911BD-E135-342B-C478-11E84EB0D9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A00DFD-3975-A94C-AAA5-3A5D7A6774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264CCA-9299-9E1D-FE53-01B1158E957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99DA7FF-58F4-54BE-2C33-8AB4154DEE7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D12038-1C4B-5A62-5051-319EBF812A1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2026-07-09T02:17:48Z</dcterms:modified>
</cp:coreProperties>
</file>