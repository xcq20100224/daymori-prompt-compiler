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6A0A4-B167-42DC-8B48-C26899F0EA9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9DA6C-6055-4963-91C0-90C0A635F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DA6C-6055-4963-91C0-90C0A635FE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76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DA6C-6055-4963-91C0-90C0A635FE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585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DA6C-6055-4963-91C0-90C0A635FE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345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DA6C-6055-4963-91C0-90C0A635FE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835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DA6C-6055-4963-91C0-90C0A635FE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319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DA6C-6055-4963-91C0-90C0A635FE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15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691946-94CA-FF5B-90F6-006AA788BF7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A314DF6-9AEC-772F-AD11-47E82D93ED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A2D2A8-DD22-D48F-BF1D-336EC474EB7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58A0B7-7FFB-E23A-D01D-86DE5C30E72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18E443-B979-91B2-F406-2ABA3F92897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7DECEF-BC80-1CFF-F87D-BCB54722308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309ABF-19F1-8693-920C-0D27A5B020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060201-9904-BC8C-551D-6064E697E62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30099F-BED7-04A0-EDCF-744B679C4BA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2026-07-08T10:20:44Z</dcterms:modified>
</cp:coreProperties>
</file>