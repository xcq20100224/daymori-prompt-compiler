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544C09-9E20-4BF0-B3A7-D304A0858DB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B9D790-F306-41E5-A04B-F1BB58DCCD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2973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客户留存提升方案现状结构图 先级重排。 图示：客户留存提升方案现状结构图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9D790-F306-41E5-A04B-F1BB58DCCDC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67281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9D790-F306-41E5-A04B-F1BB58DCCDC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53384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9D790-F306-41E5-A04B-F1BB58DCCDC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67368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9D790-F306-41E5-A04B-F1BB58DCCDC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7170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9D790-F306-41E5-A04B-F1BB58DCCDC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4873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9D790-F306-41E5-A04B-F1BB58DCCDC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930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客户留存提升方案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客户留存提升方案提案汇报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D576A67-947C-A074-17CB-84FEE1195A7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客户留存提升方案提案汇报 客户留存提升方案提案汇报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客户留存提升方案的核心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B1E0224-D298-AC1F-7067-B3A006F3531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EA9EAFC-2711-9460-B044-F6DDABDCADC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客户留存提升方案当前在目标达成、资源配置与执行路径上存在明显瓶颈。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图示：客户留存提升方案问题分层卡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围绕客户留存提升方案可将问题拆为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客户留存提升方案的分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B1D24E6-956D-07C8-1977-258AF1A19961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客户留存提升方案方案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建议采用“目标对齐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客户留存提升方案方案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阶段：明确客户留存提升方案目标与边界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完成客户留存提升方案试点并跟踪关键指标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建议围绕客户留存提升方案建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DB65A4B-0875-8137-6774-C7D0D499830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2034A14-1F14-2F77-9F00-2465386D472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4F92BEE-F0BD-1991-209F-595E9214864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FA72E60-B773-731C-E289-30B9DA8EC6E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6E54198-4777-12F8-DBE5-2108298234B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596</Words>
  <Application>Microsoft Office PowerPoint</Application>
  <PresentationFormat>宽屏</PresentationFormat>
  <Paragraphs>90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ExtraLight</vt:lpstr>
      <vt:lpstr>MiSans Medium</vt:lpstr>
      <vt:lpstr>MiSans</vt:lpstr>
      <vt:lpstr>等线 Light</vt:lpstr>
      <vt:lpstr>MiSans Demibold</vt:lpstr>
      <vt:lpstr>MiSans Semibold</vt:lpstr>
      <vt:lpstr>MiSans Light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2026-07-08T10:17:01Z</dcterms:modified>
</cp:coreProperties>
</file>