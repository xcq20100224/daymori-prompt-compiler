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C0CC6-6968-46F7-B84D-4EF48A3FC56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FC2DB-7566-46F7-A846-AB4176C3B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5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需要先完成问题分层与优先级重排。 图示：供应链数字化转型方案现状结构图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FC2DB-7566-46F7-A846-AB4176C3B0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091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FC2DB-7566-46F7-A846-AB4176C3B0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822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FC2DB-7566-46F7-A846-AB4176C3B0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939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FC2DB-7566-46F7-A846-AB4176C3B0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744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FC2DB-7566-46F7-A846-AB4176C3B0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03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FC2DB-7566-46F7-A846-AB4176C3B0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670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507A96-F00F-F521-A854-0131334FF83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 供应链数字化转型方案提案汇报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E8AA343-4335-C5FA-3C80-B6D081D91E2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4025760-7F5F-9E41-9655-9F22CB5B60A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27825A-5AC8-04BC-035B-65172ECD8B2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阶段：明确供应链数字化转型方案目标与边界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完成供应链数字化转型方案试点并跟踪关键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建议围绕供应链数字化转型方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128FCF-5347-5E73-D1F1-130DD8EC2DE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763967-26EA-10F7-4C2D-537205966F0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F42280-2A3A-D50B-DBE3-A457BFBB3B9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CB4DB0-EAB7-5837-B700-AE539950F36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E3DDD2-A22C-33B9-AB1F-236EFB99C05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2026-07-08T10:18:10Z</dcterms:modified>
</cp:coreProperties>
</file>