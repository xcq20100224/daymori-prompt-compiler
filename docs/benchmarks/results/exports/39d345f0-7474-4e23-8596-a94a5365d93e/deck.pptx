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D11080-6427-4003-BAA9-0B6CB69DD398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C30BC3-DD54-4402-A5FD-E7CB75F4DA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27112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企业数字化转型现状结构图 优先级重排。 图示：企业数字化转型现状结构图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C30BC3-DD54-4402-A5FD-E7CB75F4DA5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08135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企业数字化转型问题分层卡片 执行能力与反馈闭环四个层面。 先聚焦高频高影响环节， 再逐步覆盖复杂场景， 可显著降低试点风险。 图示： 企业数字化转型问题分层卡片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C30BC3-DD54-4402-A5FD-E7CB75F4DA5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00162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企业数字化转型方案架构图 建设， 再通过迭代机制优化质 量， 形成可复制的执行闭环。 图示： 企业数字化转型方案架 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C30BC3-DD54-4402-A5FD-E7CB75F4DA5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53464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C30BC3-DD54-4402-A5FD-E7CB75F4DA5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91561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成本与稳定性四类指标。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C30BC3-DD54-4402-A5FD-E7CB75F4DA5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35154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C30BC3-DD54-4402-A5FD-E7CB75F4DA5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24960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企业数字化转型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企业数字化转型提案汇报 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1/10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DBD0111-94A7-D7EA-B2BD-38CBB1D61415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企业数字化转型提案汇报 企业数字化转型提案汇报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2/10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6D1163B6-0408-6C5D-8ABF-CD0CEDE07DE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4866D9A-6364-38CD-05EC-BBC36BF5CC4D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现状评估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914377">
              <a:defRPr/>
            </a:pPr>
            <a:endParaRPr lang="zh-CN" altLang="en-US" sz="13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400"/>
              <a:t>问题拆解</a:t>
            </a:r>
            <a:endParaRPr sz="14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sz="10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B59F63F-6E10-58A7-B03B-B60EA5452AF4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关键问题拆解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026C5A3-2259-AA58-3B13-4522C024C1AD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wrap="square" lIns="80632" tIns="40316" rIns="80632" bIns="40316" rtlCol="0" anchor="ctr">
            <a:normAutofit/>
          </a:bodyPr>
          <a:lstStyle/>
          <a:p>
            <a:pPr algn="ctr"/>
            <a:endParaRPr lang="zh-CN" altLang="en-US" sz="1400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5/10</a:t>
            </a:r>
            <a:endParaRPr lang="zh-CN" altLang="en-US" sz="140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43427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/>
              <a:t>方案设计</a:t>
            </a: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BD32FE5-CDC1-0E15-3EE5-85FC46385E8D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altLang="zh-CN" sz="11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658973F-FC2E-2FF9-476A-DBF712EB448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方案架构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三阶段推进试点落地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914377">
              <a:defRPr/>
            </a:pPr>
            <a:endParaRPr lang="zh-CN" altLang="en-US" sz="14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1379573" y="2265194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1379573" y="4194670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343427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sz="10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CA96A0C-DBB8-00BB-89AB-9BBCB2F6F46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用关键指标验证收益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E6E1AB2-7686-59B8-5507-FE49824A1C3D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FCF163B-8F03-9ECF-2347-BC5564D67DFB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下一步决策事项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EB8CEB0-3D71-99C8-AD11-AC4C8F355250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FEF0F9A-570A-E528-71DC-31F04AD52C72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0315487-2BF7-9846-24F9-7C7EE492B662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790223F-66CD-EC13-31EF-62471F229D0D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sz="1400"/>
              <a:t>Q&amp;amp;A</a:t>
            </a:r>
            <a:endParaRPr sz="14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/>
              <a:t>内容由</a:t>
            </a:r>
            <a:r>
              <a:rPr lang="en-US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10/10</a:t>
            </a:r>
            <a:endParaRPr sz="14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5CF4FEF-7D9A-9DC2-73CD-198FDC56B9A9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谢谢观看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E75C322-14BA-D200-F400-F6C63640719C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272</Words>
  <Application>Microsoft Office PowerPoint</Application>
  <PresentationFormat>宽屏</PresentationFormat>
  <Paragraphs>35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MiSans ExtraLight</vt:lpstr>
      <vt:lpstr>MiSans Semibold</vt:lpstr>
      <vt:lpstr>等线 Light</vt:lpstr>
      <vt:lpstr>MiSans</vt:lpstr>
      <vt:lpstr>MiSans Demibold</vt:lpstr>
      <vt:lpstr>Arial</vt:lpstr>
      <vt:lpstr>思源黑体 CN Normal</vt:lpstr>
      <vt:lpstr>MiSans Normal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2026-07-08T14:27:40Z</dcterms:modified>
</cp:coreProperties>
</file>