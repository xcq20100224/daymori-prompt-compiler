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A681-463C-4FCC-A3B5-A9F7CB2381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AE8B5-C3C4-41C0-89BB-C1DE254B54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368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664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843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276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502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90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5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884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AE8B5-C3C4-41C0-89BB-C1DE254B54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79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DE0E1F1-A919-11E7-7843-E80805DC5E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Arial</vt:lpstr>
      <vt:lpstr>思源黑体 CN Normal</vt:lpstr>
      <vt:lpstr>MiSans Normal</vt:lpstr>
      <vt:lpstr>MiSans ExtraLight</vt:lpstr>
      <vt:lpstr>MiSans Medium</vt:lpstr>
      <vt:lpstr>MiSans</vt:lpstr>
      <vt:lpstr>等线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2026-07-02T08:20:04Z</dcterms:modified>
</cp:coreProperties>
</file>