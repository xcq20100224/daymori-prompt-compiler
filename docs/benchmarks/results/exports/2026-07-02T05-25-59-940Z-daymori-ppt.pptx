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CD4F5-A007-4311-BC19-FF0F98A7552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82D55-D6FA-4F2E-8A6E-B9B003117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469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82D55-D6FA-4F2E-8A6E-B9B003117DE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961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82D55-D6FA-4F2E-8A6E-B9B003117DE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92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82D55-D6FA-4F2E-8A6E-B9B003117D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160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82D55-D6FA-4F2E-8A6E-B9B003117D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149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82D55-D6FA-4F2E-8A6E-B9B003117DE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662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82D55-D6FA-4F2E-8A6E-B9B003117D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916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82D55-D6FA-4F2E-8A6E-B9B003117D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88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82D55-D6FA-4F2E-8A6E-B9B003117D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186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2026-07-02T05:25:59Z</dcterms:modified>
</cp:coreProperties>
</file>