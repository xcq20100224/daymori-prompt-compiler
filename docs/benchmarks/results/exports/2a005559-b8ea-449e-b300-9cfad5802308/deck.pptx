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9B1C-A021-40FA-B111-C60345DEAB4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EE97-E156-4A58-8403-FBB2E4609E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62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19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26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33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76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51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BEE97-E156-4A58-8403-FBB2E4609E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C79CDE-EFEF-3105-4F9E-92104A7765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4C7854-7BE5-FFFC-93CF-CA2379C997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217028-A862-2C1F-B441-358D819C431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1D6ED7-B285-F7DE-426A-4B524F7BA0F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D519DC-C19C-48B8-51BA-4795149271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A76ED7-F8B2-6259-F8E7-E5E260AA41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01E1AF-33D1-01AB-371E-529C0F589A8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6397B8-4D64-15CA-EB4D-D2CFC2985A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E3ACDD-813D-93CB-1AB8-6060D8DF2A3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2026-07-08T11:18:24Z</dcterms:modified>
</cp:coreProperties>
</file>