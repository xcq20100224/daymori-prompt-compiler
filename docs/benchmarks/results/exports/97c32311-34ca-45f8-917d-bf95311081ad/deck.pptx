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45512-8542-4EFB-B77A-6ED8329177CB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E92123-6DD6-4ADA-8230-D7338C5A2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111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92123-6DD6-4ADA-8230-D7338C5A2DC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0832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92123-6DD6-4ADA-8230-D7338C5A2DC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61602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92123-6DD6-4ADA-8230-D7338C5A2DC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946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92123-6DD6-4ADA-8230-D7338C5A2DC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558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92123-6DD6-4ADA-8230-D7338C5A2DC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9800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92123-6DD6-4ADA-8230-D7338C5A2DC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189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80B502E-6115-0FC1-4B5B-9ACF0F93CCB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247BEC-CFD6-E493-BB3C-8A3AD696257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3D3617A-5ACB-53DD-5CF3-35CAD66BD1D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806BA30-6150-CF8A-9347-572EB4EAB97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2259826-193D-29DA-EE1C-514C08BE135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945D5EA-7BF6-A670-EF42-9B83C9CA18C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791DCC7-C5C3-5E0C-E4F8-AC1A797D86E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A18CFB9-2195-0E47-8B36-72A6F00E6EF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663D952-D5FC-9A9A-A21E-93D4D981D5D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思源黑体 CN Normal</vt:lpstr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2026-07-07T08:37:40Z</dcterms:modified>
</cp:coreProperties>
</file>