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2426F-3F28-4863-85E0-6011AEC88AE3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C4CA49-A7B3-4281-848B-2F77DF1979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590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C4CA49-A7B3-4281-848B-2F77DF19795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755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C4CA49-A7B3-4281-848B-2F77DF19795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7447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C4CA49-A7B3-4281-848B-2F77DF19795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01972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C4CA49-A7B3-4281-848B-2F77DF19795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47330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C4CA49-A7B3-4281-848B-2F77DF19795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7055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C4CA49-A7B3-4281-848B-2F77DF19795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853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CF4E509-E953-298E-8B34-23EAC4063A5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CA2156F-30C3-0A96-F557-106317B0093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33C8936-BD4C-6478-BE7D-E2914A42227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F2A7A8-2839-94FC-273C-FC7746DFC0C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9D0977D-D5CB-6CD7-5829-F3B6CC210C8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894253B-080F-1F96-2CF8-F9328D23A77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0F12E48-EBC3-26D7-524A-FFD95CCAC3C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CBB2F3E-F4F3-577E-331A-05B08F21D40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B5BAF2D-A875-C378-FC17-3318AC640D8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2026-07-09T02:16:36Z</dcterms:modified>
</cp:coreProperties>
</file>