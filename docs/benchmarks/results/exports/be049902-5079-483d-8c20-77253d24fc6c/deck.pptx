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F1331-E9BB-48A6-A683-E720C220A62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0C9E1-4E84-4FC2-B35F-D8743A571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4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0C9E1-4E84-4FC2-B35F-D8743A5716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377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0C9E1-4E84-4FC2-B35F-D8743A5716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9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0C9E1-4E84-4FC2-B35F-D8743A5716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150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0C9E1-4E84-4FC2-B35F-D8743A5716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376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0C9E1-4E84-4FC2-B35F-D8743A5716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38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0C9E1-4E84-4FC2-B35F-D8743A5716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455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26890F-8477-ACEE-0162-52B0DB32BB9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DB8F561-5845-42C9-74CE-9B1880CA0B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52A64A-A03B-EFEA-2C83-F5406650A4A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E1E993-0FDF-5136-7021-0D57FD0861E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6D53F5-3592-5DE6-53F5-B79A44D77BE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7134AF-EC28-D455-9B78-4AD73B8117D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A6F955-9699-98DA-1ADB-5BDE6B23F1C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6BCF0C-1C1D-31EA-5204-F653A4A933C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A7505D-1AC0-DDA3-1E20-CD008D1DF80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思源黑体 CN Normal</vt:lpstr>
      <vt:lpstr>MiSans Normal</vt:lpstr>
      <vt:lpstr>MiSans ExtraLight</vt:lpstr>
      <vt:lpstr>MiSans Medium</vt:lpstr>
      <vt:lpstr>等线</vt:lpstr>
      <vt:lpstr>MiSans</vt:lpstr>
      <vt:lpstr>MiSans Demibold</vt:lpstr>
      <vt:lpstr>等线 Light</vt:lpstr>
      <vt:lpstr>MiSans Semibold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2026-07-07T03:58:25Z</dcterms:modified>
</cp:coreProperties>
</file>