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EC05A3-95A3-4257-8543-1FE57B97553B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B19D41F-16AE-4230-B7D4-91E96F738FA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311444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客服工作量结构图 和服务稳定性仍难保障。 图示：客服工作量结构图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19D41F-16AE-4230-B7D4-91E96F738FAE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8297511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高频问题分类卡片 标准答案，适合由 </a:t>
            </a:r>
            <a:r>
              <a:rPr lang="en-US" altLang="zh-CN"/>
              <a:t>AI </a:t>
            </a:r>
            <a:r>
              <a:rPr lang="zh-CN" altLang="en-US"/>
              <a:t>客服优先承接。 人工团队应聚焦投诉处理、 复杂异常与高价值客户沟通， 以提升整体服务质量。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19D41F-16AE-4230-B7D4-91E96F738FAE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0931631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客服能力架构图 再逐步接入质检分析与 运营报表， 形成可持续优化的服务 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19D41F-16AE-4230-B7D4-91E96F738FAE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2886044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19D41F-16AE-4230-B7D4-91E96F738FAE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2933688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才进入规模化推广。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19D41F-16AE-4230-B7D4-91E96F738FAE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0199911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19D41F-16AE-4230-B7D4-91E96F738FAE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268477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/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32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用户增长策略</a:t>
            </a:r>
            <a:endParaRPr lang="zh-CN" altLang="en-US" sz="32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33A84DC0-AB2B-201B-9479-C9771F106727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先明确压力来源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CEEA86AF-4F26-0AE4-291D-81D409D88794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9A98D5E6-01BB-EC6F-275F-02E02A24A3A1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先明确压力来源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随着咨询量、售后问题和服务渠道持续增加，人工客服长期承担重复问答、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订单查询与进度解释工作。排班、培训与质检成本持续抬升，但高峰时段的响应速度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客服成本压力正在上升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高频问题适合优先自动化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图示：高频问题分类卡片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售前咨询、订单状态、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退换货政策与基础售后进度通常具备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承接标准问题，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用人工处理复杂问题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D760467F-10D3-F4A4-4484-AC624E3EA9F2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</a:t>
            </a:r>
            <a:r>
              <a:rPr lang="en-US" altLang="zh-CN" sz="1400"/>
              <a:t>AI</a:t>
            </a:r>
            <a:r>
              <a:rPr lang="zh-CN" altLang="en-US" sz="1400"/>
              <a:t>承接标准问题，用人工处理复杂问题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en-US" altLang="zh-CN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AI</a:t>
            </a: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客服能力分层建设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方案以知识库、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意图识别、多轮对话、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工单联动与人工转接为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核心能力，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先覆盖标准化问答场景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...</a:t>
            </a:r>
            <a:endParaRPr lang="en-US" altLang="zh-CN" sz="1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图示：</a:t>
            </a:r>
          </a:p>
          <a:p>
            <a:pPr algn="ctr"/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客服能力架构图</a:t>
            </a:r>
          </a:p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方案设计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阶段：梳理高频问题并建设知识库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接入客服系统并灰度上线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阶段：根据命中率持续优化运营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试点阶段建议重点跟踪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独立解决率、转人工率、平均响应时长、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人工客服负载与客户满意度。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只有当效率提升与体验稳定同时成立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758DFB6-E8B1-9666-8428-56544C0637DD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9C7B3FC9-6B1E-5E8B-2A84-7AAE4DC2B336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90B76BA1-B0F1-AC7A-ADB0-6A00D434F71C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AA8AB263-F813-EE4C-DC44-ED0F511E3F4D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955EA508-9FE3-3505-4810-80E26C9948BF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559</Words>
  <Application>Microsoft Office PowerPoint</Application>
  <PresentationFormat>宽屏</PresentationFormat>
  <Paragraphs>87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ExtraLight</vt:lpstr>
      <vt:lpstr>Arial</vt:lpstr>
      <vt:lpstr>等线</vt:lpstr>
      <vt:lpstr>MiSans Semibold</vt:lpstr>
      <vt:lpstr>MiSans</vt:lpstr>
      <vt:lpstr>MiSans Demibold</vt:lpstr>
      <vt:lpstr>MiSans Light</vt:lpstr>
      <vt:lpstr>思源黑体 CN Normal</vt:lpstr>
      <vt:lpstr>等线 Light</vt:lpstr>
      <vt:lpstr>MiSans Normal</vt:lpstr>
      <vt:lpstr>MiSans Medium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2026-07-08T04:46:04Z</dcterms:modified>
</cp:coreProperties>
</file>