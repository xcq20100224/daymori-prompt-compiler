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95564-FB8B-4AD2-A855-5504D3FAD15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42E463-4793-4C46-B557-9FD51CACA8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3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E463-4793-4C46-B557-9FD51CACA88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4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E463-4793-4C46-B557-9FD51CACA88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627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E463-4793-4C46-B557-9FD51CACA88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647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E463-4793-4C46-B557-9FD51CACA88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146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E463-4793-4C46-B557-9FD51CACA88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7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2E463-4793-4C46-B557-9FD51CACA88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64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917988-5DF3-FADD-232D-5F2C0683C6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E4DB04C-7623-1504-D7F8-A0C3693FB2E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21FC81-50A7-7B5C-2190-E84E9EB52A9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CEBB23-E239-79D1-55CF-F80DC7A2357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06E5BA-AE86-ACE0-38CC-C8D0A312D1B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A65889-8A59-C1FD-5C4E-C567B9A17D0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75120D-B019-AE30-399B-85693CA4A15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1CD2DF-AB10-98C9-C9DE-36F77547C67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9EE9BD-ED18-F05C-2269-7B7B4A32BD6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2026-07-07T08:27:54Z</dcterms:modified>
</cp:coreProperties>
</file>