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91F76C-D90F-433A-A61A-96AA8762E788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EC0D27-2120-45EE-AEB3-8264B4A5E9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547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EC0D27-2120-45EE-AEB3-8264B4A5E99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26090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EC0D27-2120-45EE-AEB3-8264B4A5E99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0310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EC0D27-2120-45EE-AEB3-8264B4A5E99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8282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EC0D27-2120-45EE-AEB3-8264B4A5E99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71631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EC0D27-2120-45EE-AEB3-8264B4A5E99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17627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EC0D27-2120-45EE-AEB3-8264B4A5E99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261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571924A-1D59-BBEC-7604-F78623B1AF9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F0BDAAC-6BBB-2F77-B859-A2286DCD10F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279C7D9-5FA9-47BA-A1D0-12289AD8CB8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DC30A0F-16A0-4C03-BD26-A9223509771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48F3D62-F25C-2353-6613-1DA233FDBC7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18478A4-EA28-5C9A-6F7C-90DC2F9B732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7762354-F42E-43CD-BDD5-D98E38455E9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7B452BA-7983-4164-6247-A8D50B3EE31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3EB2C1A-3827-1D4F-9E9E-B5ED1ADFF3F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</vt:lpstr>
      <vt:lpstr>MiSans ExtraLight</vt:lpstr>
      <vt:lpstr>MiSans Semibold</vt:lpstr>
      <vt:lpstr>等线 Light</vt:lpstr>
      <vt:lpstr>MiSans</vt:lpstr>
      <vt:lpstr>MiSans Demibold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2026-07-07T04:05:48Z</dcterms:modified>
</cp:coreProperties>
</file>