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4E836-7B27-425D-84DB-8094FE81A7B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0249C-2C20-40AF-9620-9FBD06F93A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979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20249C-2C20-40AF-9620-9FBD06F93AA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889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20249C-2C20-40AF-9620-9FBD06F93AA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431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20249C-2C20-40AF-9620-9FBD06F93AA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678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20249C-2C20-40AF-9620-9FBD06F93AA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26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20249C-2C20-40AF-9620-9FBD06F93AA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542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20249C-2C20-40AF-9620-9FBD06F93AA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282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C22D466-991C-070E-0159-0AD4C565DBC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97840A6-AD17-A30C-6C5B-97DF1C966BC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E7344FF-FDC6-1ABA-526F-300664DF23D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DD88BD-E36F-2B14-D366-46B1077BE71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0E918A5-A74F-377D-2E35-EEC7D3EF77F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2C9F73-3331-8900-EFC5-35DF464B761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CEABCA-F1DE-85BC-C830-1C4E4F86F76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960E67F-DD7F-13A1-2455-3A03440AE7E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317F865-CCCA-FCD1-B492-62BD37DF5BF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Light</vt:lpstr>
      <vt:lpstr>MiSans Normal</vt:lpstr>
      <vt:lpstr>等线 Light</vt:lpstr>
      <vt:lpstr>MiSans Semibold</vt:lpstr>
      <vt:lpstr>MiSans Medium</vt:lpstr>
      <vt:lpstr>思源黑体 CN Normal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2026-07-08T12:46:57Z</dcterms:modified>
</cp:coreProperties>
</file>