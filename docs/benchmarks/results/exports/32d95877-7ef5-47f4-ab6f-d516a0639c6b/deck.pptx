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909A-8345-493C-A72A-CF1E52462AC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E592C-FABB-43DF-8B5D-B3613361D4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58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E592C-FABB-43DF-8B5D-B3613361D4A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702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E592C-FABB-43DF-8B5D-B3613361D4A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871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E592C-FABB-43DF-8B5D-B3613361D4A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397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E592C-FABB-43DF-8B5D-B3613361D4A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062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E592C-FABB-43DF-8B5D-B3613361D4A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257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E592C-FABB-43DF-8B5D-B3613361D4A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296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B2B3D2-17F7-31F6-5650-0C5FD7489F2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7C57301-5B7E-0CED-1AAF-C0E02F07C1B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9F653D9-094B-9B51-6A95-DF3EB2FF7A2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BFDFA6-8D14-51B0-9F0B-B58E14ADF18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918A55-6CA4-9780-7CEA-0D7647D0C49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56F934-BB41-8FB1-43F3-69BDFAF029C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FF1698-A662-DF45-98DA-1A475232AE5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CE6B513-BEDA-B3D7-066B-89D9E56DF27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71AE24-480F-869F-2229-2EFB6DC4C52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2026-07-08T04:47:52Z</dcterms:modified>
</cp:coreProperties>
</file>