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DFA47-49C2-4891-988A-9AB9710F2B0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67250-23B1-400F-8211-67D1D76DFF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38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7250-23B1-400F-8211-67D1D76DFF1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067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7250-23B1-400F-8211-67D1D76DFF1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639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7250-23B1-400F-8211-67D1D76DFF1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057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7250-23B1-400F-8211-67D1D76DFF1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085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7250-23B1-400F-8211-67D1D76DFF1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00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7250-23B1-400F-8211-67D1D76DFF1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3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F5E38B-B7D5-59DB-FC3D-8AF00D4B330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8D77FE1-247D-7B37-C5BE-225485AA50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B4BC9E-9A82-3A93-CC60-BE8B0B0B6C9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3B9D1E-3A59-5B29-98F6-6FED4808323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DF080B-CC0E-4E06-C66B-D5EA53AFE05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ED64DF-4ECC-42E7-CEC7-AAD6C8A8839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816447-0197-06BE-CAD8-D89D2FF56E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3A4F2D-21F7-EFF8-8608-F64DB07BA08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77D939-64AE-9BEE-CE9F-8C62B90E570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2026-07-09T03:15:29Z</dcterms:modified>
</cp:coreProperties>
</file>