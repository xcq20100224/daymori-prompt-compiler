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511DB-7AC5-437B-A8C6-8EAE8458AA43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68184C-4FEE-4897-902E-50D35AE6EB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66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184C-4FEE-4897-902E-50D35AE6EBF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671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184C-4FEE-4897-902E-50D35AE6EBF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0338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184C-4FEE-4897-902E-50D35AE6EBF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71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184C-4FEE-4897-902E-50D35AE6EBF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193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184C-4FEE-4897-902E-50D35AE6EBF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81191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68184C-4FEE-4897-902E-50D35AE6EBF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517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37A40A-E4B2-77F6-DC79-A3DC9EB1B56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C4F8D72-EE5F-B46A-EB0D-72FE3F17492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F96D616-D19D-422E-B561-D48B906A6A8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BC3B80-4FF0-D016-1EDF-1478AC42E20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0A0E61F-F01D-8ED7-E4A1-ADB5133F203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41CBBC-5F9F-B16E-A933-D2EB1E06350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EB76E06-D5C0-030D-ACA5-C40A5ACE760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ECD6287-4ACE-8B51-090B-326B1A53222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D33CE60-0FB6-609E-66FA-643FE88BFF4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MiSans ExtraLight</vt:lpstr>
      <vt:lpstr>等线</vt:lpstr>
      <vt:lpstr>MiSans Light</vt:lpstr>
      <vt:lpstr>等线 Light</vt:lpstr>
      <vt:lpstr>MiSans Semibold</vt:lpstr>
      <vt:lpstr>Arial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2026-07-08T12:17:58Z</dcterms:modified>
</cp:coreProperties>
</file>