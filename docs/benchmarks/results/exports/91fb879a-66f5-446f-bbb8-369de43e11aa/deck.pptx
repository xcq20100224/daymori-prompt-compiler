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58C4DE-E6A6-4694-9091-EDE8A6C35A9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791395-7432-4353-9F92-01C810DFF3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91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91395-7432-4353-9F92-01C810DFF3E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452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91395-7432-4353-9F92-01C810DFF3E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392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91395-7432-4353-9F92-01C810DFF3E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911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91395-7432-4353-9F92-01C810DFF3E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532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91395-7432-4353-9F92-01C810DFF3E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651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91395-7432-4353-9F92-01C810DFF3E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171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74B43AC-56B1-636C-EA32-69956678228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E3D106F-E2C8-663C-3AE4-6DBF80AA654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9CB80DA-9C07-3117-8305-C28BED6327F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F1EDDD-BCF0-BDEA-D929-D2170D6A75C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1A76402-B292-5C10-50B0-D8AE8DF1B1F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978F07-9774-883B-09F8-7B9766C1EF0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DE6BC0-AEED-9D40-81C5-91C0517324D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070CE6C-D66A-04E7-3B63-5D2C706E2C8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163BA2-6546-D232-FEAB-6F7D77E7C31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7EA61EC-10F2-50A6-500D-F877CADAACC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0A425C-2D84-D84C-8D10-125FA778637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555CB28-94D0-CE4B-A165-DC0EEA4990F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8AD6FF0-EE98-5902-4C88-1854329F023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EA79EB3-B58C-D68E-BC20-2CF326633B6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5AFF139-B588-F8F4-2E34-FE8A9A75FD0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BA3FC-3FDC-87AF-7712-2C1490D427F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2026-07-08T14:06:10Z</dcterms:modified>
</cp:coreProperties>
</file>