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AC8BB-8A93-40F2-AFFD-755A1959F57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95E9A-2889-4EC8-939C-853F5662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11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95E9A-2889-4EC8-939C-853F56622B5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859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95E9A-2889-4EC8-939C-853F56622B5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4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95E9A-2889-4EC8-939C-853F56622B5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718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95E9A-2889-4EC8-939C-853F56622B5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753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95E9A-2889-4EC8-939C-853F56622B5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106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E95E9A-2889-4EC8-939C-853F56622B5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85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96F1B0-903E-9F40-FB26-29B2320FAB0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87B7A9-9E02-5D13-9C64-4B285A4604B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C5CD30-E924-E1EE-877F-7EA5CA3E37D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B05A20-BB95-884F-E683-96BC4116879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12C0BE-9318-BD82-B802-1BA855DD1FA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A8A753-03E2-A145-BDBE-B6A4BA56B0E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566B36-0F1F-62E3-028D-1581D67F187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06FE47-C201-651B-C8FB-56149BE49ED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031577-5286-345B-DA4E-E47A8E3B61F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2026-07-07T04:00:13Z</dcterms:modified>
</cp:coreProperties>
</file>