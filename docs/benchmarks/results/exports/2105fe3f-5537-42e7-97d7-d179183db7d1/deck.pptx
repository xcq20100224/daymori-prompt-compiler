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675317-26D6-4432-9720-5D92688A99A3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3D5944-10A5-4FEE-8D3A-6C08C91823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29233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3D5944-10A5-4FEE-8D3A-6C08C918232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04906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3D5944-10A5-4FEE-8D3A-6C08C918232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73821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3D5944-10A5-4FEE-8D3A-6C08C918232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68828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3D5944-10A5-4FEE-8D3A-6C08C918232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56456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3D5944-10A5-4FEE-8D3A-6C08C918232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05965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3D5944-10A5-4FEE-8D3A-6C08C918232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85032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270594E-F8DA-DD21-9B4D-609E6B4D01C7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06BD395B-0A0D-E799-E955-F3DC107B0CE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0573568-89F2-0565-EEF5-71EA6816BDFE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8CC70CD-7A91-E2FA-AC79-ACBDFDF81112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182AB68-E114-B90E-5E53-FCF1800652B1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4E745A1-4633-2EA5-203A-28E90DE7847E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46973B7-D84B-D429-76D4-DBBFE274B2B4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2C5E370-CF33-126A-9040-3E48DA50A628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D1BCA4B-50B0-B3A0-46B8-C179BBF62340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607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MiSans ExtraLight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2026-07-08T13:14:11Z</dcterms:modified>
</cp:coreProperties>
</file>