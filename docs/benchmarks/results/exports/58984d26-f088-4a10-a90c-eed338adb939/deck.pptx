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76FB2-3855-4835-98E0-A38F51CF29A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11319-D482-4715-B04F-984954E0F5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94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11319-D482-4715-B04F-984954E0F56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614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11319-D482-4715-B04F-984954E0F56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803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11319-D482-4715-B04F-984954E0F56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580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11319-D482-4715-B04F-984954E0F56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154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11319-D482-4715-B04F-984954E0F56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872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11319-D482-4715-B04F-984954E0F56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92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23E4BD-139B-36DD-761B-FF8CBC4F2DF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BC9D036-FFB2-BB5E-B82F-FE2971EC4E3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E94BF5-EBF4-A484-D33F-B831C1F3245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7D563D-7450-4ACF-260B-F144BE3FE6B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CCA36C-4E3F-B380-B56C-BB7EE66E008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04A05B-44BE-7DB3-5FDE-88DBB9636D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965B90-3D86-5FEF-1B50-36A658A627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A126F4-FA73-0060-15EE-38FDA40F93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4E3B09-1D7B-CF93-0C37-4ED138E01A7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6C2EB1-5CE9-43AC-6F67-D369CC0D68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AA889B-C65C-DD38-4921-E58F88034E2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1865BD-1212-8370-6B6B-E4AF74A9799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39EED5-6082-32E1-3B18-F9B545B3307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D328EA-54F7-6D4C-A7A8-9393846E0F6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EC621F-C33F-150A-40AF-DDCF280E993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A68E90-E54E-6D88-D6ED-406B9B34D65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2026-07-08T14:31:46Z</dcterms:modified>
</cp:coreProperties>
</file>