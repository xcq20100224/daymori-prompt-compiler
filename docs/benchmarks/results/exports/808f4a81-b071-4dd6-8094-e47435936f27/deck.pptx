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507CE2-0726-4C0E-8059-96720F34330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F2302D-581A-4CF8-BAEE-3CD1CAF69A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48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2302D-581A-4CF8-BAEE-3CD1CAF69A9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791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2302D-581A-4CF8-BAEE-3CD1CAF69A9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731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2302D-581A-4CF8-BAEE-3CD1CAF69A9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509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2302D-581A-4CF8-BAEE-3CD1CAF69A9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926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2302D-581A-4CF8-BAEE-3CD1CAF69A9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070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2302D-581A-4CF8-BAEE-3CD1CAF69A9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152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F596E00-F89F-1C42-910A-4D119EC2A85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FB86E60-1E2A-99E2-44D3-2126FA2FC7C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54652B6-4F86-A799-FECD-C90CE645E75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1F581B-75CA-8CEB-9B13-F2454934741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05CB496-00A8-19EC-3FAE-526D0084E03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6BBF005-C31D-2CD1-F826-7E4D4AF4D2D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750B38D-CCA6-015E-2AE7-F23FD24AA2E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8D0C801-0B07-C72F-6590-59DE7C2BB41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1479E5-10C9-47B5-B945-E5210DD491F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2026-07-08T12:22:28Z</dcterms:modified>
</cp:coreProperties>
</file>