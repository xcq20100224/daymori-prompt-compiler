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45A32-6202-44B0-ACD0-12D9965F77E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1CB3A-FFEF-4769-AF57-F0868DAA25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09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1CB3A-FFEF-4769-AF57-F0868DAA25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843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1CB3A-FFEF-4769-AF57-F0868DAA25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516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1CB3A-FFEF-4769-AF57-F0868DAA25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003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1CB3A-FFEF-4769-AF57-F0868DAA25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850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1CB3A-FFEF-4769-AF57-F0868DAA25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097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1CB3A-FFEF-4769-AF57-F0868DAA25E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145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E597E3-019D-57E5-5523-B7FC7F664AA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45935AF-7BA5-2A1E-ED79-2D31BFE4A9B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9A5AFB-577F-350D-B35C-005A62C1BC8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32930C-5950-3C39-BA0D-CD9C4949178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C109BE-3654-A28A-F56F-3DB3873D46F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1AF25A-7DA7-215E-7B38-D2A63446044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AE6241-503A-D3C2-12CD-FB637EC2B57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C17B96-3D8F-C725-C27D-3D2817F49DC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6C0161-72FC-5CC8-7BE8-32E93E4BC35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2026-07-09T04:38:25Z</dcterms:modified>
</cp:coreProperties>
</file>