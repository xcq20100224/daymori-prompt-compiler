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103F1-7BE4-4A1B-A4F4-0D4985B990C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7E2EB-5E11-4CE0-AFD8-65F8B0DAD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91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28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9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76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226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156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7E2EB-5E11-4CE0-AFD8-65F8B0DADC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421FFC-835E-9715-05B4-2BAF23D6512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949DE6-0909-5A6F-FCAD-5693BC7890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D80765-84ED-964E-85B5-710AE5B069A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CAB6C9-75CD-9E4C-6031-2DE887924B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E30642-EC22-F760-E0C7-35A15A98697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832B93-7506-64A4-6AEE-9A5D4FD1E37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926FD7-5490-0790-352F-7B94B360EB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70F7DA-603C-E7FF-213A-8EAD01DB2F8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F70BD9-E111-E7D6-54B1-1688C0A4DE8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MiSans Normal</vt:lpstr>
      <vt:lpstr>MiSans Medium</vt:lpstr>
      <vt:lpstr>等线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2026-07-08T04:58:30Z</dcterms:modified>
</cp:coreProperties>
</file>