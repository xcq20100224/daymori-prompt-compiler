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1EF65-5FD9-40C5-A1AE-8CB08C77538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C40B9-BB22-4A91-B06A-DE498FED8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201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C40B9-BB22-4A91-B06A-DE498FED870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693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C40B9-BB22-4A91-B06A-DE498FED870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421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C40B9-BB22-4A91-B06A-DE498FED870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179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C40B9-BB22-4A91-B06A-DE498FED870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324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C40B9-BB22-4A91-B06A-DE498FED870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199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C40B9-BB22-4A91-B06A-DE498FED870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50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7465A4D-18E9-6040-4692-70F9307AF90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6F69389-AA54-A333-4F6B-73F89432BE4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89E3EA3-56C7-7C6E-29AD-E75788313BB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ECFF62-8DC2-7AF3-B0C5-61C9CB4AD78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14C7DF8-3313-25B5-A8CC-302698E8FEC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862C73E-D0B4-7AB5-C243-851FD110D46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CB391D7-9856-2A1C-8E84-56EC55CD24F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9FBE7E9-23EF-03D8-02AA-75DBEF5002B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353BE13-7C6A-4BFC-F31F-8AA02E6042D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2026-07-07T07:52:18Z</dcterms:modified>
</cp:coreProperties>
</file>