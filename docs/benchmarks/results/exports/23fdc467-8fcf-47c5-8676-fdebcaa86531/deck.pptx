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0A72C1-9819-48FC-AC4A-08330864295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244F55-784B-457A-851A-7D6DD13079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301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本下降与响应效率提升。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44F55-784B-457A-851A-7D6DD13079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760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复盘机制”四段链路， 先做高影响节点优化， 再扩展到中低频场景， 确保收益可量化。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44F55-784B-457A-851A-7D6DD13079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697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用同一指标口径追踪效 率、成本与满意度， 形成可持续优化闭环。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44F55-784B-457A-851A-7D6DD13079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092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44F55-784B-457A-851A-7D6DD13079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421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44F55-784B-457A-851A-7D6DD13079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75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244F55-784B-457A-851A-7D6DD13079E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025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客服降本增效方案提案汇报：聚焦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验证路径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5089B5-E921-9A1B-6D61-4B396FC96CE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客服降本增效方案提案汇报：聚焦</a:t>
            </a:r>
            <a:r>
              <a:rPr lang="en-US" altLang="zh-CN" sz="1400"/>
              <a:t>ROI</a:t>
            </a:r>
            <a:r>
              <a:rPr lang="zh-CN" altLang="en-US" sz="1400"/>
              <a:t>验证路径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客服降本增效方案提案汇报：聚焦</a:t>
            </a:r>
            <a:r>
              <a:rPr lang="en-US" altLang="zh-CN" sz="1400"/>
              <a:t>ROI</a:t>
            </a:r>
            <a:r>
              <a:rPr lang="zh-CN" altLang="en-US" sz="1400"/>
              <a:t>验证路径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D649ADE-4987-8262-8C89-A2EB6577E9B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20FA71-91A9-4D58-FF7F-F7E2DBCE209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客服降本增效方案目前在高频场景中存在明显资源浪费，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标准问题处理成本偏高。若按试点方式先覆盖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TOP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场景，可在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个月内验证单位成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客服降本增效方案应优先拆</a:t>
            </a:r>
          </a:p>
          <a:p>
            <a:pPr algn="ctr"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解“流量入口、问题分类、转接策略、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2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AF9DB8-B7E0-F742-776E-16FC2C9CE06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建议采用“价值目标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能力模块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收益看板”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阶段：锁定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客服降本增效方案的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ROI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口径与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在高频场景上线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客服降本增效方案并对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阶段：按收益优先级扩展至更多场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1746F1-2557-401F-2484-B2269E7EE65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0E94A93-1D28-E7B2-46F3-BC0E4EAF679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2251388-7A4F-63C0-0EF0-7DB1C4A07CB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0D8E2A7-6470-6B26-C1F1-0364908309D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0846DB-E573-47BF-928B-C5611DAB9F6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575</Words>
  <Application>Microsoft Office PowerPoint</Application>
  <PresentationFormat>宽屏</PresentationFormat>
  <Paragraphs>76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2026-07-09T04:55:02Z</dcterms:modified>
</cp:coreProperties>
</file>