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5BEF76-95FF-4D40-A823-4FA7679B4DB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E1B7D0-7241-45AC-90EB-0F4FE16043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642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客户留存提升方案现状结构图 先级重排。 图示：客户留存提升方案现状结构图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E1B7D0-7241-45AC-90EB-0F4FE160433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208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E1B7D0-7241-45AC-90EB-0F4FE160433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6536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E1B7D0-7241-45AC-90EB-0F4FE160433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75067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E1B7D0-7241-45AC-90EB-0F4FE160433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1067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E1B7D0-7241-45AC-90EB-0F4FE160433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6980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E1B7D0-7241-45AC-90EB-0F4FE160433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4575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客户留存提升方案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客户留存提升方案提案汇报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5CD5BBD-4468-12CF-5F3E-35D4321BA7C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客户留存提升方案提案汇报 客户留存提升方案提案汇报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客户留存提升方案的核心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0397E9A-24E6-BC3F-E748-E3DCF725AAD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CE45B4A-F505-8C6B-EAD4-5767444A304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客户留存提升方案当前在目标达成、资源配置与执行路径上存在明显瓶颈。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图示：客户留存提升方案问题分层卡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围绕客户留存提升方案可将问题拆为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客户留存提升方案的分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6C53704-6775-BA92-8A15-A0B6CE1F972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客户留存提升方案方案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建议采用“目标对齐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客户留存提升方案方案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阶段：明确客户留存提升方案目标与边界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完成客户留存提升方案试点并跟踪关键指标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建议围绕客户留存提升方案建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A12F298-ABAF-CD38-A863-C3F6666A6C1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9F2F24-8016-5A2A-28A7-1CBB97A75A0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310F86D-53B6-A91D-3F9A-EFBF4595264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A0B8608-8948-1024-D0C4-5983E0293B5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EC179DE-BEA1-A25B-525D-9E84494E8B4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596</Words>
  <Application>Microsoft Office PowerPoint</Application>
  <PresentationFormat>宽屏</PresentationFormat>
  <Paragraphs>90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2026-07-08T10:23:45Z</dcterms:modified>
</cp:coreProperties>
</file>