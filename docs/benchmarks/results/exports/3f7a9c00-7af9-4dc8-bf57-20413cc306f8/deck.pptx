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48F74-06FE-4CF5-B867-129B59B9234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A5B54-2D66-49A6-A44A-75EF60B34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59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A5B54-2D66-49A6-A44A-75EF60B345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314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A5B54-2D66-49A6-A44A-75EF60B345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612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A5B54-2D66-49A6-A44A-75EF60B345B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865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A5B54-2D66-49A6-A44A-75EF60B345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345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A5B54-2D66-49A6-A44A-75EF60B345B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68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A5B54-2D66-49A6-A44A-75EF60B345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00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36113F-6F6F-6479-CF56-1B158442B6A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8F1BB50-4CEA-B6A2-9D84-FC576E85D6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0DBD60-65F4-02B1-CB03-3A1AA1CFD55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BF0520-1460-763A-5C79-99770761AC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4F186C-71DC-015D-B773-D6C87092A62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90C3D7-3224-9434-C079-887BA23B8B1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4B4DC3-F42A-5B76-C0D2-E0D04E9F766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E9240D-69F5-0604-491B-0B2395F7495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32DCA3-0F26-8D02-A78F-85BA1EB7687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704722-CAD3-8550-438F-AF4F8B2FA5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FCDB92-29D1-5175-96FC-EC83429582E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60F117-3539-3C7A-C714-6798503C805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F59C28-1080-989B-8052-96C74339783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BEE557-98DA-B2AB-5C10-E1F107B4419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C2DE76-F655-1386-1FBE-44FD1E54D0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7ADA3A-0D1F-518B-EEE5-B64ECAF5FEC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2026-07-08T14:07:23Z</dcterms:modified>
</cp:coreProperties>
</file>