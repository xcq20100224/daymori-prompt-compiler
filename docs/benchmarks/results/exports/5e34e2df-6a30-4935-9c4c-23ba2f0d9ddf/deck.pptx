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07B105-0716-4058-8871-A1D982F7252E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C20882-A403-4F12-9085-67E36D74C4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0126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C20882-A403-4F12-9085-67E36D74C40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58860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C20882-A403-4F12-9085-67E36D74C40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39370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C20882-A403-4F12-9085-67E36D74C40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88669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C20882-A403-4F12-9085-67E36D74C40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59252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C20882-A403-4F12-9085-67E36D74C40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38602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C20882-A403-4F12-9085-67E36D74C40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19084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11F6A6C-5593-4A99-72C3-DEF79ABDFAF6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4EDC964A-0D52-3315-7079-ED14918C4FE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7CBA02A-EC54-4197-838D-DDADAE48D419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4C07EC1-382C-8E70-3C1A-5B1F17D629CA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DF10F91-4C71-FAB1-AEC9-0859C45E815B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8479FD9-2E70-2035-9821-59C59B38CCE4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67C3FD2-A646-F579-8B74-594311F9CBD6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9824131-1A42-CFD1-2932-81208A974643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351090C-244E-B300-E512-18500AAB3F2F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Medium</vt:lpstr>
      <vt:lpstr>MiSans</vt:lpstr>
      <vt:lpstr>等线</vt:lpstr>
      <vt:lpstr>MiSans ExtraLight</vt:lpstr>
      <vt:lpstr>MiSans Demibold</vt:lpstr>
      <vt:lpstr>MiSans Semibold</vt:lpstr>
      <vt:lpstr>等线 Light</vt:lpstr>
      <vt:lpstr>MiSans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2026-07-07T04:02:32Z</dcterms:modified>
</cp:coreProperties>
</file>