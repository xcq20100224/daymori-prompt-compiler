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C53129-67FF-4132-87C8-DD40B0724E99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3B0EA8-8253-4DCD-8B2B-AEA0BCFA7D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62554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B0EA8-8253-4DCD-8B2B-AEA0BCFA7D3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86049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B0EA8-8253-4DCD-8B2B-AEA0BCFA7D3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92845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B0EA8-8253-4DCD-8B2B-AEA0BCFA7D3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87482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B0EA8-8253-4DCD-8B2B-AEA0BCFA7D3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81913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B0EA8-8253-4DCD-8B2B-AEA0BCFA7D3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20338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B0EA8-8253-4DCD-8B2B-AEA0BCFA7D3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72488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用户增长策略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F5A38B0-B58C-FAFA-1359-9F8B9BD2E90A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F864E96B-4E8C-522E-6144-6197AB875F59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753E616-763D-3089-40EC-F8A7F1280395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06203AC-1301-B746-7E35-A3D54423FC7C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80A12D8-1842-3B30-F4DA-9C66AC3CA8F0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54BF4E6-A31C-15DE-4756-62422E6EF024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104EBE6-050B-1905-29EC-D5EE3FFE0102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A8A47EB-6E30-5E20-FB02-B6549D898696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0CD4488-2AF3-4E09-75D7-398C44F19448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559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等线 Light</vt:lpstr>
      <vt:lpstr>Arial</vt:lpstr>
      <vt:lpstr>MiSans Semibold</vt:lpstr>
      <vt:lpstr>MiSans</vt:lpstr>
      <vt:lpstr>MiSans Demibold</vt:lpstr>
      <vt:lpstr>MiSans Light</vt:lpstr>
      <vt:lpstr>思源黑体 CN Normal</vt:lpstr>
      <vt:lpstr>等线</vt:lpstr>
      <vt:lpstr>MiSans Normal</vt:lpstr>
      <vt:lpstr>MiSans Medium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2026-07-08T05:14:50Z</dcterms:modified>
</cp:coreProperties>
</file>