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A21782-0C71-4C19-B245-2C3BE99C0F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96B58-F541-4846-A734-F63C045CF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69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96B58-F541-4846-A734-F63C045CF0C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22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96B58-F541-4846-A734-F63C045CF0C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735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96B58-F541-4846-A734-F63C045CF0C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488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96B58-F541-4846-A734-F63C045CF0C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655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96B58-F541-4846-A734-F63C045CF0C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590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96B58-F541-4846-A734-F63C045CF0C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856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63B7DFF-9C37-B8CD-6A31-941610BBDE1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902EEDC-2ACB-200C-E8AB-A3C7132224F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C526F12-1CFF-0572-F035-298A8978F5C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76686D-A881-C6E2-51F2-105F678FF4A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6A982E-1A48-B015-D12B-DA1C26ECAF2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F761D3-C328-8E78-483D-7A09F409143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C81FC28-426D-D7C8-C464-CC76325FE29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D4DC5E-F092-D29A-52AE-C1ED9C570EC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6D529C-9854-0C0E-C520-1DF0C48D259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2026-07-08T12:39:43Z</dcterms:modified>
</cp:coreProperties>
</file>