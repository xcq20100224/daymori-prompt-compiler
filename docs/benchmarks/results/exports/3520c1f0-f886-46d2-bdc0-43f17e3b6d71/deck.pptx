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6A0D0-FF36-4AA9-A4E3-F2EDE04B362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C7EE1-BE57-44C8-B916-054AE6E2E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25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360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ABTest1_1783519086508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0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98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091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880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91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C7EE1-BE57-44C8-B916-054AE6E2EC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62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ABTest1_1783519086508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3519086508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0AB6B4D-2DB5-2F2F-4EB2-3B8A070550B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8351908650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783519086508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ADB12E-3898-176E-E86D-1F4763AB9A0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6CC19A-FCC0-725D-CE17-01DFDCC7C1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C7F89B-C1E7-3BAF-94A9-955DD45AE33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AF12C6-0A94-2161-622B-A59DABF3C93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C39CA8-07A5-65C4-4343-1EEB255EE7C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2026-07-08T13:59:04Z</dcterms:modified>
</cp:coreProperties>
</file>