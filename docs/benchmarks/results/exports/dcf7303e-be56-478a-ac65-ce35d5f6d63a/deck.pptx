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28DCE9-FF3F-4816-BA67-72EDA4E1909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EE61F-1A99-4C96-86D5-9BC6F607EE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56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790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562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941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63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474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EE61F-1A99-4C96-86D5-9BC6F607EE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626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D23AE9-5505-1158-3316-40CB8413576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B7BD11-0293-5C60-D59A-0F72B38B43F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87B3B47-9CE5-7DCA-A528-25C175BF33A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97E6B7-7BAE-3C9A-C278-EC227FEA366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D180BE2-0600-8E83-D6D9-0C767F201F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C860FD-A1B6-8680-9919-EA56A914294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833E554-2C1E-CB98-0218-D6DB86D4692D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2BC396-91B9-F959-72B8-0A61495B0B8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B0E4AA-4655-ADED-FF7C-43C42382559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</vt:lpstr>
      <vt:lpstr>MiSans Demibold</vt:lpstr>
      <vt:lpstr>MiSans Normal</vt:lpstr>
      <vt:lpstr>MiSans ExtraLight</vt:lpstr>
      <vt:lpstr>等线</vt:lpstr>
      <vt:lpstr>MiSans Light</vt:lpstr>
      <vt:lpstr>等线 Light</vt:lpstr>
      <vt:lpstr>Arial</vt:lpstr>
      <vt:lpstr>MiSans Medium</vt:lpstr>
      <vt:lpstr>MiSans Semibold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2026-07-08T12:42:16Z</dcterms:modified>
</cp:coreProperties>
</file>