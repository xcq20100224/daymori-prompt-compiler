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ED60C-B763-4C11-B2D2-6E3CED70EB4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D1826-9A1A-4E73-980F-C9BECC127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11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1826-9A1A-4E73-980F-C9BECC12779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716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1826-9A1A-4E73-980F-C9BECC12779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660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1826-9A1A-4E73-980F-C9BECC12779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36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1826-9A1A-4E73-980F-C9BECC12779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75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1826-9A1A-4E73-980F-C9BECC12779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289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1826-9A1A-4E73-980F-C9BECC12779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889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36F00D-463A-C1C8-63E2-446560CB020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F19EC6F-0479-8E50-A90D-5209CD267FA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19CEF2-5AB7-77B3-2BC4-4F6A130CAC5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C9FA46-914E-CF61-8BF9-C2C532E06B5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F74AD4-174A-65C0-FB54-87C3564C2E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A24C21-96C4-412D-7C66-5CA253A47EB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ECC1A85-FA82-4785-4F80-0993DA8FDB2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FE9822-B11D-9301-AAFA-7DDB692EC05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E416C2-D76A-D14E-046A-47DD653E089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Arial</vt:lpstr>
      <vt:lpstr>MiSans Light</vt:lpstr>
      <vt:lpstr>MiSans Semibold</vt:lpstr>
      <vt:lpstr>等线</vt:lpstr>
      <vt:lpstr>等线 Light</vt:lpstr>
      <vt:lpstr>MiSans Medium</vt:lpstr>
      <vt:lpstr>MiSans Normal</vt:lpstr>
      <vt:lpstr>思源黑体 CN Normal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2026-07-08T04:57:20Z</dcterms:modified>
</cp:coreProperties>
</file>