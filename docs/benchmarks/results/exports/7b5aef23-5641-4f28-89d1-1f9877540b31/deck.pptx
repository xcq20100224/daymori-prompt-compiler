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FF00D-40BF-4D91-A5EF-F22B91E5D62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17B27-48A6-46A1-B122-FB31585EA6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808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06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228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167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678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17B27-48A6-46A1-B122-FB31585EA6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02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5F5425-0E58-5584-FB14-F5CC722B958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98780E-4692-6B1C-64E5-9095D028974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9D0BD4-5641-4E00-3D9D-A6DA6C18C7A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47FC19-621C-97F5-C6AE-C272D3FD0F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FF6CAC-73F0-2E7F-3E9A-9245809F4E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3AA910-D60C-15E3-71D8-727BBB7D5A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C151C3-8A56-4E44-7DA8-5D0C4D17F5B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608283-960F-9A1A-BE38-DC1F454381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F6E43D-E9C1-7818-87CE-F16354D61BA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2026-07-09T02:10:58Z</dcterms:modified>
</cp:coreProperties>
</file>