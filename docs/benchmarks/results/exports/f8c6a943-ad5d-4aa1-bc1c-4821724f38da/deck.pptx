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5053C-9DA0-47E9-AD2A-056788C1AD1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2A119-D058-4E63-8E0A-A0808797B8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4341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客户留存提升方案现状结构图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2A119-D058-4E63-8E0A-A0808797B89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867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复盘机制”四段链路， 先做高影响节点优化， 再扩展到中低频场景， 确保收益可量化。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2A119-D058-4E63-8E0A-A0808797B89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962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2A119-D058-4E63-8E0A-A0808797B89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557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2A119-D058-4E63-8E0A-A0808797B89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666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2A119-D058-4E63-8E0A-A0808797B89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876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2A119-D058-4E63-8E0A-A0808797B89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364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客户留存提升方案提案汇报：流程重构优先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9D7A36-EE25-F6CC-7CEF-199E676B38A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客户留存提升方案提案汇报：流程重构优先 客户留存提升方案提案汇报：流程重构优先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6058380-AA29-8723-6029-6B82807D8A8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7323DF-6DE5-E0D5-9274-55910435167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客户留存提升方案当前成本压力来自高频重复处理与人力峰值冗余，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边际成本随业务增长快速上升。需要通过自动化与分级处理优化成本结构。 图示：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围绕客户留存提升方案应优先拆解“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流量入口、问题分类、转接策略、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28A8A6-9B44-D442-8061-26A08A0E6DB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客户留存提升方案方案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阶段：梳理客户留存提升方案关键流程并设定标准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上线客户留存提升方案自动路由与协同规则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阶段：按复盘结果持续优化流程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1B61777-4A16-700A-F462-E737EDDD268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BA51CB-6F00-7446-6512-8A49AF8EDED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44A6928-4AC1-1F1B-3B3F-41E82B367D3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B1DA3AE-6353-FF81-38E2-C6580E9DD82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F8816F0-1F67-34DC-9BC8-759401510DE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441</Words>
  <Application>Microsoft Office PowerPoint</Application>
  <PresentationFormat>宽屏</PresentationFormat>
  <Paragraphs>72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2026-07-09T04:47:52Z</dcterms:modified>
</cp:coreProperties>
</file>