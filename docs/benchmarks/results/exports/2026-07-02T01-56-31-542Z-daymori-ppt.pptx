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???:????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????????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关键要点：F=ma ????? ｜ ???? N=kg�m/s� ｜ ??????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本页结论：????????；关键抓手：F=ma ?????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???:????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目标：????????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本页结论：????????；关键抓手：??????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演讲备注：??????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??????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?????? - ??</dc:title>
  <dc:subject>??</dc:subject>
  <dc:creator>Daymori</dc:creator>
  <cp:lastModifiedBy>Daymori</cp:lastModifiedBy>
  <cp:revision>1</cp:revision>
  <dcterms:created xsi:type="dcterms:W3CDTF">2026-07-02T01:56:31Z</dcterms:created>
  <dcterms:modified xsi:type="dcterms:W3CDTF">2026-07-02T01:56:31Z</dcterms:modified>
</cp:coreProperties>
</file>