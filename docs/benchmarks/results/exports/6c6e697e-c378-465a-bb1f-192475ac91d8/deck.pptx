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9D9EF1-CA9F-4C89-B17E-02319D5CFF7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6EC956-0066-4A87-95ED-A9706289C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318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EC956-0066-4A87-95ED-A9706289CE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976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EC956-0066-4A87-95ED-A9706289CE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804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EC956-0066-4A87-95ED-A9706289CE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61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EC956-0066-4A87-95ED-A9706289CE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476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EC956-0066-4A87-95ED-A9706289CE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01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EC956-0066-4A87-95ED-A9706289CE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317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38B14A-C5FA-3D1B-C3B2-D4D7E9864CD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E7C04DD-DA6B-BA1A-F143-B4DDCDA2A0B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555B69-623F-98D4-2A30-D085C92D981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58F8DE-B43B-DC88-6956-2AC539A1C7C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BBC147F-571F-0BDE-CB98-39BD5A35E7C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29B3F7-8485-5A81-9BB3-5F1CB0D670E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CB52FC-86EB-9262-F656-AB527C65676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707A3D-0CF0-939F-3FCF-0D0863314B1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24B061-722D-68CE-FDB3-4C73E982C36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等线</vt:lpstr>
      <vt:lpstr>Arial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2026-07-08T04:27:41Z</dcterms:modified>
</cp:coreProperties>
</file>