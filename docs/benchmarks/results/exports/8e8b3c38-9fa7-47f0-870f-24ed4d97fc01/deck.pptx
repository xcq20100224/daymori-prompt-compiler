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BC23B-A121-4940-B796-7125E0259C1D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71B50-294B-460B-9678-6DE002BD76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79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71B50-294B-460B-9678-6DE002BD76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700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71B50-294B-460B-9678-6DE002BD76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739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71B50-294B-460B-9678-6DE002BD76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11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71B50-294B-460B-9678-6DE002BD76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745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71B50-294B-460B-9678-6DE002BD76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872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71B50-294B-460B-9678-6DE002BD76D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13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1C1B8B-8196-619E-7FB6-CBFA685FF93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A6D864D-4D09-E8DF-505F-F8EF236D857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10352F-7BB4-05D3-23DB-34991C60FB9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C8FD30-E218-5372-191A-668B326BDDC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104AF1C-79E2-7DF3-5ADA-C7E09B0F78A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75AC77-B30A-2C02-D133-B859098B958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705D7A-8AEF-CF91-5352-7E2E98F9689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2E214F-056C-A995-104D-C7B02E11BF5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6001F2-8DB2-5182-FC09-938ECC08792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2026-07-09T04:40:23Z</dcterms:modified>
</cp:coreProperties>
</file>