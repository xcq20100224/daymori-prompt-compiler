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57AA7-360F-4935-AA49-8F78AB9E598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41A84-F1CA-4D54-A101-93ACAFB205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71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41A84-F1CA-4D54-A101-93ACAFB205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741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41A84-F1CA-4D54-A101-93ACAFB205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621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41A84-F1CA-4D54-A101-93ACAFB205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229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41A84-F1CA-4D54-A101-93ACAFB205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974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41A84-F1CA-4D54-A101-93ACAFB205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842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41A84-F1CA-4D54-A101-93ACAFB205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6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B55B1F-B118-8768-BEF4-B565E15FD36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1CE7862-1658-A865-7E79-2AF443CE433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40554F-6B0E-606C-9E1C-CC6C76DE930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CB919A-9DFC-0639-1901-0D1499E4F6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6423C2B-AE60-493C-2A7D-BC55245D773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C93749-EF85-F548-4BFA-6DCB2A8D5A6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87412A-3179-F9C0-E5B3-4790A3235BB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93E60D-B4F7-3C71-06EA-4A55F2E24B7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E33CC2-3586-EAC3-939F-B317E49DD19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2026-07-08T10:14:47Z</dcterms:modified>
</cp:coreProperties>
</file>