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6.xlsx"/></Relationships>
</file>

<file path=ppt/charts/_rels/chart1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7.xlsx"/></Relationships>
</file>

<file path=ppt/charts/_rels/chart10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8.xlsx"/></Relationships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