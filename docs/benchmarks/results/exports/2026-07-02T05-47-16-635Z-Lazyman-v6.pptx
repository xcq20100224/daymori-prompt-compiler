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79388-3C95-489C-95CC-DA79B8BCC2E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F87E4-5ECD-42E9-A80D-B22EC564A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346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F87E4-5ECD-42E9-A80D-B22EC564A81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707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F87E4-5ECD-42E9-A80D-B22EC564A81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633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F87E4-5ECD-42E9-A80D-B22EC564A8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530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F87E4-5ECD-42E9-A80D-B22EC564A81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631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F87E4-5ECD-42E9-A80D-B22EC564A81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025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F87E4-5ECD-42E9-A80D-B22EC564A8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107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F87E4-5ECD-42E9-A80D-B22EC564A81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97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F87E4-5ECD-42E9-A80D-B22EC564A81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358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F87E4-5ECD-42E9-A80D-B22EC564A81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0062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F87E4-5ECD-42E9-A80D-B22EC564A81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238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对齐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Lazyman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排版并避免占位泄漏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C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263</Words>
  <Application>Microsoft Office PowerPoint</Application>
  <PresentationFormat>宽屏</PresentationFormat>
  <Paragraphs>71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2026-07-02T05:47:16Z</dcterms:modified>
</cp:coreProperties>
</file>