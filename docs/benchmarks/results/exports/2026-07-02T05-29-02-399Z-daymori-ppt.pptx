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8EA0F8-337C-4DDD-8283-BB625E81189C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11FBDA-ADF6-497C-BF84-339162B563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507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1FBDA-ADF6-497C-BF84-339162B5639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602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1FBDA-ADF6-497C-BF84-339162B5639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16290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1FBDA-ADF6-497C-BF84-339162B5639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4164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1FBDA-ADF6-497C-BF84-339162B5639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07693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1FBDA-ADF6-497C-BF84-339162B5639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92013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1FBDA-ADF6-497C-BF84-339162B5639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46804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1FBDA-ADF6-497C-BF84-339162B5639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08496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1FBDA-ADF6-497C-BF84-339162B5639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046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建立私域留资漏斗优化学习动机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252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2026-07-02T05:29:02Z</dcterms:modified>
</cp:coreProperties>
</file>