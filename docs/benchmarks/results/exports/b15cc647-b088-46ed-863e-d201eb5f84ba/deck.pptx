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6E6EA-1E95-4B20-B15E-7823594C34A3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D6B783-2AC1-403E-B0FC-E0A6F2FC09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674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需要先完成问题分层与优先级重排。 图示：</a:t>
            </a:r>
            <a:r>
              <a:rPr lang="en-US" altLang="zh-CN"/>
              <a:t>AI</a:t>
            </a:r>
            <a:r>
              <a:rPr lang="zh-CN" altLang="en-US"/>
              <a:t>客服降本增效方案现状结构图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B783-2AC1-403E-B0FC-E0A6F2FC096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8113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B783-2AC1-403E-B0FC-E0A6F2FC096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6182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B783-2AC1-403E-B0FC-E0A6F2FC096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25213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B783-2AC1-403E-B0FC-E0A6F2FC096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3631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B783-2AC1-403E-B0FC-E0A6F2FC096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24353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6B783-2AC1-403E-B0FC-E0A6F2FC096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1749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B142F58-57FA-1D34-A858-B0B20594ECF3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8B4B0B1-D1C0-1F9F-5F10-2A3A7FC9E75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AFF3F747-8A86-583C-37C1-C432329D510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客服降本增效方案当前在目标达成、资源配置与执行路径上存在明显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瓶颈。若继续沿用现有方式，成本、效率与可持续性将同步承压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 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客服降本增效方案可将问题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拆为目标定义、流程协同、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CEC2461-6B50-5DAB-7C8B-871F19A5080A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2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2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方案建议采用“目标对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证”三层架构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客服降本增效方案试点并跟踪关键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案建立统一指标集，至少覆盖效率、质量、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9384DE8-4951-15D3-C961-BB3AECA2F39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B97357-FE22-A2C9-1F3D-1C4406DA59E6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0F0FCA8-6341-8D5C-4141-66442C87BC5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4D866D5-D727-8344-68E5-124430C40E5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E70C2C-3F74-7313-11E6-CAFE09A96EF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603</Words>
  <Application>Microsoft Office PowerPoint</Application>
  <PresentationFormat>宽屏</PresentationFormat>
  <Paragraphs>80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MiSans Medium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2026-07-09T02:12:52Z</dcterms:modified>
</cp:coreProperties>
</file>