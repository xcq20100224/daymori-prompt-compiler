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760BCF-4A11-4C92-B717-A39A486A02E8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36A229-C606-4CA9-B577-AB2C2C59A7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28935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结构示意图 图示：结构示意图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36A229-C606-4CA9-B577-AB2C2C59A79A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77969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结构示意图 执行动作与里程碑安排， 帮助读者快速理解问题背景、 方案价值与下一步推进优先级。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36A229-C606-4CA9-B577-AB2C2C59A79A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03976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结构示意图 执行动作与里程碑安排， 帮助读者快速理解问题 背景、 方案价值与下一步推进 优先级。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36A229-C606-4CA9-B577-AB2C2C59A79A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11116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执行要点图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36A229-C606-4CA9-B577-AB2C2C59A79A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16924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结构示意图 方案价值与下一步推进优先级。 图示： 结构示意图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36A229-C606-4CA9-B577-AB2C2C59A79A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0966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执行要点图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36A229-C606-4CA9-B577-AB2C2C59A79A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24320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用户画像洞察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BC0D540-BD09-5A1B-3DF8-A11C70BE7EC1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章节说明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AA263069-B539-E55E-1957-F96C3CA11C43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章节</a:t>
            </a:r>
            <a:r>
              <a:rPr lang="en-US" altLang="zh-CN"/>
              <a:t>02</a:t>
            </a:r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1BD43E6-5DB0-EF13-5243-6DFF11E51B2E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章节说明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3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用户画像洞察第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/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页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用户画像洞察第</a:t>
            </a: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/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页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图示：结构示意图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核心观点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章节说明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章节</a:t>
            </a:r>
            <a:r>
              <a:rPr lang="en-US" altLang="zh-CN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05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E943550-C0A1-32A4-611F-041E32000ABC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章节说明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用户画像洞察第</a:t>
            </a: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6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页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核心观点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图示：结构示意图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本页提供可直接用于汇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报的业务说明，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系统覆盖场景现状、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关键判断、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核心要点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阶段：先定义问题边界与目标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阶段：再明确关键动作与责任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阶段：最后确认指标与复盘机制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用户画像洞察第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7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页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用户画像洞察第</a:t>
            </a: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8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页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用户画像洞察第</a:t>
            </a: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9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页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400">
                <a:latin typeface="MiSans Normal" pitchFamily="2" charset="-122"/>
                <a:ea typeface="MiSans Normal" pitchFamily="2" charset="-122"/>
              </a:rPr>
              <a:t>核心要点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400">
                <a:latin typeface="MiSans Normal" pitchFamily="2" charset="-122"/>
                <a:ea typeface="MiSans Normal" pitchFamily="2" charset="-122"/>
              </a:rPr>
              <a:t>第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</a:rPr>
              <a:t>1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</a:rPr>
              <a:t>阶段：先定义问题边界与目标 第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</a:rPr>
              <a:t>2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</a:rPr>
              <a:t>阶段：</a:t>
            </a:r>
          </a:p>
          <a:p>
            <a:pPr algn="ctr"/>
            <a:r>
              <a:rPr lang="zh-CN" altLang="en-US" sz="1400">
                <a:latin typeface="MiSans Normal" pitchFamily="2" charset="-122"/>
                <a:ea typeface="MiSans Normal" pitchFamily="2" charset="-122"/>
              </a:rPr>
              <a:t>再明确关键动作与责任 第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</a:rPr>
              <a:t>3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</a:rPr>
              <a:t>阶段：最后确认指标与复盘机制</a:t>
            </a: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感谢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97241A1-67E0-6925-34E8-9E2F41146D87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288</Words>
  <Application>Microsoft Office PowerPoint</Application>
  <PresentationFormat>宽屏</PresentationFormat>
  <Paragraphs>60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Demibold</vt:lpstr>
      <vt:lpstr>MiSans Light</vt:lpstr>
      <vt:lpstr>思源黑体 CN Normal</vt:lpstr>
      <vt:lpstr>MiSans Normal</vt:lpstr>
      <vt:lpstr>MiSans Medium</vt:lpstr>
      <vt:lpstr>等线 Light</vt:lpstr>
      <vt:lpstr>Arial</vt:lpstr>
      <vt:lpstr>MiSans ExtraLight</vt:lpstr>
      <vt:lpstr>MiSans Semibold</vt:lpstr>
      <vt:lpstr>等线</vt:lpstr>
      <vt:lpstr>MiSans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2026-07-09T05:08:23Z</dcterms:modified>
</cp:coreProperties>
</file>