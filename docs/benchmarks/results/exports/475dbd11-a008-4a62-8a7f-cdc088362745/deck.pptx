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546FE-0214-4DE8-8C67-8DFB1CD8834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BBA5E-CCDB-4781-9EFE-27E492252D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854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BBA5E-CCDB-4781-9EFE-27E492252D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886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BBA5E-CCDB-4781-9EFE-27E492252D4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351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BBA5E-CCDB-4781-9EFE-27E492252D4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548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BBA5E-CCDB-4781-9EFE-27E492252D4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225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BBA5E-CCDB-4781-9EFE-27E492252D4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661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BBA5E-CCDB-4781-9EFE-27E492252D4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684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5400C9-851D-DEDE-9F5B-442BB409692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6F920C4-C66B-7E71-3CC0-A9929B47905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3DAC218-81C2-9D4A-B1F4-68A7BF99130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5B4AAF-DAF1-CEF9-6738-4C31C658142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AA85C8-0349-6A86-3B55-A393C4AF645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672D9A8-FDC5-4777-4100-4AEE0A1B09E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A66171F-9B9D-DA73-1CA4-851CC1A4BB9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03D224A-4A9E-F7B3-B0CE-96E9A32E308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CAD966-AFF2-EFD3-3E9B-05875A1962F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Semibold</vt:lpstr>
      <vt:lpstr>思源黑体 CN Normal</vt:lpstr>
      <vt:lpstr>等线</vt:lpstr>
      <vt:lpstr>MiSans Medium</vt:lpstr>
      <vt:lpstr>MiSans Normal</vt:lpstr>
      <vt:lpstr>等线 Light</vt:lpstr>
      <vt:lpstr>MiSans Demibold</vt:lpstr>
      <vt:lpstr>MiSans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2026-07-08T05:14:09Z</dcterms:modified>
</cp:coreProperties>
</file>