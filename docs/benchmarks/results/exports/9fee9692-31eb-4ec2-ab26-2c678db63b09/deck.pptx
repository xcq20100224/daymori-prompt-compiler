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E2CF3-A661-4C2C-9EA6-4F3F4532D3E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180CE-CA42-4B6B-A580-F69B766E6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10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48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84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437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161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180CE-CA42-4B6B-A580-F69B766E6E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84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1AC54C-03EF-070B-5AA2-C70A067DB54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402971-C7BB-FD9A-C3DC-AC4A5B5452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6F11DBE-1776-540C-1C29-945C4729805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401467-00C8-7429-22DE-B7B336C71A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8219FF-453B-2129-5BDB-EAD9A50BE0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B6F61F-1D4A-B769-31AE-5D0C38393F8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B46ABA-57B1-DE63-FEC9-BCD62742451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6CF3AE-961E-0716-8F00-7793B9662FB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D10C04-56C6-4F0C-C4C4-10F4C066CD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2026-07-08T13:03:13Z</dcterms:modified>
</cp:coreProperties>
</file>