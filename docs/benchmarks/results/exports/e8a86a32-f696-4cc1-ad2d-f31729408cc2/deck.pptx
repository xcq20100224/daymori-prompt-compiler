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8FA03-75BC-43FB-AF42-599C57B0F4C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15038-AD46-432C-A0F6-FE53C54EC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038-AD46-432C-A0F6-FE53C54EC4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471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038-AD46-432C-A0F6-FE53C54EC46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72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038-AD46-432C-A0F6-FE53C54EC46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84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038-AD46-432C-A0F6-FE53C54EC46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48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038-AD46-432C-A0F6-FE53C54EC46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49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038-AD46-432C-A0F6-FE53C54EC4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40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E1473C-50CB-FEB5-119A-B064E2DF480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47705CE-0F7F-5EE3-1806-B3907499E5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4B0F8B-CF93-1BC2-9EC1-FE7D6DEB464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D5BCE8-2B86-4D8B-1A94-D4ED678315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31DC9B-A0C0-FAD3-6C0C-5E6C2D65C0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7FE38B-7A5E-3B2A-06DE-408C0E5659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5FC988-CF01-4FCE-207D-2C13A691BBC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3CDB49-9FBF-4FB6-9F4B-EE3A3C2817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F2015C-0A00-2904-C344-B24F5494F84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2026-07-07T08:20:39Z</dcterms:modified>
</cp:coreProperties>
</file>