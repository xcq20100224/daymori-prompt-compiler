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BEFCE-8D08-4AFB-AE4B-B412BCFCF6E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AC094-D978-4588-8FFF-3253F79BA3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41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AC094-D978-4588-8FFF-3253F79BA38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21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AC094-D978-4588-8FFF-3253F79BA38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046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AC094-D978-4588-8FFF-3253F79BA38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316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AC094-D978-4588-8FFF-3253F79BA38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12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AC094-D978-4588-8FFF-3253F79BA38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935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AC094-D978-4588-8FFF-3253F79BA3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63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AC094-D978-4588-8FFF-3253F79BA3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767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AC094-D978-4588-8FFF-3253F79BA3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85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建立新品上市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90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天战役学习动机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2026-07-02T05:23:47Z</dcterms:modified>
</cp:coreProperties>
</file>