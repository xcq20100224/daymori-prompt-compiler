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9800C-47F2-439F-A3CD-F68C51CAE82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C6A02-25AD-4269-9CC1-552DDCB24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52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90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901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8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251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891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14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514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C6A02-25AD-4269-9CC1-552DDCB2499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09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2026-07-02T05:18:44Z</dcterms:modified>
</cp:coreProperties>
</file>