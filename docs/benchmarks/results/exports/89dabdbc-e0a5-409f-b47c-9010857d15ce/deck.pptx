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7E22D-8D60-4CFB-8D7D-C3268D0F27D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C11EB-13DE-4A2B-9D51-E607EA454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526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C11EB-13DE-4A2B-9D51-E607EA45415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513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C11EB-13DE-4A2B-9D51-E607EA45415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08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C11EB-13DE-4A2B-9D51-E607EA45415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846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C11EB-13DE-4A2B-9D51-E607EA45415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919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C11EB-13DE-4A2B-9D51-E607EA45415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189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C11EB-13DE-4A2B-9D51-E607EA45415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080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F0BB3C-1329-EBD7-7C11-984478E3F8C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69F4186-B550-9934-76A0-569683D29B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17597D-24B7-8EC0-90C2-7BA833E6397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370338-C3A9-A3E4-B43A-C00AB64ED4D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BF6D47-F613-16BA-4666-3F998B932B5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863090-59FE-AA7E-3935-912EE089AA6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9574C0-43D8-1C65-B4FF-B4B196A6C9A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D02506-7159-C93C-2476-70A52B2A221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983C6C-15C9-8627-6AA7-3EB5E098F67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2026-07-09T02:41:49Z</dcterms:modified>
</cp:coreProperties>
</file>