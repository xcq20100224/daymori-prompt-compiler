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B5631-23C7-4347-B1E8-024AFC62612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4B29B-5742-49A9-B084-95273B6F4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87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82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506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27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257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05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4B29B-5742-49A9-B084-95273B6F4F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09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321EE5-20CA-8FAF-5938-A82215F910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BCB34C-EBFB-8078-A1B4-EBEA9BC734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59A1A3-557F-451E-1287-751FF01A7AF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1E20D6-6194-3DDE-07A4-4401C30132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A26BAE-2301-4A43-3A5D-C45134BCA1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3A7D9C-EAE5-417B-22BF-8C5EE3C9C50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67416A-3E15-9FC4-A6E8-6519ABC38B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AA021-3B19-C941-62F2-5EE5F03FE30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88AF97-EA61-9ADC-1C48-AA81911BB0A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2026-07-07T08:37:58Z</dcterms:modified>
</cp:coreProperties>
</file>