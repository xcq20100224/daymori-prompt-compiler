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9B143-693A-4EF7-99C8-906465A3F64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4E8866-8AC5-4522-B86E-4E8B0B9E32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98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E8866-8AC5-4522-B86E-4E8B0B9E32F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832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E8866-8AC5-4522-B86E-4E8B0B9E32F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022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E8866-8AC5-4522-B86E-4E8B0B9E32F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201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E8866-8AC5-4522-B86E-4E8B0B9E32F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965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E8866-8AC5-4522-B86E-4E8B0B9E32F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5198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E8866-8AC5-4522-B86E-4E8B0B9E32F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7641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8C7A40C-5CB2-F02A-A3A7-26E3F6F073D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7F5E233-E3F0-4481-AF1F-C0959F0F7C8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E0AC55D-9E73-3DEC-1C5E-1B8E28362E5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52A24C-4C55-9F33-2484-DC59479CFC6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5C7FE6B-C9C8-87CE-4E9C-AB5B28126DC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D8E673-64A0-F9BE-6079-70EE24AB418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6A22F90-0DB1-0796-BA3B-DCF5F00235D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761534D-5A99-4457-984E-2497B67637B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5C345B-09BA-86BA-4868-C0B65686002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</vt:lpstr>
      <vt:lpstr>MiSans ExtraLight</vt:lpstr>
      <vt:lpstr>等线</vt:lpstr>
      <vt:lpstr>MiSans Light</vt:lpstr>
      <vt:lpstr>等线 Light</vt:lpstr>
      <vt:lpstr>MiSans Semibold</vt:lpstr>
      <vt:lpstr>思源黑体 CN Normal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2026-07-08T12:45:11Z</dcterms:modified>
</cp:coreProperties>
</file>