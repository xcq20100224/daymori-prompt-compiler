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F02CC-1011-431E-9BA7-A3A87D36240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969C7-C9C6-43A5-9141-63988525B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35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69C7-C9C6-43A5-9141-63988525B1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903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69C7-C9C6-43A5-9141-63988525B1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600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69C7-C9C6-43A5-9141-63988525B1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509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69C7-C9C6-43A5-9141-63988525B1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33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69C7-C9C6-43A5-9141-63988525B1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163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69C7-C9C6-43A5-9141-63988525B1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217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26D01E-EEA8-FB47-6351-76939CDDEC5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0A37F4F-05C9-2D98-23A8-9A1A76D5A59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4B61A36-F94B-12FB-0857-1B4AC34DA10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7BB82E-0FAB-ACE4-5DF9-9FB377976B8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824282-DD06-47A2-A951-E9C2C0132EC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91AD93-4B95-3B14-E7EC-11C8D0496D4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CA9FBB-0B66-524E-44F7-0C30BD21EDE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8B224A-3625-B3DB-3CE8-E2F12A81270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43BBD5-E822-756A-5DE2-83371202568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2026-07-08T04:51:30Z</dcterms:modified>
</cp:coreProperties>
</file>