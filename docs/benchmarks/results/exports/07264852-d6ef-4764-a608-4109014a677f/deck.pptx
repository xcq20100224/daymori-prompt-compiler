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83F46C-1071-4AB4-8C3C-1DCED590DC65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39EAAE-FD11-46E1-A318-AAB403C8D0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048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9EAAE-FD11-46E1-A318-AAB403C8D0F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70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9EAAE-FD11-46E1-A318-AAB403C8D0F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051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9EAAE-FD11-46E1-A318-AAB403C8D0F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953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9EAAE-FD11-46E1-A318-AAB403C8D0F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0114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9EAAE-FD11-46E1-A318-AAB403C8D0F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8872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9EAAE-FD11-46E1-A318-AAB403C8D0F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2907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081A708-CE4D-0183-5958-B436E623477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16999A1-C800-7ABD-8A28-1040C9CDA49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3E184F1-6982-FCDB-A60A-05358B3A0DD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E8CE468-8F0F-E9ED-27A2-0026133D073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F4E364E-CBA5-F295-4215-BDEBCADE05B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CD8E5D4-D04B-8282-3C5A-6B5DBAB5D31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AEA0C35-2326-1DDC-807A-9B57F889797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5015E6F-DD83-450E-1384-52B55B77424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4A8E016-EF7D-07EB-E3CC-AA84C648AB9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2026-07-07T08:31:39Z</dcterms:modified>
</cp:coreProperties>
</file>