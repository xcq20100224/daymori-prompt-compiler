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D37CA4-D72F-42AB-BF32-A9CEE693CF01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3A3241-A08D-4E42-96EE-6187CE9D23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45413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需要先完成问题分层与优先级重排。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3A3241-A08D-4E42-96EE-6187CE9D235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43582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3A3241-A08D-4E42-96EE-6187CE9D235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58904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3A3241-A08D-4E42-96EE-6187CE9D235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00496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3A3241-A08D-4E42-96EE-6187CE9D235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76599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3A3241-A08D-4E42-96EE-6187CE9D235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94832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3A3241-A08D-4E42-96EE-6187CE9D2354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12359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5FDDA7-39CC-12ED-F2B2-E17364B97A5B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832E1249-97B4-CDA1-D20A-475C1DDE0513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0E0EC37-68C9-50BE-548E-2C2B46180CAC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客服降本增效方案当前在目标达成、资源配置与执行路径上存在明显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瓶颈。若继续沿用现有方式，成本、效率与可持续性将同步承压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客服降本增效方案可将问题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拆为目标定义、流程协同、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68426A0-ADB7-3B5E-AF25-BAE553D8C1B3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方案建议采用“目标对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证”三层架构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客服降本增效方案试点并跟踪关键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07E15BA-17A8-0E48-8BCE-4C40113C145D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D0A6222-A2FD-06A4-C9A9-D12824565B4D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714BA5A-4478-5AB1-E41F-C75C217E40F7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541F374-2139-0B63-04FA-4AE85A777C39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BE4BD87-5ED7-D0A4-983A-36051BD20030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603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等线 Light</vt:lpstr>
      <vt:lpstr>MiSans</vt:lpstr>
      <vt:lpstr>MiSans Demibold</vt:lpstr>
      <vt:lpstr>MiSans ExtraLight</vt:lpstr>
      <vt:lpstr>MiSans Light</vt:lpstr>
      <vt:lpstr>MiSans Semibold</vt:lpstr>
      <vt:lpstr>思源黑体 CN Normal</vt:lpstr>
      <vt:lpstr>MiSans Medium</vt:lpstr>
      <vt:lpstr>MiSans Normal</vt:lpstr>
      <vt:lpstr>Arial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2026-07-09T02:15:49Z</dcterms:modified>
</cp:coreProperties>
</file>