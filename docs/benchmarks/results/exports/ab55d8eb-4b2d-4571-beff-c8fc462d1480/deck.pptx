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3867E4-6952-4821-9B41-BC172BA4D7D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684B3-5DFB-4E8A-9726-5FD5E89048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931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咖啡店选址方案现状结构图 先级重排。 图示：咖啡店选址方案现状结构图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684B3-5DFB-4E8A-9726-5FD5E890487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0778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咖啡店选址方案问题分层卡片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684B3-5DFB-4E8A-9726-5FD5E890487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678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咖啡店选址方案方案架构图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684B3-5DFB-4E8A-9726-5FD5E890487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160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684B3-5DFB-4E8A-9726-5FD5E890487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6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684B3-5DFB-4E8A-9726-5FD5E890487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908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684B3-5DFB-4E8A-9726-5FD5E890487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5121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咖啡店选址方案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咖啡店选址方案提案汇报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808F985-1B3B-E3A9-7E69-02A6709B25E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咖啡店选址方案提案汇报 咖啡店选址方案提案汇报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咖啡店选址方案的核心约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BFC92CA-074D-3AB7-2974-04EAD500B7F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4DA487F-4638-6292-A934-0EED8FCF3FE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咖啡店选址方案的核心约束与机会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咖啡店选址方案当前在目标达成、资源配置与执行路径上存在明显瓶颈。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图示：咖啡店选址方案问题分层卡片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围绕咖啡店选址方案可将问题拆为目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咖啡店选址方案的分阶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734D31-03CD-A0DB-2547-9280EAD0C94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咖啡店选址方案的分阶段落地方案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咖啡店选址方案方案建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咖啡店选址方案方案架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构图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阶段：明确咖啡店选址方案目标与边界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完成咖啡店选址方案试点并跟踪关键指标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建议围绕咖啡店选址方案建立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3BC3C7C-BB5E-6946-62B0-7372977E9E8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70F3901-6490-A70A-D69B-E26F2340351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E9366B7-2F85-1847-B80D-BE0FBF8504D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6D4C8F9-1302-8AE9-83AA-8478B80BDEB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8459B44-579A-C813-F33F-1F0DBB5A4DC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579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2026-07-08T10:35:14Z</dcterms:modified>
</cp:coreProperties>
</file>