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11AE9-46EB-454A-AF3C-E7D31F14303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794C84-582A-4B98-B618-2B89DF5347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36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94C84-582A-4B98-B618-2B89DF5347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391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94C84-582A-4B98-B618-2B89DF5347D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332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94C84-582A-4B98-B618-2B89DF5347D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403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94C84-582A-4B98-B618-2B89DF5347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791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94C84-582A-4B98-B618-2B89DF5347D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414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94C84-582A-4B98-B618-2B89DF5347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397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5B5B0C-9B0B-B90C-CA91-1795FA787D2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B420C7D-9895-CBC3-8732-FE524659C5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C634BB-217E-6912-F870-4BCE59A938A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A909CE-E6F3-174E-F17F-908036E2560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6BEAC8-A524-EF11-C31B-1175D1A3B83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084520-DC45-0A8C-6FA0-335725DCD59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CDAEF2-6EAC-5260-17EC-6B936AB04F4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07321D1-F787-531C-D419-7D05511C265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6B8174-B302-48CA-1367-3823528000D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2026-07-07T08:37:22Z</dcterms:modified>
</cp:coreProperties>
</file>