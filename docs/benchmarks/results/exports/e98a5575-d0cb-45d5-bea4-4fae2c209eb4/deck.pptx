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DBCD2-A90E-4783-BDCB-B3324C99937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EA61DD-71A9-472A-8B14-AC37B5FD54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79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A61DD-71A9-472A-8B14-AC37B5FD54A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338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A61DD-71A9-472A-8B14-AC37B5FD54A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522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A61DD-71A9-472A-8B14-AC37B5FD54A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879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A61DD-71A9-472A-8B14-AC37B5FD54A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137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A61DD-71A9-472A-8B14-AC37B5FD54A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723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A61DD-71A9-472A-8B14-AC37B5FD54A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658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DFFB37-867B-74D5-2ABB-2B9AC75361E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92522D3-A409-4D73-4513-A56BF23D51F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F906CBF-B83B-215F-7A35-C3FBDB63744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88F2F1-93A3-1CA0-BA31-46DDF850B79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F7BEAE-D098-0810-FEA7-9D759996A18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13F3FA-7C74-92D7-1961-7ADD2798699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1BC85A-9546-E6AE-7020-D15D52E58E3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36A13D7-ABA1-CAB9-C58C-BF596AA1CAE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84F31D-A3C1-58D6-2877-E50887B919D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MiSans</vt:lpstr>
      <vt:lpstr>Arial</vt:lpstr>
      <vt:lpstr>MiSans ExtraLight</vt:lpstr>
      <vt:lpstr>MiSans Demibold</vt:lpstr>
      <vt:lpstr>MiSans Semibold</vt:lpstr>
      <vt:lpstr>等线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2026-07-08T05:03:42Z</dcterms:modified>
</cp:coreProperties>
</file>