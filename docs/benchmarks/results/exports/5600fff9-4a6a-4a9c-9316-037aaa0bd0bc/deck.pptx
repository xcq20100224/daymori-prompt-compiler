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C4D7B5-AC79-4A66-9DC4-0AC663722D43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D29A40-B412-4180-845E-0FA21C6E34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9425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29A40-B412-4180-845E-0FA21C6E34B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6060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29A40-B412-4180-845E-0FA21C6E34B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3077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29A40-B412-4180-845E-0FA21C6E34B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4973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29A40-B412-4180-845E-0FA21C6E34B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494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29A40-B412-4180-845E-0FA21C6E34B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1456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29A40-B412-4180-845E-0FA21C6E34B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2114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B63139F-9FE6-141B-7DD6-2625E0C2D8E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80F42E1-2268-91E2-51DE-F2B2D6BAE5D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765DDB7-EDF6-7251-584F-52C819FFE74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07FDDB2-759F-6766-584D-54A2D5AD07C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56B1D14-BB7E-F0D9-5581-768842A27CA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9EB4976-D6ED-3D50-5179-C49A481E82C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9823DFD-2C96-3281-BC1A-37C5C4AC74A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5E48552-035C-C195-3BB5-27962160E76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FC6A9C2-0DC8-F70E-FABD-F1E430C1FA5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等线</vt:lpstr>
      <vt:lpstr>MiSans Normal</vt:lpstr>
      <vt:lpstr>MiSans Medium</vt:lpstr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2026-07-07T07:53:08Z</dcterms:modified>
</cp:coreProperties>
</file>