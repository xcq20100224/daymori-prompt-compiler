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D12FC-F2ED-4FA6-83C0-97280A58F19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9092F-3776-45B2-82B4-38A8E783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64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6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584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355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174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57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092F-3776-45B2-82B4-38A8E783B8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81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7C5524-B20C-C0E4-F698-F64AB217F61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4E1DB88-61A4-6E32-4BEF-B5BDD3BE16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94778C-C594-6555-ACC3-5E91C35071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7F546F-9877-B19C-B761-3D09210F77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EAF3E3-61D8-8320-1A85-0BA65BB9984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34170D-6CEB-4A7C-D7B4-F5EC8BE5B18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4C0CC3-FE20-FC90-CF7D-BD4B5897E9A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F1664C-F5DE-4FE1-6B50-A339611BB18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E0C920-E958-47EB-0BD3-2D57634535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Semibold</vt:lpstr>
      <vt:lpstr>思源黑体 CN Normal</vt:lpstr>
      <vt:lpstr>MiSans</vt:lpstr>
      <vt:lpstr>MiSans Demibold</vt:lpstr>
      <vt:lpstr>MiSans Normal</vt:lpstr>
      <vt:lpstr>Arial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2026-07-09T02:20:57Z</dcterms:modified>
</cp:coreProperties>
</file>