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标题明确</c:v>
                  </c:pt>
                  <c:pt idx="1">
                    <c:v>正文可读</c:v>
                  </c:pt>
                  <c:pt idx="2">
                    <c:v>结构完整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覆盖率&gt;=98%</c:v>
                  </c:pt>
                  <c:pt idx="1">
                    <c:v>空白页=0</c:v>
                  </c:pt>
                  <c:pt idx="2">
                    <c:v>占位符页=0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failedSlides</c:v>
                  </c:pt>
                  <c:pt idx="1">
                    <c:v>原因聚类</c:v>
                  </c:pt>
                  <c:pt idx="2">
                    <c:v>Top2问题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layout pass</c:v>
                  </c:pt>
                  <c:pt idx="1">
                    <c:v>content pass</c:v>
                  </c:pt>
                  <c:pt idx="2">
                    <c:v>发布允许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导入：发布门禁验证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建立上下文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关键要点：目标对齐 ｜ 范围明确 ｜ 验收标准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本页结论：建立上下文；关键抓手：目标对齐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目标定义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目标：明确输出边界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本页结论：明确输出边界；关键抓手：布局合规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布局合规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内容合规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演讲备注：指标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目标：确保内容覆盖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本页结论：确保内容覆盖；关键抓手：标题明确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标题明确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正文可读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结构完整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要点图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演讲备注：要点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证据与指标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目标：量化质量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本页结论：量化质量；关键抓手：覆盖率&gt;=98%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覆盖率&gt;=98%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空白页=0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占位符页=0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指标图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演讲备注：硬门禁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问题定位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目标：识别失败页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本页结论：识别失败页；关键抓手：failedSlides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failedSlides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原因聚类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Top2问题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诊断图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演讲备注：定位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修复策略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目标：最小副作用修复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本页结论：最小副作用修复；关键抓手：仅修失败页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仅修失败页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保留通过页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减少漂移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修复图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演讲备注：修复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发布判定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目标：双门禁通过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本页结论：双门禁通过；关键抓手：layout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layout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发布允许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判定图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演讲备注：判定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目标：执行发布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本页结论：执行发布；关键抓手：门禁通过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输出归档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进入发布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结论卡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发布门禁验证 - 发布门禁</dc:title>
  <dc:subject>发布门禁</dc:subject>
  <dc:creator>Daymori</dc:creator>
  <cp:lastModifiedBy>Daymori</cp:lastModifiedBy>
  <cp:revision>1</cp:revision>
  <dcterms:created xsi:type="dcterms:W3CDTF">2026-07-02T08:18:58Z</dcterms:created>
  <dcterms:modified xsi:type="dcterms:W3CDTF">2026-07-02T08:18:58Z</dcterms:modified>
</cp:coreProperties>
</file>