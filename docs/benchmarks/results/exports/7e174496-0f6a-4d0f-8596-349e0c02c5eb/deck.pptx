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BEFB0-5839-43FE-9473-8708BEE5471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62903-5F55-481F-9D90-44C7434C5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48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188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866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2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27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45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62903-5F55-481F-9D90-44C7434C50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91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A2240B-E480-266C-6FD4-D29D25A7F62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32DF46C-A505-185C-E3A3-5F0430D0FFD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018C2F-D7BA-5513-EB92-99673FAEE68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5CD12E-26A0-147C-7A7C-2BBA0A5A679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485959-AEE1-58A4-2825-DEAA684A3F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90099B-32FE-CC52-1DF0-6CE7A329581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4A5B93-DC61-B925-37A3-F13FBCEC950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FEEF1D-923F-0607-8DCD-72DAF6FEDC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81B3B6-7F0C-EE8A-1FBB-9266FF4DAB5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2026-07-07T08:17:55Z</dcterms:modified>
</cp:coreProperties>
</file>