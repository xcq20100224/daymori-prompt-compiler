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C6DEEF-1566-466C-9338-409D190D8601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C8EEB6-7672-410D-A392-312C8E8CE8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5704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用户增长策略现状结构图 先级重排。 图示：用户增长策略现状结构图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8EEB6-7672-410D-A392-312C8E8CE8F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45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用户增长策略问题分层卡片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8EEB6-7672-410D-A392-312C8E8CE8F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77399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用户增长策略方案架构图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8EEB6-7672-410D-A392-312C8E8CE8F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8572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8EEB6-7672-410D-A392-312C8E8CE8F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6263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8EEB6-7672-410D-A392-312C8E8CE8F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64699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8EEB6-7672-410D-A392-312C8E8CE8F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90236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用户增长策略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用户增长策略提案汇报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CF70DDE-2EE6-8868-F400-8C65AF6B4D9E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用户增长策略提案汇报 用户增长策略提案汇报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用户增长策略的核心约束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0F397A54-4B4B-3739-7C4B-D1EECFB367E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43CF821-CB96-CE6E-CEBD-36385250425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用户增长策略的核心约束与机会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用户增长策略当前在目标达成、资源配置与执行路径上存在明显瓶颈。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图示：用户增长策略问题分层卡片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围绕用户增长策略可将问题拆为目标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用户增长策略的分阶段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4D96A14-3673-966A-D74B-310ED7C80FBB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用户增长策略的分阶段落地方案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用户增长策略方案建议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采用“目标对齐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效果验证”三层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用户增长策略方案架构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 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阶段：明确用户增长策略目标与边界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完成用户增长策略试点并跟踪关键指标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建议围绕用户增长策略建立统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EA9D36E-7300-2360-B407-EAD977935937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FCE003B-A29F-A5D5-ADAC-ED1059A22B02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AB8F0FA-B4DD-0DA5-8CBD-FE5ACFCA53CD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89BF745-58B0-3C9A-54E8-CC720088FF0D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35448CD-6400-2FC9-5963-B6E35810B8A8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575</Words>
  <Application>Microsoft Office PowerPoint</Application>
  <PresentationFormat>宽屏</PresentationFormat>
  <Paragraphs>89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 Light</vt:lpstr>
      <vt:lpstr>MiSans ExtraLight</vt:lpstr>
      <vt:lpstr>MiSans Semibold</vt:lpstr>
      <vt:lpstr>MiSans</vt:lpstr>
      <vt:lpstr>MiSans Demibold</vt:lpstr>
      <vt:lpstr>等线</vt:lpstr>
      <vt:lpstr>Arial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2026-07-08T10:33:53Z</dcterms:modified>
</cp:coreProperties>
</file>