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C2FC0B-8C52-4455-99ED-C993BFBAE38E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1C6663-41BC-4C7D-A0D9-420F2B0EF3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3066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C6663-41BC-4C7D-A0D9-420F2B0EF3A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3824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C6663-41BC-4C7D-A0D9-420F2B0EF3A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70558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C6663-41BC-4C7D-A0D9-420F2B0EF3A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91841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C6663-41BC-4C7D-A0D9-420F2B0EF3A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35789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C6663-41BC-4C7D-A0D9-420F2B0EF3A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02416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C6663-41BC-4C7D-A0D9-420F2B0EF3A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0247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E98A65B-FDF3-ABB0-585B-1C30F5E6F22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97E5CE6-5946-B1E8-8D6B-1FEF49BCEE0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2F5DF7F-CDA7-15E5-1D71-C7AD3D88A65F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4BDD3C9-E123-7F9A-C70A-AC9F0F703CA5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7580234-2176-2CF1-4E21-CC1386655A52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F8DD54C-A165-3F94-AB94-64B6FA1EC8A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8FF6C2F-AD44-FC56-AC12-CFC5FFF8BC4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13DEC6C-AEEC-69FF-ADB7-3ABE8EDB6AD0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337776C-4A06-6FF4-CAB1-7EC1CEEE073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等线</vt:lpstr>
      <vt:lpstr>MiSans Light</vt:lpstr>
      <vt:lpstr>思源黑体 CN Normal</vt:lpstr>
      <vt:lpstr>MiSans Normal</vt:lpstr>
      <vt:lpstr>MiSans Medium</vt:lpstr>
      <vt:lpstr>等线 Light</vt:lpstr>
      <vt:lpstr>MiSans ExtraLight</vt:lpstr>
      <vt:lpstr>Arial</vt:lpstr>
      <vt:lpstr>MiSans Semibold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2026-07-07T07:49:37Z</dcterms:modified>
</cp:coreProperties>
</file>