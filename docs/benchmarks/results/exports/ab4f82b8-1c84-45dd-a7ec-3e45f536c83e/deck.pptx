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E81702-489C-45CB-AB1C-D2D05AD96C8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A71B8-30A6-46EF-A503-42ABC4CFB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845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用户增长运营现状结构图 优先级重排。 图示：用户增长运营现状结构图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A71B8-30A6-46EF-A503-42ABC4CFBC4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151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用户增长运营问题分层卡片 执行能力与反馈闭环四个层面。 先聚焦高频高影响环节， 再逐步覆盖复杂场景， 可显著降低试点风险。 图示： 用户增长运营问题分层卡片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A71B8-30A6-46EF-A503-42ABC4CFBC4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719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用户增长运营方案架构图 建设， 再通过迭代机制优化质 量， 形成可复制的执行闭环。 图示： 用户增长运营方案架构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A71B8-30A6-46EF-A503-42ABC4CFBC4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656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A71B8-30A6-46EF-A503-42ABC4CFBC4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084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A71B8-30A6-46EF-A503-42ABC4CFBC4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962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A71B8-30A6-46EF-A503-42ABC4CFBC4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157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用户增长运营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8AEB7D4-15BC-A920-379B-912FA6454BD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用户增长运营提案汇报 用户增长运营提案汇报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用户增长运营的核心约束与机会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A4748B8-5721-AD40-12ED-C523E7AFEBC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4F44F17-FB8D-82C6-846A-06926622B71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用户增长运营当前在目标达成、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围绕用户增长运营可将问题拆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07C181A-0CE9-3664-5E46-5CB75801FCE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A35E86-1879-5F0C-9F26-533EABBBB6B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围绕用户增长运营可将问题拆为目标定义、流程协同、执行能力与反馈闭环四个层面。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用户增长运营的分阶段落地方案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A31D00-BADD-03DE-3698-01771EC5994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用户增长运营方案建议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89D80D-FE8C-AF0F-ED80-616CD78D504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阶段：明确用户增长运营目标与边界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阶段：完成用户增长运营试点并跟踪关键指标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建议围绕用户增长运营建立统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390E74-AE07-73CC-619B-DB2EABFDD5C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EA805D-62E4-5760-DE95-C50AB22D65B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建议围绕用户增长运营建立统一指标集，至少覆盖效率、质量、成本与稳定性四类指标。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D110A05-D376-CCCB-F1C0-989CE08DFA7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39E036-6878-C886-4BFD-917738544A4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5B31F2-9A8D-3775-7337-8564E2CC942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6947137-1945-1E9C-3AB9-6B2D3D46DBB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19375AD-8565-39B9-A3FA-B5CDE4F9500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09DD1B-82DE-7448-830E-C205003CA6C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7DFA8C7-1FE7-E090-3A11-B9DE092BC8F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思源黑体 CN Normal</vt:lpstr>
      <vt:lpstr>MiSans Normal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2026-07-08T14:18:12Z</dcterms:modified>
</cp:coreProperties>
</file>