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172DAB-407B-443B-8971-905EB62CB03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944AB-9621-47BC-B109-AD6B62F738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12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944AB-9621-47BC-B109-AD6B62F738B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17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944AB-9621-47BC-B109-AD6B62F738B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887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944AB-9621-47BC-B109-AD6B62F738B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364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944AB-9621-47BC-B109-AD6B62F738B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939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944AB-9621-47BC-B109-AD6B62F738B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019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944AB-9621-47BC-B109-AD6B62F738B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896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D94304-2AB3-08E0-9E66-3198B58485F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5A574BA-7CB9-B4A0-0408-07AA379DDA8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D69134B-1A4C-C87C-B231-42F8E89D1B7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241DAD-2E1B-DF69-BF91-C983A08260F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B51C81-BF72-856F-6DFC-5F7121CF7DC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8D6B9F-71DB-B87D-83EF-CEBC8ABFBC6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43D6DD1-58E9-01C3-4E79-5903178CD9F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FB37F8D-78AF-952E-FB3A-F02BA4979BF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4744F7-0349-992E-29D6-8776995E2DB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2026-07-07T08:45:53Z</dcterms:modified>
</cp:coreProperties>
</file>