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89EFCB-565F-4293-BB10-9C8C597DEB02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955515-1255-40BD-AD66-8D9AD3D97C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1819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55515-1255-40BD-AD66-8D9AD3D97C4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60586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55515-1255-40BD-AD66-8D9AD3D97C4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69864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55515-1255-40BD-AD66-8D9AD3D97C4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95447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55515-1255-40BD-AD66-8D9AD3D97C4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49431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55515-1255-40BD-AD66-8D9AD3D97C4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7550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55515-1255-40BD-AD66-8D9AD3D97C4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2964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04D451B-CA60-AFE4-033A-438BAB44AC1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113DDEA-CFB5-840A-75F5-BE20D1780C4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7F8DF2D-C4B9-8E42-4F58-2AADE869099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F75E693-1FD7-E18B-D1A7-54F4D67D170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46ABBB9-6C5C-729B-EB85-04E765F5A1A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513984F-C0D6-9CFC-00DA-18C42E61622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2958046-12E7-7915-A433-0337212BCD7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982590B-4267-12FC-132F-DC444ADFA17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AC5D089-1320-226F-E016-1BFDC1A46B1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2026-07-07T08:28:06Z</dcterms:modified>
</cp:coreProperties>
</file>