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E6E84-C7B6-4FBC-9513-B22F84BB3BE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61D20-3010-493E-A128-5D6EE903AA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197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1D20-3010-493E-A128-5D6EE903AA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723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1D20-3010-493E-A128-5D6EE903AA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801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1D20-3010-493E-A128-5D6EE903AA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624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1D20-3010-493E-A128-5D6EE903AA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446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1D20-3010-493E-A128-5D6EE903AA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642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1D20-3010-493E-A128-5D6EE903AA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27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E6024E-7E65-5B37-CA65-0F7B793435E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84910A5-7CE5-A783-3798-C4BB0046D6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FB60994-B8F5-3F1F-3E05-AE02CE2BFFF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BF91E3-B7F7-B0DC-974D-07ED3FDBEB6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9A80C7-E952-2C9A-729C-10CF7F460EC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C1E4A8-BC7A-D3F2-954F-A6D14B9D554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DD5F69-94FB-058B-C48C-35A4BABDE22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41763E-913E-2947-D046-5DDDF59A566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FBE32C-5B9B-40EF-AA12-433A64B394B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2026-07-08T12:49:12Z</dcterms:modified>
</cp:coreProperties>
</file>