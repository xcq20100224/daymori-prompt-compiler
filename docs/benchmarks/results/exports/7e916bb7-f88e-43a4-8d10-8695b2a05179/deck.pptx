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FF01B8-147A-4291-9404-F09FCB75765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FDCB1D-8AA8-44F0-B56B-72335DC624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21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用户增长策略现状结构图 先级重排。 图示：用户增长策略现状结构图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DCB1D-8AA8-44F0-B56B-72335DC6245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827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DCB1D-8AA8-44F0-B56B-72335DC6245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169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DCB1D-8AA8-44F0-B56B-72335DC6245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46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DCB1D-8AA8-44F0-B56B-72335DC6245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785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DCB1D-8AA8-44F0-B56B-72335DC6245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982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DCB1D-8AA8-44F0-B56B-72335DC6245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43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用户增长策略提案汇报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38CD1B2-4A18-81C6-B1B7-015018016FF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用户增长策略提案汇报 用户增长策略提案汇报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用户增长策略的核心约束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48D87B9-5A29-5CA9-296B-F774FAAA07F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E9397AF-0764-9F2B-2A7F-89019470389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用户增长策略当前在目标达成、资源配置与执行路径上存在明显瓶颈。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图示：用户增长策略问题分层卡片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围绕用户增长策略可将问题拆为目标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用户增长策略的分阶段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08C7B3-6377-C5B8-B68B-A0F3F5137F4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用户增长策略方案建议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用户增长策略方案架构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阶段：明确用户增长策略目标与边界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完成用户增长策略试点并跟踪关键指标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建议围绕用户增长策略建立统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3C39CFA-2CF6-61E3-0678-C8F584AC052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428149E-9B81-5CBC-0EFF-7A232B930A1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4ABA5F5-7D3D-0DAD-8439-97DE1BBE999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28A8B32-075C-09AF-A144-8AD07230605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CDED99A-C3AE-A292-6929-22BBE04DA23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575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2026-07-08T10:19:56Z</dcterms:modified>
</cp:coreProperties>
</file>