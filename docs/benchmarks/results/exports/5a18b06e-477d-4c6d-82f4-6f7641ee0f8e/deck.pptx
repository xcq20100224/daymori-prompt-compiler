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A0A9F5-D837-474E-992D-9EF25FF35BF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F7D75-5160-4E6A-99CA-776D37A080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4729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企业数字化转型现状结构图 优先级重排。 图示：企业数字化转型现状结构图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F7D75-5160-4E6A-99CA-776D37A080F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7540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企业数字化转型问题分层卡片 执行能力与反馈闭环四个层面。 先聚焦高频高影响环节， 再逐步覆盖复杂场景， 可显著降低试点风险。 图示： 企业数字化转型问题分层卡片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F7D75-5160-4E6A-99CA-776D37A080F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202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企业数字化转型方案架构图 建设， 再通过迭代机制优化质 量， 形成可复制的执行闭环。 图示： 企业数字化转型方案架 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F7D75-5160-4E6A-99CA-776D37A080F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3956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F7D75-5160-4E6A-99CA-776D37A080F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182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F7D75-5160-4E6A-99CA-776D37A080F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9253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F7D75-5160-4E6A-99CA-776D37A080F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83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企业数字化转型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C13B21D-157E-772E-81C4-64B46FB6A6B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企业数字化转型提案汇报 企业数字化转型提案汇报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0F1C876-6DAE-774F-38BA-793F8D608A0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D5E730A-6BB4-A441-2C6A-1FA8A14EDFB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5D40DC6-5AD7-B108-D7A0-909A35176B5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8D7D091-27D7-C43D-5546-F750E527267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25B91E-D6E2-D7D1-9B0A-7EA97C27875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AC02031-7F17-89FA-A464-31F6B903060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A49BE-9DD9-E383-FDF8-DC5A7D759E0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E31210-80A9-66C3-9012-95CCED3E0BC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118AB0F-261A-D186-E53D-0E0F4BB9057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E7293CF-51FA-8DF1-1987-2FD7EA21B20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9546972-D020-810C-A28A-AF56F7D54A8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0D17D38-06C2-3CD9-5635-B285028D2C6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3902E8C-C526-59E7-6DC7-7BDE5909E1E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1288A2F-F37B-FB9D-3FC8-19ABD689B2E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0BD9893-38F6-9895-9064-CA7A647B32F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272</Words>
  <Application>Microsoft Office PowerPoint</Application>
  <PresentationFormat>宽屏</PresentationFormat>
  <Paragraphs>35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ExtraLight</vt:lpstr>
      <vt:lpstr>等线 Light</vt:lpstr>
      <vt:lpstr>Arial</vt:lpstr>
      <vt:lpstr>MiSans Semibold</vt:lpstr>
      <vt:lpstr>MiSans</vt:lpstr>
      <vt:lpstr>MiSans Demibold</vt:lpstr>
      <vt:lpstr>思源黑体 CN Normal</vt:lpstr>
      <vt:lpstr>等线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2026-07-08T14:31:01Z</dcterms:modified>
</cp:coreProperties>
</file>