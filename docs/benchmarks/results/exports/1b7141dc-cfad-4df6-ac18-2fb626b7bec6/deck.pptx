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0D3C2-AC34-4A8C-9BDD-93FB6C03BA0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5B6E7-148D-417E-8BD2-ACBB5A29B4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6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5B6E7-148D-417E-8BD2-ACBB5A29B4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968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5B6E7-148D-417E-8BD2-ACBB5A29B4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506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5B6E7-148D-417E-8BD2-ACBB5A29B4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212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5B6E7-148D-417E-8BD2-ACBB5A29B4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96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5B6E7-148D-417E-8BD2-ACBB5A29B4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5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5B6E7-148D-417E-8BD2-ACBB5A29B4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993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344666-1649-8908-31ED-C9B05B810FC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12B2388-F3F4-813E-F91C-49F8DE087D9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374409-1E98-A229-C52D-89A540B5BED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34A10D-C29E-4B0B-D4F5-7D0B6329A4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107FC7-BF7F-4CF4-9C4D-1B1A33E0EE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79E750-EEFB-2E42-ECB1-6B8A741EE7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8017D5-DF0A-CEED-639D-01BA8287A9A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720B43-51ED-C819-BDB4-FF5ED54D53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00EDE0-E76C-A02E-B507-5017A79A8C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14253F-EC4D-2F95-0382-EC176F6280B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BFC6EA-A2C9-C4DC-1C53-D6B3749EBB4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7A3F90-9AEB-5715-5768-5F5B19E7FCA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2B8D9A-F046-0931-6B8C-0C9EB6EEDA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676CE1-4B97-179B-A95C-4AB82850B4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8259D0-12E0-1B40-4CA9-F4724EB925C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2026-07-08T14:05:07Z</dcterms:modified>
</cp:coreProperties>
</file>