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D48CB-F4B0-4A38-8F90-D69BC030491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D00AE-F9D6-482A-96D4-75361815C0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033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D00AE-F9D6-482A-96D4-75361815C05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73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D00AE-F9D6-482A-96D4-75361815C05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566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D00AE-F9D6-482A-96D4-75361815C05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498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D00AE-F9D6-482A-96D4-75361815C05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713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D00AE-F9D6-482A-96D4-75361815C05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527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D00AE-F9D6-482A-96D4-75361815C05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376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1DA7C3-D53F-3030-1CF2-E7E4FB36B85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31C2F2A-57D8-9241-755A-2CF7F87CE89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1736A3C-734F-622A-5941-A866F87C416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6ECC55A-5791-1F44-8F78-DC3ECB1CB5D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80D730-2D10-80EF-E9A4-654755F18DB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09171A-2C69-A170-B134-F37AC0AC1AC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00E149-98E9-749E-680A-26496A24011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EA2C46-72DF-9F89-D45B-C6110AD95BD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64201D-03B6-9FDA-479F-29D0A44DECA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2026-07-07T04:02:10Z</dcterms:modified>
</cp:coreProperties>
</file>