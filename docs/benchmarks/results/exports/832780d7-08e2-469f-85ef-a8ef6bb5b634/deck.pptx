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2E0C4-4460-48C2-9B1A-32E730F4B1F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63E42-BFB8-443F-8672-986A1352A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9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03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454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9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780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63E42-BFB8-443F-8672-986A1352AA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1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65EDA1-FF22-32D0-2776-3BDF80319E7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C153687-BB35-BB41-625D-CC8CEA25B5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2BE33E-7448-2EAB-CBED-60A4FDB9B30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CCB801-D9EA-9F29-A158-90B0FD7D4D7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0AA558-05BC-8E1E-2484-5B1D979136D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C6D22A-0030-1086-5FE1-B0D06D42998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A159E2-9B87-1843-6F99-A34A2180AE2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18A1CE-A32C-8444-89AE-63DEFBA3B5F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F7D8CD-418C-53C1-89AF-262C3B83EE9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2026-07-08T12:05:21Z</dcterms:modified>
</cp:coreProperties>
</file>