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8D29F-CFCC-43CC-8B78-27C8DE6DB31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5E956-887C-457C-8BB3-2C9B8E865C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556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5E956-887C-457C-8BB3-2C9B8E865CA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45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5E956-887C-457C-8BB3-2C9B8E865C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208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5E956-887C-457C-8BB3-2C9B8E865CA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764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5E956-887C-457C-8BB3-2C9B8E865CA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065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5E956-887C-457C-8BB3-2C9B8E865CA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558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5E956-887C-457C-8BB3-2C9B8E865CA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465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2E39F8-8987-EBB8-AA44-AA0F3EFB506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2B76A31-D7A7-A1FB-E117-4E266C2347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B5742C-C94A-8845-5D64-93F03C18B21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A00ADC-DD29-F9F8-1149-0A188D75905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E43AC7-D7B3-C0E1-15D8-9ED18777B73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0848DD-080A-118D-7D65-9D944CC877E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336BEA-BD1D-082F-152E-74FFE1C6B6D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CCA4FEF-75C2-3B65-80A1-ECD8ABD9A7E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D6EF71-344F-73F9-D7F2-BDBEAF28517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Semibold</vt:lpstr>
      <vt:lpstr>思源黑体 CN Normal</vt:lpstr>
      <vt:lpstr>MiSans Medium</vt:lpstr>
      <vt:lpstr>MiSans Normal</vt:lpstr>
      <vt:lpstr>MiSans Demibold</vt:lpstr>
      <vt:lpstr>等线</vt:lpstr>
      <vt:lpstr>MiSans</vt:lpstr>
      <vt:lpstr>MiSans ExtraLight</vt:lpstr>
      <vt:lpstr>等线 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2026-07-08T04:48:22Z</dcterms:modified>
</cp:coreProperties>
</file>