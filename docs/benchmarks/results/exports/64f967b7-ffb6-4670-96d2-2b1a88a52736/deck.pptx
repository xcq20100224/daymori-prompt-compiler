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A51855-7493-41D7-9791-94460B6A607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BCB3B5-514A-4507-8C28-105F3F3E1F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226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BCB3B5-514A-4507-8C28-105F3F3E1F1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247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BCB3B5-514A-4507-8C28-105F3F3E1F1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359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BCB3B5-514A-4507-8C28-105F3F3E1F1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1106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BCB3B5-514A-4507-8C28-105F3F3E1F1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7035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BCB3B5-514A-4507-8C28-105F3F3E1F1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6965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BCB3B5-514A-4507-8C28-105F3F3E1F1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465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DFBB53E-3999-275A-6CAE-88DFB8EE7A1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D167AA8-DB50-6F5C-5244-FA2F6EEC81A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3D22EBC-3DE0-A791-73D8-227802C1BEF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71D17C0-C76D-4953-6675-4AC17443BC3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D679764-4B3C-CEF5-CE5A-B43B50B9BB3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0473789-38AF-8333-09CB-6C88AA2AD1E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C5356ED-D3BC-F28A-F39D-CB07B93161C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220729E-CD9D-837E-9294-C1BC9DE405E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217A868-7B41-DCD1-8F62-6E51D5AD46D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Light</vt:lpstr>
      <vt:lpstr>Arial</vt:lpstr>
      <vt:lpstr>MiSans Semibold</vt:lpstr>
      <vt:lpstr>思源黑体 CN Normal</vt:lpstr>
      <vt:lpstr>等线</vt:lpstr>
      <vt:lpstr>等线 Light</vt:lpstr>
      <vt:lpstr>MiSans Medium</vt:lpstr>
      <vt:lpstr>MiSans Normal</vt:lpstr>
      <vt:lpstr>MiSans Demibold</vt:lpstr>
      <vt:lpstr>MiSans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2026-07-08T05:38:46Z</dcterms:modified>
</cp:coreProperties>
</file>