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A61A1-A402-4484-ADE7-DC72AF533AF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B326F1-920B-4FCF-93C5-6DE1BDF9A7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766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326F1-920B-4FCF-93C5-6DE1BDF9A73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810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326F1-920B-4FCF-93C5-6DE1BDF9A73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646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326F1-920B-4FCF-93C5-6DE1BDF9A73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76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326F1-920B-4FCF-93C5-6DE1BDF9A73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708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326F1-920B-4FCF-93C5-6DE1BDF9A73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974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326F1-920B-4FCF-93C5-6DE1BDF9A73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186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0A4BD5-541F-AED3-8F58-753FD84B7AC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2949291-D7E2-FAE2-52EA-04B9757EFFA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1B5F915-1927-80D4-429E-A0308176C8C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2807CC-F9CE-6CD4-A427-7288A4183DB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9C7B275-7280-728C-353C-133F756DF6B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8CAB23-2A80-B81B-9F19-5C6CF005EF8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0177EBB-EA15-0DDE-A212-5C35BF20133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34C081-8506-74EE-1E5C-7A9677EC99B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D55F43-181C-E91B-6858-2915600C7CB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 Demibold</vt:lpstr>
      <vt:lpstr>MiSans</vt:lpstr>
      <vt:lpstr>Arial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2026-07-08T12:43:50Z</dcterms:modified>
</cp:coreProperties>
</file>