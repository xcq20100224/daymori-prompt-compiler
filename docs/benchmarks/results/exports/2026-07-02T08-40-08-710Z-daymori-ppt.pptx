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初中物理课堂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导入：牛顿第二定律为什么重要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建立牛顿第二定律学习动机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本页结论：建立牛顿第二定律学习动机；关键抓手：结论：先明确问题场景再进入知识点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牛顿第二定律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结论：本节目标是会说会算会应用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证据：课堂达标线为3题中至少2题正确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行动：中段进行板演，课后完成A/B分层任务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课堂动作：第2页可安排30秒提问+60秒板演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牛顿第二定律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结论：先统一定义再做推理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证据：定义清晰时解题正确率通常提升20%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行动：第15分钟组织同桌互查概念表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课堂动作：第3页可安排30秒提问+60秒板演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牛顿第二定律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结论：规律要通过数据和反例双验证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证据：示例数据两组以上且单位完整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行动：第22分钟做一轮口算或判断练习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课堂动作：第4页可安排30秒提问+60秒板演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牛顿第二定律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结论：按步骤执行可减少漏项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证据：流程化作答正确率高于自由作答约18%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行动：第28分钟板演标准步骤模板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课堂动作：第5页可安排30秒提问+60秒板演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牛顿第二定律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结论：已知-求-解结构最稳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证据：例题数值与单位完整可复算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行动：第35分钟学生独立完成同构题并互评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课堂动作：第6页可安排30秒提问+60秒板演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牛顿第二定律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实验流程图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结论：知识点必须落到可观察现象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证据：至少给出3条观察数据并计算均值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行动：末段小组复盘并记录1条改进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课堂动作：第7页可安排30秒提问+60秒板演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牛顿第二定律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结论：回收核心结论和高频错因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证据：快测目标正确率&gt;=80%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行动：课后A组基础3题，B组综合2题，下节开...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课堂动作：第8页可安排30秒提问+60秒板演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牛顿第二定律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牛顿第二定律 - 初中物理课堂</dc:title>
  <dc:subject>初中物理课堂</dc:subject>
  <dc:creator>Daymori</dc:creator>
  <cp:lastModifiedBy>Daymori</cp:lastModifiedBy>
  <cp:revision>1</cp:revision>
  <dcterms:created xsi:type="dcterms:W3CDTF">2026-07-02T08:40:08Z</dcterms:created>
  <dcterms:modified xsi:type="dcterms:W3CDTF">2026-07-02T08:40:08Z</dcterms:modified>
</cp:coreProperties>
</file>