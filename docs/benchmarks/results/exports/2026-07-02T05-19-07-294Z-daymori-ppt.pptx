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D8BC9-3F1D-4768-AD57-71B94556235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161CB-6164-4820-A540-7D23623C7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37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879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740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764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55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829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143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588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161CB-6164-4820-A540-7D23623C74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82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2026-07-02T05:19:06Z</dcterms:modified>
</cp:coreProperties>
</file>