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6BED1-3FB6-44A4-969C-6BA1D593004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3D960-3390-4211-BC89-4ACED9E699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69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D960-3390-4211-BC89-4ACED9E6994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686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D960-3390-4211-BC89-4ACED9E6994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44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D960-3390-4211-BC89-4ACED9E6994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19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D960-3390-4211-BC89-4ACED9E6994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553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D960-3390-4211-BC89-4ACED9E6994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989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43D960-3390-4211-BC89-4ACED9E6994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26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6AC907-3471-6E00-E0EF-248B748DCBE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5172FA6-EFBA-9B33-8D71-11205B8373D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58854A-01E4-FB72-7173-7B04883F30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B49AB2-136C-AAD1-55B0-9D26D92AA54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CCDC36-1A27-F34F-E8EF-2B3EB5D5807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23F9E8-D0E0-942F-A8F8-79425A65344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2E95AA1-76BE-6100-32C0-42DFA3D1373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070472-6570-03E3-4FD6-06195EBAB35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47EB04-6358-7051-6E05-CB28698DF7D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2026-07-08T05:11:02Z</dcterms:modified>
</cp:coreProperties>
</file>