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D4180-96DB-4D5A-B2ED-18FDDDF936E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AA74F-EB81-465A-AD04-448E3B20E3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08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AA74F-EB81-465A-AD04-448E3B20E39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607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AA74F-EB81-465A-AD04-448E3B20E39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988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AA74F-EB81-465A-AD04-448E3B20E39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70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AA74F-EB81-465A-AD04-448E3B20E39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28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AA74F-EB81-465A-AD04-448E3B20E39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063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AA74F-EB81-465A-AD04-448E3B20E39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901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95E7A6-C4ED-2250-19EC-05A99F5BA0C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E46E2CE-F546-D6AB-7479-DF09EAC4C9B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D45CE3-8C45-245E-0F99-617D2B58A4D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608992-DE82-DBB9-C754-8F6F612E17B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E7FF25-E4AC-24D0-5F88-0C3EC6B3635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53ACD89-9284-0E0C-23C7-CFAA1AFC6EA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6E41D3-49C3-693E-BF37-21C77DA5343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8B39A5-43A7-A1B2-7A1E-53CFF46B4C2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6C93B0-D89E-AF3E-6281-C6548DA1953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2026-07-07T08:11:19Z</dcterms:modified>
</cp:coreProperties>
</file>