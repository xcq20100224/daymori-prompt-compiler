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451B9-02B3-4EB8-B53B-5E726F45688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59DAE-FB73-4197-89B5-FA6ADDF9FB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500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产品市场策略现状结构图 优先级重排。 图示：产品市场策略现状结构图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9DAE-FB73-4197-89B5-FA6ADDF9FB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332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产品市场策略问题分层卡片 执行能力与反馈闭环四个层面。 先聚焦高频高影响环节， 再逐步覆盖复杂场景， 可显著降低试点风险。 图示： 产品市场策略问题分层卡片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9DAE-FB73-4197-89B5-FA6ADDF9FB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773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产品市场策略方案架构图 建设， 再通过迭代机制优化质 量， 形成可复制的执行闭环。 图示： 产品市场策略方案架构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9DAE-FB73-4197-89B5-FA6ADDF9FB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091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9DAE-FB73-4197-89B5-FA6ADDF9FB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352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9DAE-FB73-4197-89B5-FA6ADDF9FB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997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59DAE-FB73-4197-89B5-FA6ADDF9FB1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909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产品市场策略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产品市场策略提案汇报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D83545-6973-3B0E-F23B-75436F5B634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产品市场策略提案汇报 产品市场策略提案汇报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产品市场策略的核心约束与机会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1796245-E909-077C-280A-3305AF484CD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7998C2-9B42-2684-E4B7-5CD62E8E507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产品市场策略当前在目标达成、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围绕产品市场策略可将问题拆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2D5A76-C767-989F-504D-AFF97EFF007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D6AA95-6C04-90D5-665B-2A50B10DE72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围绕产品市场策略可将问题拆为目标定义、流程协同、执行能力与反馈闭环四个层面。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产品市场策略的分阶段落地方案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371CBA-B9BB-6AB8-BF13-DE6D95F271A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产品市场策略方案建议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0B7239-F13A-0726-8710-B577DB4FC0E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阶段：明确产品市场策略目标与边界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阶段：完成产品市场策略试点并跟踪关键指标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建议围绕产品市场策略建立统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AA6A6C-E4A6-7B5F-7226-41100DD70A7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35D61C-CE7F-AAF3-46B4-631C5B8D60A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建议围绕产品市场策略建立统一指标集，至少覆盖效率、质量、成本与稳定性四类指标。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E67792-D99F-76BD-5A6A-AA98D4C9B9B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10ED4A-364A-2048-6D0B-F95EAF9FE65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45FCE26-3FBC-4423-981C-8E763167FBF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C0F77BE-929E-7966-8A1F-6826EE69DE0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4106201-F62A-E1B7-A18B-6AD4B68EFB6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ABD1A2-42E2-D88C-9F64-552636480ED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406674-C9AE-31EB-501F-2D56BED679B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2026-07-08T14:08:45Z</dcterms:modified>
</cp:coreProperties>
</file>