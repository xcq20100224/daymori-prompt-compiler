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BA3609-E1D8-4C85-9C27-75CFBF6BC9FF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1CC4E-BCBA-4EBA-829F-7D7B23170A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51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1CC4E-BCBA-4EBA-829F-7D7B23170AD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10304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1CC4E-BCBA-4EBA-829F-7D7B23170AD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6859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1CC4E-BCBA-4EBA-829F-7D7B23170AD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5741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1CC4E-BCBA-4EBA-829F-7D7B23170AD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7663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1CC4E-BCBA-4EBA-829F-7D7B23170AD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6973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B1CC4E-BCBA-4EBA-829F-7D7B23170AD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8205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客服降本增效方案提案汇报：成本结构优化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0F853CA-440F-2693-1C08-9F62A1D0740A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客服降本增效方案提案汇报：成本结构优化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11754DB-50DF-BDE4-6707-53A59B2A5E4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F00C95-CD22-DD11-2695-267856A0D64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客服降本增效方案当前问题并非单点故障，而是流程协同与质量兜底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不足。若直接大规模上线，可能引发体验波动，应先通过小范围试点验证风险边界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D500D6-B303-F3D4-424B-3C2E59A352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阶段：建立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客服降本增效方案成本基线与分层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客服降本增效方案自动化覆盖并压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阶段：按成本收益曲线持续优化投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案建立收益看板，至少覆盖单次服务成本、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一次解决率、平均响应时长与满意度，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按周复盘并动态调整资源投入。 图示：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6A0F0C4-68D9-885A-E015-C806C6215082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0AF707-84C9-BC19-B0E8-F1F0AD06470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16CAEF2-2B78-FC53-3B16-41FD47C8CDE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181D930-E584-F454-9836-39B5A1CE66B0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20BC9EC-A088-A3E8-18FD-18F4AC22A034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604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Arial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2026-07-09T04:17:32Z</dcterms:modified>
</cp:coreProperties>
</file>