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示例图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练习卡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本页核心结论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02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CE0C8BA-1D42-8D64-E619-A7D4DCD045A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核心观点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牛顿第二定律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-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要点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聚焦一个中心观点，围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BA4426-AA88-2C4F-3836-006B13FF45D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牛顿第二定律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• 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本页核心结论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05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3C73F0-328B-D02A-84A4-36B50E2E527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牛顿第二定律 </a:t>
            </a:r>
            <a:r>
              <a:rPr lang="en-US" altLang="zh-CN" sz="1000"/>
              <a:t>- </a:t>
            </a:r>
            <a:r>
              <a:rPr lang="zh-CN" altLang="en-US" sz="1000"/>
              <a:t>要点</a:t>
            </a:r>
            <a:r>
              <a:rPr lang="en-US" altLang="zh-CN" sz="1000"/>
              <a:t>6</a:t>
            </a:r>
            <a:endParaRPr lang="zh-CN" altLang="en-US" sz="1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2D94B8-77F9-8B3D-AA4D-3A8E1C1DBDA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核心观点 核心观点 </a:t>
            </a:r>
            <a:r>
              <a:rPr lang="en-US" altLang="zh-CN" sz="1400"/>
              <a:t>• </a:t>
            </a:r>
            <a:r>
              <a:rPr lang="zh-CN" altLang="en-US" sz="1400"/>
              <a:t>牛顿第二定律 </a:t>
            </a:r>
            <a:r>
              <a:rPr lang="en-US" altLang="zh-CN" sz="1400"/>
              <a:t>- </a:t>
            </a:r>
            <a:r>
              <a:rPr lang="zh-CN" altLang="en-US" sz="1400"/>
              <a:t>要点</a:t>
            </a:r>
            <a:r>
              <a:rPr lang="en-US" altLang="zh-CN" sz="1400"/>
              <a:t>6</a:t>
            </a:r>
            <a:r>
              <a:rPr lang="zh-CN" altLang="en-US" sz="1400"/>
              <a:t>聚焦一个中心观点，围</a:t>
            </a:r>
            <a:r>
              <a:rPr lang="en-US" altLang="zh-CN" sz="1400"/>
              <a:t>…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8B2159-BB41-6EFF-3A22-3EA31C57739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练习问题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选项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CDABA2-66AB-5423-97B0-5E788E2893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牛顿第二定律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941894-FE3A-4508-C036-FE957FC2DED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练习问题 练习问题 </a:t>
            </a:r>
            <a:r>
              <a:rPr lang="en-US" altLang="zh-CN" sz="1400"/>
              <a:t>• </a:t>
            </a:r>
            <a:r>
              <a:rPr lang="zh-CN" altLang="en-US" sz="1400"/>
              <a:t>选项</a:t>
            </a:r>
            <a:r>
              <a:rPr lang="en-US" altLang="zh-CN" sz="1400"/>
              <a:t>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总结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20B0EB-6CEA-527B-0D0E-EC5CBEF2E26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形成统一结论 形成统一结论 </a:t>
            </a:r>
            <a:r>
              <a:rPr lang="en-US" altLang="zh-CN" sz="1400"/>
              <a:t>• </a:t>
            </a:r>
            <a:r>
              <a:rPr lang="zh-CN" altLang="en-US" sz="1400"/>
              <a:t>结论</a:t>
            </a:r>
            <a:r>
              <a:rPr lang="en-US" altLang="zh-CN" sz="1400"/>
              <a:t>1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4B2340-C3B1-EA21-F204-37222B5378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447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2026-07-03T03:41:45Z</dcterms:modified>
</cp:coreProperties>
</file>