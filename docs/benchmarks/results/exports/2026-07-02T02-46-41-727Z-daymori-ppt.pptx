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4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先提问后归纳，控制</a:t>
            </a:r>
            <a:r>
              <a:rPr lang="en-US" altLang="zh-CN"/>
              <a:t>90</a:t>
            </a:r>
            <a:r>
              <a:rPr lang="zh-CN" altLang="en-US"/>
              <a:t>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板书公式并强调单位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导入：从运动到受力</a:t>
            </a:r>
          </a:p>
        </p:txBody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引导学生理解力改变运动状态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力是改变物体运动状态的原因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同一质量下受力越大加速度越大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课堂提问：踢出的球为何会减速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导入：情境导入｜从运动到力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引出加速度与力的定性关系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公式：</a:t>
            </a:r>
            <a:r>
              <a:rPr lang="en-US" altLang="zh-CN"/>
              <a:t>F=ma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表示合力，单位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表示质量，单位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表示加速度，单位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m/s²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建立三者关系与单位一致性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目标：建立牛顿第二定律的认知路径并明确应用标准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板书目标清单（含公式F=ma及单位换算提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宽屏</PresentationFormat>
  <Paragraphs>30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Arial</vt:lpstr>
      <vt:lpstr>Office Theme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yeli jiang</cp:lastModifiedBy>
  <cp:revision>3</cp:revision>
  <dcterms:created xsi:type="dcterms:W3CDTF">2026-06-29T05:00:47Z</dcterms:created>
  <dcterms:modified xsi:type="dcterms:W3CDTF">2026-07-02T02:46:41Z</dcterms:modified>
</cp:coreProperties>
</file>