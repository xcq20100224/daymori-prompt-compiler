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236DE-8575-40E5-8ABD-90926DD3D69A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E3EAC-ACF7-4165-850D-0A5CAE3E96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73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E3EAC-ACF7-4165-850D-0A5CAE3E965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00786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E3EAC-ACF7-4165-850D-0A5CAE3E965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47882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E3EAC-ACF7-4165-850D-0A5CAE3E965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25070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E3EAC-ACF7-4165-850D-0A5CAE3E965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91126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E3EAC-ACF7-4165-850D-0A5CAE3E965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4523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E3EAC-ACF7-4165-850D-0A5CAE3E965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1503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F78C6D3-95A1-2104-BF71-CAB3FE77522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CF7D93F-F7C0-4AF5-495B-92C0415BD0B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FD3DD30-6774-1316-FC35-4BE45C2C797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8B16567-B5E5-7883-9213-42F2652EB23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E4C1DB3-10A1-EFE0-38B2-6C48B43D45D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514DB32-09FF-38EA-A390-D2554CC81A5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1E35B31-5C53-B858-2741-D6CB5B4E0DC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96B8D06-AD23-D4DF-3E6F-CDA6111EC79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489CB81-09B6-CC8C-9C67-5E1BBED1B6E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ExtraLight</vt:lpstr>
      <vt:lpstr>等线 Light</vt:lpstr>
      <vt:lpstr>Arial</vt:lpstr>
      <vt:lpstr>MiSans Semibold</vt:lpstr>
      <vt:lpstr>MiSans</vt:lpstr>
      <vt:lpstr>MiSans Demibold</vt:lpstr>
      <vt:lpstr>MiSans Light</vt:lpstr>
      <vt:lpstr>思源黑体 CN Normal</vt:lpstr>
      <vt:lpstr>等线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2026-07-09T04:32:16Z</dcterms:modified>
</cp:coreProperties>
</file>