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2FFBD-6011-43C7-B72D-F4EBD492860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2A208-236B-4B24-AA9A-B883E2F381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44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2A208-236B-4B24-AA9A-B883E2F381F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966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2A208-236B-4B24-AA9A-B883E2F381F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974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2A208-236B-4B24-AA9A-B883E2F381F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972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2A208-236B-4B24-AA9A-B883E2F381F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401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2A208-236B-4B24-AA9A-B883E2F381F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545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2A208-236B-4B24-AA9A-B883E2F381F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871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8E5B30B-079C-EAE6-DFA7-6862CE6977C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01D0767-80EC-2A7B-3A63-D722990490F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C8585-5566-5C5F-6D6E-8D4F1DBE2A5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636991-12A0-54EE-C948-E252B1EE03F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885BA6D-3394-E3D6-3C36-2AE609907FB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DB0F66-35FB-BCBE-7E25-4B1D0657397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DB42063-714C-9910-2FAF-43B3DC852B8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3595371-090F-D0F1-4009-7BB5D94AB46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4B0043-54B1-353E-8258-1543EC3E512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2026-07-08T12:22:32Z</dcterms:modified>
</cp:coreProperties>
</file>