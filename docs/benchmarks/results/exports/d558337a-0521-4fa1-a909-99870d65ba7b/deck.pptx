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0FF1C-CEE8-462C-A577-F6942ABE6E5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FA175-43A3-404A-9C87-38844A4FD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77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909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40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501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24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08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A175-43A3-404A-9C87-38844A4FD5D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8D2930-9843-7AF5-19C5-AC8D04A8E9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676F373-394C-35E3-D60F-633AEDE55F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F977A0-CBCF-EDCC-7B9F-FA962C0A7E0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CA78D7-9DF5-D08E-9E88-CAD9EF6EC2B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2BFED2-7E8E-B9D4-68EB-817E95120A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E0F867-3792-7E40-E8A4-DC3E92867CD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115540-BF70-ED98-0128-50FCA01472D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A7997D-02CC-7DB3-0C53-42887E17E6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B8146C-8844-CE2C-EAE6-FFC7C8DEA0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Semibold</vt:lpstr>
      <vt:lpstr>思源黑体 CN Normal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2026-07-08T12:54:18Z</dcterms:modified>
</cp:coreProperties>
</file>