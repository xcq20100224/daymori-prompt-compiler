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AF8404-2958-4199-9926-E83ECF688253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DFC464-1C3B-4074-9D29-935F57F25C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2192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DFC464-1C3B-4074-9D29-935F57F25C2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71062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DFC464-1C3B-4074-9D29-935F57F25C2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2655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DFC464-1C3B-4074-9D29-935F57F25C2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9006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DFC464-1C3B-4074-9D29-935F57F25C2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12714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DFC464-1C3B-4074-9D29-935F57F25C2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32226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DFC464-1C3B-4074-9D29-935F57F25C2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2447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6B70210-00A3-97AC-16C2-AAE27A6EE68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C8DB43C-9E77-D58C-982E-7D19EB75289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C7D14AE-0D59-6695-AD9E-39EBF9140D3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60A23CC-5F43-A74D-184E-A0103BD47DF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624AD8B-9479-225C-92CE-1FA9DDBBB35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25BEA1C-4E66-571D-0BC2-9D10C8DB848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EF9A830-4893-9819-2DCE-5007DBA7801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6D75B0A-828A-744D-0301-10387D80E90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82BFA30-7620-9875-5026-7B35517D928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等线</vt:lpstr>
      <vt:lpstr>MiSans ExtraLight</vt:lpstr>
      <vt:lpstr>等线 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2026-07-08T12:21:21Z</dcterms:modified>
</cp:coreProperties>
</file>