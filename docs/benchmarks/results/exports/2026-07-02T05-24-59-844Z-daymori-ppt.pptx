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A122C-667F-4E83-84EC-680FE4F4953F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1427B-C9FB-4372-B98E-9D36691FC7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661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1427B-C9FB-4372-B98E-9D36691FC79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237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1427B-C9FB-4372-B98E-9D36691FC79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029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1427B-C9FB-4372-B98E-9D36691FC79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487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1427B-C9FB-4372-B98E-9D36691FC79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714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1427B-C9FB-4372-B98E-9D36691FC79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88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1427B-C9FB-4372-B98E-9D36691FC79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649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1427B-C9FB-4372-B98E-9D36691FC79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030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51427B-C9FB-4372-B98E-9D36691FC79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481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建立私域留资漏斗优化学习动机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252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2026-07-02T05:24:59Z</dcterms:modified>
</cp:coreProperties>
</file>