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795344C-A640-45CD-962F-478BC1E1A469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4AB41F4-CD3B-4855-A708-1F81B5A64E0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314016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产品上市策略分析现状结构图 先级重排。 图示：产品上市策略分析现状结构图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AB41F4-CD3B-4855-A708-1F81B5A64E07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7853257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产品上市策略分析问题分层卡片 执行能力与反馈闭环四个层面。 先聚焦高频高影响环节， 再逐步覆盖复杂场景， 可显著降低试点风险。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AB41F4-CD3B-4855-A708-1F81B5A64E07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3358412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产品上市策略分析方案架构图 先完成基线与关键能力 建设， 再通过迭代机制优化质 量， 形成可复制的执行闭环。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AB41F4-CD3B-4855-A708-1F81B5A64E07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2630254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AB41F4-CD3B-4855-A708-1F81B5A64E07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3062121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AB41F4-CD3B-4855-A708-1F81B5A64E07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0375330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AB41F4-CD3B-4855-A708-1F81B5A64E07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723516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32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产品上市策略分析</a:t>
            </a:r>
            <a:endParaRPr lang="zh-CN" altLang="en-US" sz="32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产品上市策略分析提案汇报 内容由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生成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1/10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5059F335-89AC-5414-F37A-BE6E6E7276CF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产品上市策略分析提案汇报 产品上市策略分析提案汇报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产品上市策略分析的核心</a:t>
            </a:r>
          </a:p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约束与机会</a:t>
            </a: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B850DA3D-99A8-2D48-3FC7-30C42BCE27CE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E8D4B377-2046-11D0-293B-0CB627ED509F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产品上市策略分析的核心约束与机会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产品上市策略分析当前在目标达成、资源配置与执行路径上存在明显瓶颈。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若继续沿用现有方式，成本、效率与可持续性将同步承压，需要先完成问题分层与优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图示：产品上市策略分析问题分层卡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片 内容由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围绕产品上市策略分析可将问题拆为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目标定义、流程协同、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产品上市策略分析的分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阶段落地方案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29CA4032-AECC-8DB9-176C-AF73411FEB5E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产品上市策略分析的分阶段落地方案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方案设计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产品上市策略分析方案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架构图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产品上市策略分析方案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建议采用“目标对齐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能力建设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效果验证”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三层架构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阶段：明确产品上市策略分析目标与边界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完成产品上市策略分析试点并跟踪关键指标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阶段：复盘优化后推进规模化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建议围绕产品上市策略分析建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立统一指标集，至少覆盖效率、质量、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成本与稳定性四类指标。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只有当关键指标持续改善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C5C46981-4E56-6423-E594-D6B9FA13ED0F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0A0F081C-2126-0F18-98FA-C0708B985388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3AEA4745-E364-BF1B-8A32-72AEC664AADD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CF78EEAA-298C-DD69-0A2B-A097347E7BA6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817C7BCB-F0AC-4B6C-A45F-6C50572203AC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529</Words>
  <Application>Microsoft Office PowerPoint</Application>
  <PresentationFormat>宽屏</PresentationFormat>
  <Paragraphs>83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思源黑体 CN Normal</vt:lpstr>
      <vt:lpstr>MiSans Normal</vt:lpstr>
      <vt:lpstr>MiSans Medium</vt:lpstr>
      <vt:lpstr>等线 Light</vt:lpstr>
      <vt:lpstr>MiSans ExtraLight</vt:lpstr>
      <vt:lpstr>MiSans Semibold</vt:lpstr>
      <vt:lpstr>MiSans</vt:lpstr>
      <vt:lpstr>MiSans Demibold</vt:lpstr>
      <vt:lpstr>等线</vt:lpstr>
      <vt:lpstr>Arial</vt:lpstr>
      <vt:lpstr>MiSans Light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2026-07-08T12:55:52Z</dcterms:modified>
</cp:coreProperties>
</file>