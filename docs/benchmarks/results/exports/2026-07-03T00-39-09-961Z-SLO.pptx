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00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01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02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00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0.xlsx"/></Relationships>
</file>

<file path=ppt/charts/_rels/chart10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1.xlsx"/></Relationships>
</file>

<file path=ppt/charts/_rels/chart10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02.xlsx"/></Relationships>
</file>

<file path=ppt/charts/chart10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结论：先统一定义再做推理</c:v>
                  </c:pt>
                  <c:pt idx="1">
                    <c:v>证据：定义清晰时解题正确...</c:v>
                  </c:pt>
                  <c:pt idx="2">
                    <c:v>行动：第15分钟组织同桌...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</c:v>
                </c:pt>
                <c:pt idx="1">
                  <c:v>20</c:v>
                </c:pt>
                <c:pt idx="2">
                  <c:v>15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问题影响度</c:v>
                </c:pt>
              </c:strCache>
            </c:strRef>
          </c:tx>
          <c:spPr>
            <a:solidFill>
              <a:srgbClr val="A97A52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结论：规律要通过数据和反...</c:v>
                  </c:pt>
                  <c:pt idx="1">
                    <c:v>证据：示例数据两组以上且...</c:v>
                  </c:pt>
                  <c:pt idx="2">
                    <c:v>行动：第22分钟做一轮口...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42</c:v>
                </c:pt>
                <c:pt idx="2">
                  <c:v>31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10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核心指标趋势</c:v>
                </c:pt>
              </c:strCache>
            </c:strRef>
          </c:tx>
          <c:spPr>
            <a:solidFill>
              <a:srgbClr val="A97A52"/>
            </a:solidFill>
            <a:ln w="25400" cap="flat">
              <a:solidFill>
                <a:srgbClr val="A97A52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diamond"/>
            <c:size val="6"/>
            <c:spPr>
              <a:solidFill>
                <a:srgbClr val="A97A52"/>
              </a:solidFill>
              <a:ln w="9525" cap="flat">
                <a:solidFill>
                  <a:srgbClr val="A97A52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结论：知识点必须落到可观...</c:v>
                  </c:pt>
                  <c:pt idx="1">
                    <c:v>证据：至少给出3条观察数...</c:v>
                  </c:pt>
                  <c:pt idx="2">
                    <c:v>行动：末段小组复盘并记录...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</c:v>
                </c:pt>
                <c:pt idx="1">
                  <c:v>5</c:v>
                </c:pt>
                <c:pt idx="2">
                  <c:v>58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 rot="-1500000"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1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0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0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05840" y="475488"/>
            <a:ext cx="10177272" cy="182880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4" name="Text 2"/>
          <p:cNvSpPr/>
          <p:nvPr/>
        </p:nvSpPr>
        <p:spPr>
          <a:xfrm>
            <a:off x="1353312" y="1051560"/>
            <a:ext cx="43891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技术评审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559552" y="1097280"/>
            <a:ext cx="5440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1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封面总览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353312" y="1481328"/>
            <a:ext cx="9079992" cy="1234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7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导入：服务稳定性SLO升级为什么重要</a:t>
            </a:r>
            <a:endParaRPr lang="en-US" sz="3700" dirty="0"/>
          </a:p>
        </p:txBody>
      </p:sp>
      <p:sp>
        <p:nvSpPr>
          <p:cNvPr id="7" name="Text 5"/>
          <p:cNvSpPr/>
          <p:nvPr/>
        </p:nvSpPr>
        <p:spPr>
          <a:xfrm>
            <a:off x="1353312" y="2926080"/>
            <a:ext cx="9079992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建立服务稳定性SLO升级学习动机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1353312" y="3977640"/>
            <a:ext cx="9079992" cy="1143000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81912" y="4315968"/>
            <a:ext cx="862279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关键要点：结论：先明确问题场景再进入知识点 ｜ 证据：课前抽测常见错误率在30%-45% ｜ 行动：本节前5分钟完成情境提问与口头反馈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1353312" y="5266944"/>
            <a:ext cx="907999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本页结论：建立服务稳定性SLO升级学习动机；关键抓手：结论：先明确问题场景再进入知识点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1/8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学习目标与标准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目标对齐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目标：明确可验收结果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本页结论：明确可验收结果；关键抓手：结论：本节目标是会说会算会应用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结论：本节目标是会说会算会应用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证据：课堂达标线为3题中至少2题正确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行动：中段进行板演，课后完成A/B分层任务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目标卡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演讲备注：目标量化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2/8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核心概念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数据洞察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目标：统一术语和单位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本页结论：统一术语和单位；关键抓手：结论：先统一定义再做推理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结论：先统一定义再做推理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证据：定义清晰时解题正确率通常提升20%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行动：第15分钟组织同桌互查概念表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4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概念图</a:t>
            </a:r>
            <a:endParaRPr lang="en-US" sz="1150" dirty="0"/>
          </a:p>
        </p:txBody>
      </p:sp>
      <p:sp>
        <p:nvSpPr>
          <p:cNvPr id="25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演讲备注：概念先行</a:t>
            </a:r>
            <a:endParaRPr lang="en-US" sz="1050" dirty="0"/>
          </a:p>
        </p:txBody>
      </p:sp>
      <p:sp>
        <p:nvSpPr>
          <p:cNvPr id="27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9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3/8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关键规律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问题归因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目标：形成可复用模型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本页结论：形成可复用模型；关键抓手：结论：规律要通过数据和反例双验证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结论：规律要通过数据和反例双验证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证据：示例数据两组以上且单位完整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行动：第22分钟做一轮口算或判断练习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规律图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演讲备注：规律证据化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4/8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方法步骤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行动落地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目标：稳定解题流程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本页结论：稳定解题流程；关键抓手：结论：按步骤执行可减少漏项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结论：按步骤执行可减少漏项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证据：流程化作答正确率高于自由作答约18%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行动：第28分钟板演标准步骤模板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流程图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演讲备注：步骤固定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5/8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例题精讲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目标：打通已知到结论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本页结论：打通已知到结论；关键抓手：结论：已知-求-解结构最稳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结论：已知-求-解结构最稳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证据：例题数值与单位完整可复算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行动：第35分钟学生独立完成同构题并互评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1536192" y="4315968"/>
            <a:ext cx="5879592" cy="0"/>
          </a:xfrm>
          <a:prstGeom prst="line">
            <a:avLst/>
          </a:prstGeom>
          <a:noFill/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536192" y="4389120"/>
            <a:ext cx="5833872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执行里程碑：M1 方案确认 -&gt; M2 试点落地 -&gt; M3 规模推广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例题卡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演讲备注：例题拆解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6/8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实验或应用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目标：连接真实场景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本页结论：连接真实场景；关键抓手：结论：知识点必须落到可观察现象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结论：知识点必须落到可观察现象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F7F7F7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证据：至少给出3条观察数据并计算均值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E0E0E0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行动：末段小组复盘并记录1条改进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graphicFrame>
        <p:nvGraphicFramePr>
          <p:cNvPr id="21" name="Chart 0" descr=""/>
          <p:cNvGraphicFramePr/>
          <p:nvPr/>
        </p:nvGraphicFramePr>
        <p:xfrm>
          <a:off x="8183880" y="2834640"/>
          <a:ext cx="2697480" cy="1783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2" name="Text 19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实验图</a:t>
            </a:r>
            <a:endParaRPr lang="en-US" sz="1150" dirty="0"/>
          </a:p>
        </p:txBody>
      </p:sp>
      <p:sp>
        <p:nvSpPr>
          <p:cNvPr id="23" name="Shape 20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演讲备注：场景连接</a:t>
            </a:r>
            <a:endParaRPr lang="en-US" sz="1050" dirty="0"/>
          </a:p>
        </p:txBody>
      </p:sp>
      <p:sp>
        <p:nvSpPr>
          <p:cNvPr id="25" name="Shape 22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7/8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05840" y="475488"/>
            <a:ext cx="10177272" cy="5623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307592" y="749808"/>
            <a:ext cx="6217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等线 Light" pitchFamily="34" charset="0"/>
                <a:ea typeface="等线 Light" pitchFamily="34" charset="-122"/>
                <a:cs typeface="等线 Light" pitchFamily="34" charset="-120"/>
              </a:rPr>
              <a:t>总结与作业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936992" y="1179576"/>
            <a:ext cx="2651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补充说明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8394192" y="713232"/>
            <a:ext cx="2377440" cy="438912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40496" y="822960"/>
            <a:ext cx="20665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目标：完成课堂闭环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0040112" y="676656"/>
            <a:ext cx="566928" cy="109728"/>
          </a:xfrm>
          <a:prstGeom prst="rect">
            <a:avLst/>
          </a:prstGeom>
          <a:solidFill>
            <a:srgbClr val="396EAE"/>
          </a:solidFill>
          <a:ln/>
        </p:spPr>
      </p:sp>
      <p:sp>
        <p:nvSpPr>
          <p:cNvPr id="8" name="Shape 6"/>
          <p:cNvSpPr/>
          <p:nvPr/>
        </p:nvSpPr>
        <p:spPr>
          <a:xfrm>
            <a:off x="1307592" y="1389888"/>
            <a:ext cx="6336792" cy="3566160"/>
          </a:xfrm>
          <a:prstGeom prst="roundRect">
            <a:avLst/>
          </a:prstGeom>
          <a:solidFill>
            <a:srgbClr val="D1D1D1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536192" y="1481328"/>
            <a:ext cx="59253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本页结论：完成课堂闭环；关键抓手：结论：回收核心结论和高频错因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1536192" y="188366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664208" y="204825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01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2066544" y="199339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结论：回收核心结论和高频错因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1536192" y="2615184"/>
            <a:ext cx="5815584" cy="603504"/>
          </a:xfrm>
          <a:prstGeom prst="roundRect">
            <a:avLst/>
          </a:prstGeom>
          <a:solidFill>
            <a:srgbClr val="B6BFCB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664208" y="277977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02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066544" y="272491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证据：快测目标正确率&gt;=80%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1536192" y="3346704"/>
            <a:ext cx="5815584" cy="603504"/>
          </a:xfrm>
          <a:prstGeom prst="roundRect">
            <a:avLst/>
          </a:prstGeom>
          <a:solidFill>
            <a:srgbClr val="C4CCD5"/>
          </a:solidFill>
          <a:ln w="12700">
            <a:solidFill>
              <a:srgbClr val="84A5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664208" y="3511296"/>
            <a:ext cx="320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03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2066544" y="3456432"/>
            <a:ext cx="522122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行动：课后A组基础3题，B组综合2题，下节开场讲错题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7905641" y="1389888"/>
            <a:ext cx="2957431" cy="3566160"/>
          </a:xfrm>
          <a:prstGeom prst="roundRect">
            <a:avLst/>
          </a:prstGeom>
          <a:solidFill>
            <a:srgbClr val="A5A5A5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134241" y="1609344"/>
            <a:ext cx="2545951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建议素材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7997081" y="5047488"/>
            <a:ext cx="2774551" cy="877824"/>
          </a:xfrm>
          <a:prstGeom prst="roundRect">
            <a:avLst/>
          </a:prstGeom>
          <a:solidFill>
            <a:srgbClr val="8595A8"/>
          </a:solidFill>
          <a:ln w="12700">
            <a:solidFill>
              <a:srgbClr val="396EA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8143385" y="5230368"/>
            <a:ext cx="2500231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管理层决策请求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396EAE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批准试点预算与跨部门协同机制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8134241" y="1920240"/>
            <a:ext cx="2545951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• 作业卡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1307592" y="5047488"/>
            <a:ext cx="9582912" cy="877824"/>
          </a:xfrm>
          <a:prstGeom prst="roundRect">
            <a:avLst/>
          </a:prstGeom>
          <a:solidFill>
            <a:srgbClr val="CCCCCC"/>
          </a:solidFill>
          <a:ln w="12700">
            <a:solidFill>
              <a:srgbClr val="6991C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490472" y="5340096"/>
            <a:ext cx="9217152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0000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演讲备注：闭环收束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548640" y="6327648"/>
            <a:ext cx="11064240" cy="0"/>
          </a:xfrm>
          <a:prstGeom prst="line">
            <a:avLst/>
          </a:prstGeom>
          <a:noFill/>
          <a:ln w="12700">
            <a:solidFill>
              <a:srgbClr val="6991C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" y="6355080"/>
            <a:ext cx="7863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服务稳定性SLO升级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0927080" y="6355080"/>
            <a:ext cx="7315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5A5A5"/>
                </a:solidFill>
                <a:latin typeface="等线" pitchFamily="34" charset="0"/>
                <a:ea typeface="等线" pitchFamily="34" charset="-122"/>
                <a:cs typeface="等线" pitchFamily="34" charset="-120"/>
              </a:rPr>
              <a:t>8/8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Daymori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服务稳定性SLO升级 - 技术评审</dc:title>
  <dc:subject>技术评审</dc:subject>
  <dc:creator>Daymori</dc:creator>
  <cp:lastModifiedBy>Daymori</cp:lastModifiedBy>
  <cp:revision>1</cp:revision>
  <dcterms:created xsi:type="dcterms:W3CDTF">2026-07-03T00:39:09Z</dcterms:created>
  <dcterms:modified xsi:type="dcterms:W3CDTF">2026-07-03T00:39:09Z</dcterms:modified>
</cp:coreProperties>
</file>