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91107-7B0E-4C04-A7B6-AE5479EEB58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52BFF-FD1F-4227-9B6B-A9DA8E151B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270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52BFF-FD1F-4227-9B6B-A9DA8E151B4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430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52BFF-FD1F-4227-9B6B-A9DA8E151B4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748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52BFF-FD1F-4227-9B6B-A9DA8E151B4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971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52BFF-FD1F-4227-9B6B-A9DA8E151B4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297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52BFF-FD1F-4227-9B6B-A9DA8E151B4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899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52BFF-FD1F-4227-9B6B-A9DA8E151B4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59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262EC54-BD24-9CA5-2DA1-1C5DE20399A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BB3994E-144F-1168-4DD6-FD6E9CF863F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9BCC260-0226-288F-368F-2FBD43E75AB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0E7182-EAE7-9278-5AF0-48ECDABF20E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9C521A4-6C70-139F-1F34-11302892EEE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A61C982-F60C-6276-D656-F751FE9A0CA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C65DD40-AB92-6A5A-7430-21713FEE7F8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EBD6099-258F-EBAC-BD6E-436D604D193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50B2AFB-EFFA-A3BD-F398-E94D3E3AA4D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</vt:lpstr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2026-07-07T08:04:04Z</dcterms:modified>
</cp:coreProperties>
</file>