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9CC82F-64E2-4546-8B6E-17C8CE989005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12EEFA-AF69-4F24-B5F7-57D0B9FF60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8296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12EEFA-AF69-4F24-B5F7-57D0B9FF60C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15442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运营层”能力缺口， 先打通知识与工单系统， 再优化策略引擎与反馈学习流程。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12EEFA-AF69-4F24-B5F7-57D0B9FF60C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48663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12EEFA-AF69-4F24-B5F7-57D0B9FF60C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52021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 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12EEFA-AF69-4F24-B5F7-57D0B9FF60C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9532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12EEFA-AF69-4F24-B5F7-57D0B9FF60C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78596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12EEFA-AF69-4F24-B5F7-57D0B9FF60C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61615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客服降本增效方案提案汇报：成本结构优化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01C9814-3492-6E28-D68D-FEDEA4EE9888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3F66EC2F-E96D-EDE0-7D6B-C3F4ED52E98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7CD05D8-8F2C-6CB5-092D-ABE48B784491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客服降本增效方案当前问题并非单点故障，而是流程协同与质量兜底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不足。若直接大规模上线，可能引发体验波动，应先通过小范围试点验证风险边界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客服降本增效方案应拆解“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数据层、模型层、编排层、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BC7BA0F-D158-A96F-C2B8-47869F650E73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阶段：建立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客服降本增效方案成本基线与分层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客服降本增效方案自动化覆盖并压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阶段：按成本收益曲线持续优化投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案建立收益看板，至少覆盖单次服务成本、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一次解决率、平均响应时长与满意度，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按周复盘并动态调整资源投入。 图示：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02AE881-927B-BCBA-7FEC-EFFD5183A7F0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1EED1C0-824C-5370-9D90-42E8387A8442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582BF39-07ED-4195-B24E-2075B8C419DD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BD20E2F-6289-09DF-99BC-B5602BF73619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38AA888-EC1B-5733-9B12-EB9579170E93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604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等线 Light</vt:lpstr>
      <vt:lpstr>MiSans Semibold</vt:lpstr>
      <vt:lpstr>Arial</vt:lpstr>
      <vt:lpstr>MiSans</vt:lpstr>
      <vt:lpstr>MiSans Demibold</vt:lpstr>
      <vt:lpstr>MiSans Light</vt:lpstr>
      <vt:lpstr>思源黑体 CN Normal</vt:lpstr>
      <vt:lpstr>MiSans Normal</vt:lpstr>
      <vt:lpstr>MiSans Medium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2026-07-09T04:19:49Z</dcterms:modified>
</cp:coreProperties>
</file>