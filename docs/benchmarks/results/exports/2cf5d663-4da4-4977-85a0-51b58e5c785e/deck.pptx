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461359-7C78-4271-91EF-64A7C4C42B98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95ED91-82BA-416C-B921-5662804981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8776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供应链数字化转型方案现状结构图 本下降与响应效率提升。 图示：供应链数字化转型方案现状结构图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5ED91-82BA-416C-B921-56628049817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430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供应链数字化转型方案问题分层卡片 知识库缺口、监控盲区”四类问题， 先补齐兜底机制， 再逐步扩大自动化覆盖范围。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5ED91-82BA-416C-B921-56628049817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1527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5ED91-82BA-416C-B921-56628049817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17536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5ED91-82BA-416C-B921-56628049817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259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方案价值与下一步推进优先级。 图示： 试点指标仪表盘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5ED91-82BA-416C-B921-56628049817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79787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5ED91-82BA-416C-B921-56628049817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1449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供应链数字化转型方案提案汇报：体验与增长并重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7E2B2B8-C25F-A83B-A228-A50F71E491C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供应链数字化转型方案提案汇报：体验与增长并重 供应链数字化转型方案提案汇报：体验与增长并重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供应链数字化转型方案的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87CB481-F537-E0D3-446A-952C62DFF51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64B4233-1919-2F84-27F1-8F9FF711B6F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供应链数字化转型方案的核心约束与机会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供应链数字化转型方案目前在高频场景中存在明显资源浪费，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标准问题处理成本偏高。若按试点方式先覆盖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TOP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场景，可在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/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个月内验证单位成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图示：供应链数字化转型方案问题分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围绕供应链数字化转型方案需重点拆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解“误判风险、转人工滞后、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供应链数字化转型方案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BCAF18-9CC4-2DD4-4314-71F26B254F1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供应链数字化转型方案的分阶段落地方案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供应链数字化转型方案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阶段：定义供应链数字化转型方案关键体验指标与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在核心触点试点供应链数字化转型方案体验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阶段：根据用户反馈迭代并扩展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CE19D66-DBF1-09C4-B870-7100D750545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9F5DC90-E6E8-48DA-A7E3-12AA2C7FDD8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5E5E0E2-5D38-8C2F-C30B-687D1F317E0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F743C11-1314-219D-EDFE-DB33620E891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2DE4159-C599-47D7-D271-891DE932943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467</Words>
  <Application>Microsoft Office PowerPoint</Application>
  <PresentationFormat>宽屏</PresentationFormat>
  <Paragraphs>72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2026-07-09T04:43:24Z</dcterms:modified>
</cp:coreProperties>
</file>