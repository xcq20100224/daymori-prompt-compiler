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38237-A452-49B6-AF5E-47F56EED9B8D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06D538-7F2B-44D7-BE28-B9104D0A18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46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06D538-7F2B-44D7-BE28-B9104D0A183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150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06D538-7F2B-44D7-BE28-B9104D0A183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8883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06D538-7F2B-44D7-BE28-B9104D0A183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5610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06D538-7F2B-44D7-BE28-B9104D0A183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407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06D538-7F2B-44D7-BE28-B9104D0A183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72209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06D538-7F2B-44D7-BE28-B9104D0A183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989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C66C85E-9412-017F-63CA-E65958FE8E5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5AE04AB-3979-96E7-569A-CECFC358D57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40ABB51-E5FE-7C59-2977-3ABD9D48334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3EDC03-014D-4948-AF8D-2B24EF87DCD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67241AF-962A-10EB-CEAF-05A5779E4D1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46F2523-8277-E471-1B8A-63B98F350A5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D53826A-5395-68B5-E09E-B948B054431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8709261-4F9E-8EC8-03BF-07A1E72A39F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409757E-7D0C-5C7A-F6DB-52278F3E08D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2026-07-07T08:09:42Z</dcterms:modified>
</cp:coreProperties>
</file>