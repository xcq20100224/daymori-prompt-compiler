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F39BF-8908-426F-BEC8-C8EE591921D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3717-7DDE-4F5F-B25D-6E71568E37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3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3717-7DDE-4F5F-B25D-6E71568E379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34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3717-7DDE-4F5F-B25D-6E71568E379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006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3717-7DDE-4F5F-B25D-6E71568E379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015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3717-7DDE-4F5F-B25D-6E71568E379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132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3717-7DDE-4F5F-B25D-6E71568E379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237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3717-7DDE-4F5F-B25D-6E71568E379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87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12CE2F-5424-2D3F-01B3-D31E8904666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4031E4F-ECE3-CDAE-3D45-A9E908DE846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DBDD53-C2E9-5940-9D5A-ABBE95576F2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094ACC-9B8D-E5A5-60B5-E9E568DCD1F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1AECC8-D422-F9BA-CC05-EC15741AD29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6148FE-3F22-9033-CA9C-6A421A101BD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A38187-956E-70BF-9AAC-F416ED48F5E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021904-E734-C85B-4088-455BDBFD70F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98D9B6-430E-72B1-667C-0C9B2B5E5A8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2026-07-09T02:17:02Z</dcterms:modified>
</cp:coreProperties>
</file>