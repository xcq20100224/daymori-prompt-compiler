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D4036-75EE-4499-A560-31CF5826796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2332B-A6A4-44E9-91D0-0596408C7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9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2332B-A6A4-44E9-91D0-0596408C79F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5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2332B-A6A4-44E9-91D0-0596408C79F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410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2332B-A6A4-44E9-91D0-0596408C79F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795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2332B-A6A4-44E9-91D0-0596408C79F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509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2332B-A6A4-44E9-91D0-0596408C79F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355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2332B-A6A4-44E9-91D0-0596408C79F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274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1E7BBB-7646-4781-2BBD-98E50A60367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0D861AB-A11B-6314-1E19-1EC98965DE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8222E8-85DE-BE08-1011-F260F8E4C9D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52B866-31DF-6DE3-3280-55776E7F2E9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B22701-37BB-F69B-418C-F28274B0139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12951A-7032-6A1D-E43F-8BB660405BB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E30D59-7F32-A9A7-7956-6D18A8A11B9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A9E0D75-8928-143F-2508-8757E0AC487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4F21C58-5C02-C583-7987-E64BEA42353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2026-07-07T04:05:30Z</dcterms:modified>
</cp:coreProperties>
</file>