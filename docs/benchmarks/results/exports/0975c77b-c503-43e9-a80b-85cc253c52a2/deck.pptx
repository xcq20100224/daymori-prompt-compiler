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84517-5410-4A43-A378-E6750134FAC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868DDF-7945-4E69-8340-87B75E4D7B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757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68DDF-7945-4E69-8340-87B75E4D7BB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224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68DDF-7945-4E69-8340-87B75E4D7BB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922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68DDF-7945-4E69-8340-87B75E4D7BB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660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68DDF-7945-4E69-8340-87B75E4D7BB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74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68DDF-7945-4E69-8340-87B75E4D7BB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5749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868DDF-7945-4E69-8340-87B75E4D7BB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5356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BCD0BE-4553-342E-B10E-F1FD8B60E02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24A8725-08F3-E610-2A50-42FAAC1C3406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588D396-8A94-D4BE-DF49-0D97E945276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6EB25B-1C5A-3652-D9A9-C40DCE6D3EE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C6062F-8B28-919B-D333-EFC56C27743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0EC2074-2172-F008-03DF-3A5B8BDFB2A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299C58-8B9E-D3DB-6895-1EC49DF52AB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45700DC-7D7C-6C47-3C15-070D300D91F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78E20B7-BFC9-E5AD-E4E1-BE77A5FE011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C2BE178-4B9E-AD4C-7DC4-ED66AD4F20A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62EB88-694D-B726-716C-984C8118A9B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9EA6D0F-811E-9015-01B9-77AC15D6CDF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FB2D7AC-D668-9114-03F2-9AB5D49EED2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C12276-F6C4-FF7C-A9A4-7C356992488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6035A3C-4515-439B-A5B0-B4EE42F936B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2026-07-08T14:05:44Z</dcterms:modified>
</cp:coreProperties>
</file>