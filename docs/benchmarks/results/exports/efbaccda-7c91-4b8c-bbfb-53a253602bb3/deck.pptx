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019419-A632-40C4-8725-26F4403D32D0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31A8F-FC6C-436D-BE5B-19155BE89B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051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31A8F-FC6C-436D-BE5B-19155BE89B7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44134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31A8F-FC6C-436D-BE5B-19155BE89B7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25755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31A8F-FC6C-436D-BE5B-19155BE89B7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35419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31A8F-FC6C-436D-BE5B-19155BE89B7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81321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31A8F-FC6C-436D-BE5B-19155BE89B7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76794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31A8F-FC6C-436D-BE5B-19155BE89B7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4702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5C92DB-B972-542E-D83F-33F8FA6E2438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E0CEBD3-61CC-C36A-5554-DB5BD42284C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04E7542-15E3-6386-F187-F0AABFABC376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0DF5B20-157C-019F-A0B0-1431BF2D89E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511CB38-4AE3-5197-AAB5-B7A1F4B8F85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8336E03-74B0-02B5-530D-0C65EEEE040F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418F364-1C1A-179A-A7D2-B7C82F84549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A5C8F13-FA8F-A614-2617-627939EE5A5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7B1ED19-7451-9AB5-B261-962516B819B9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 Light</vt:lpstr>
      <vt:lpstr>MiSans Medium</vt:lpstr>
      <vt:lpstr>MiSans Normal</vt:lpstr>
      <vt:lpstr>思源黑体 CN Normal</vt:lpstr>
      <vt:lpstr>MiSans</vt:lpstr>
      <vt:lpstr>MiSans Demibold</vt:lpstr>
      <vt:lpstr>MiSans ExtraLight</vt:lpstr>
      <vt:lpstr>Arial</vt:lpstr>
      <vt:lpstr>MiSans Light</vt:lpstr>
      <vt:lpstr>MiSans Semibold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2026-07-08T04:34:19Z</dcterms:modified>
</cp:coreProperties>
</file>