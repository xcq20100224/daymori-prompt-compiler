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7CDD0-F192-40CA-A59E-9F15E6F1698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0C591-4740-4222-9B60-A47C5C12C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835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0C591-4740-4222-9B60-A47C5C12CA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48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0C591-4740-4222-9B60-A47C5C12CA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554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0C591-4740-4222-9B60-A47C5C12CA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80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0C591-4740-4222-9B60-A47C5C12CA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38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0C591-4740-4222-9B60-A47C5C12CA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93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0C591-4740-4222-9B60-A47C5C12CA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665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E0D85F-F59F-A841-EF27-182C8F82F9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0DEF5D6-81DD-155B-6663-F0039E35D4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9F9006-E06A-B8EF-1AA8-BEC4FBE59C7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7FDC81-EA86-CB16-5AE6-BA3CDAD1AB4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DA3286-CA60-55DB-EB96-BAD75F4F55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EB0093-0F98-5F37-E97F-F08E3C390EB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6F8A13-D828-59C7-427D-A5F0DB0DCF3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8DE393D-A4D7-A643-6012-34B48487C34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A84729-6E65-8F1E-9F25-8E7C7184B9D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2026-07-08T05:04:12Z</dcterms:modified>
</cp:coreProperties>
</file>