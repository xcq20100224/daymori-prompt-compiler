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F79C4-8D52-41DF-B5B7-7AF0661A7127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F5EE6C-2FF0-4369-87BE-9D2F0D552F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834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5EE6C-2FF0-4369-87BE-9D2F0D552F5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873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5EE6C-2FF0-4369-87BE-9D2F0D552F5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633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5EE6C-2FF0-4369-87BE-9D2F0D552F5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4003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5EE6C-2FF0-4369-87BE-9D2F0D552F5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006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5EE6C-2FF0-4369-87BE-9D2F0D552F5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125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5EE6C-2FF0-4369-87BE-9D2F0D552F5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113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F75271D-9AB5-5322-3A21-581CABC93EC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70F306C-E0C9-867F-AA84-78A0E0F1087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C067FD6-76D6-7859-31DC-0920F3BFF5E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F8AD83-2C41-ABBF-514D-3E26F6862DB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63673D1-074C-45E1-CA40-66CAD6BDD8C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3E29CAA-1156-CFD4-0170-214AEABD121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76C3D85-DB6F-0837-A76C-58F7A826FB9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4376CDC-401B-3FA2-F4CA-4FA3791A968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51448DA-B4FB-B515-C66D-A05C4AA05B6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Light</vt:lpstr>
      <vt:lpstr>思源黑体 CN Normal</vt:lpstr>
      <vt:lpstr>MiSans Normal</vt:lpstr>
      <vt:lpstr>MiSans Medium</vt:lpstr>
      <vt:lpstr>等线 Light</vt:lpstr>
      <vt:lpstr>MiSans</vt:lpstr>
      <vt:lpstr>Arial</vt:lpstr>
      <vt:lpstr>MiSans ExtraLight</vt:lpstr>
      <vt:lpstr>MiSans Demibold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2026-07-07T07:48:53Z</dcterms:modified>
</cp:coreProperties>
</file>