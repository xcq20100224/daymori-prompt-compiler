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8BA27-E2B9-42B3-98A3-928135CCC37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08175-FE31-4D1A-A4F5-95DDA6C57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400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08175-FE31-4D1A-A4F5-95DDA6C5749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986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08175-FE31-4D1A-A4F5-95DDA6C5749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139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08175-FE31-4D1A-A4F5-95DDA6C5749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497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08175-FE31-4D1A-A4F5-95DDA6C5749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163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08175-FE31-4D1A-A4F5-95DDA6C5749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77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08175-FE31-4D1A-A4F5-95DDA6C5749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345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282800-E3E0-73F3-97F9-8AC65A82CD9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15A30A4-AD4C-30B4-2D7E-D0E86C3A290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CB4FDAF-691A-4CD7-83FB-8F429F28DC9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4C63AF-893F-1B66-6C38-2500ED66FA5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C0A90D-7D8E-1EAA-F722-EACE20C64A1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0413FF-F8F9-945C-3159-F9230A37F25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F779A5-050F-E82A-11C0-045896C0009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062E1A-727B-E4BC-2AE8-4555052748E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DC3FDF-1FA4-B004-8546-D22CA7F7FA7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ExtraLight</vt:lpstr>
      <vt:lpstr>MiSans Demibold</vt:lpstr>
      <vt:lpstr>等线 Light</vt:lpstr>
      <vt:lpstr>MiSans Semibold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2026-07-08T13:09:19Z</dcterms:modified>
</cp:coreProperties>
</file>