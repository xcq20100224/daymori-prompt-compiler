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6D75-8114-40BC-9626-951BDCE24DA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B2C1C-89A6-42DD-8D29-1B444E7E6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612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B2C1C-89A6-42DD-8D29-1B444E7E67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B2C1C-89A6-42DD-8D29-1B444E7E67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430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B2C1C-89A6-42DD-8D29-1B444E7E67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0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B2C1C-89A6-42DD-8D29-1B444E7E67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968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B2C1C-89A6-42DD-8D29-1B444E7E67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03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B2C1C-89A6-42DD-8D29-1B444E7E67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13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508583-689B-9243-555B-42E9F92ED60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53074A8-A0D7-3705-D461-03D3BE92ED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A2C890-7C79-5691-75F7-5776ED6CA71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06CB68-1D47-D3CE-00E1-03370906147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9CC7A8-4DAA-D87A-DE86-26D8943C4FC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04B8D3-BB17-7EDD-63E5-B41EBE1A2A3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237310-EE92-0782-09E9-9D7A72D7BC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33E6E5-F1AD-EBEB-286F-69F651A980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A33AE9-CD50-5CAF-D709-2EF9D34F087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2026-07-09T02:19:30Z</dcterms:modified>
</cp:coreProperties>
</file>