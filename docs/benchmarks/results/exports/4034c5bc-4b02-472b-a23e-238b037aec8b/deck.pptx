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15B40-4D66-4894-9742-799A0DCB875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A9158-3092-46E4-B727-130478A7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63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9158-3092-46E4-B727-130478A7B4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55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9158-3092-46E4-B727-130478A7B4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166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9158-3092-46E4-B727-130478A7B4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466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9158-3092-46E4-B727-130478A7B4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092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9158-3092-46E4-B727-130478A7B4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887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9158-3092-46E4-B727-130478A7B4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957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143C10-EBC8-29DC-916B-5B9F770C086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E8A4FAB-87D0-07ED-38CC-04FA956BAC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B29EF5-5349-DEFB-6176-2038C2DA3FC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4840F0-FB27-64BA-BFA5-34E247431FD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E75D9B-1539-05AC-3339-C0762F78AE3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16492D-29F3-2FA8-48F0-731E8253CC1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14E4FFE-0699-9E6F-AB90-EC496EC5C51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6CB1E6-80D9-8338-0EBF-D4967BDAC9D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1E174B-12C0-0C13-2B39-27021023C18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ExtraLight</vt:lpstr>
      <vt:lpstr>MiSans Demibold</vt:lpstr>
      <vt:lpstr>等线 Light</vt:lpstr>
      <vt:lpstr>MiSans Semibold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2026-07-08T12:59:21Z</dcterms:modified>
</cp:coreProperties>
</file>