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9C39C-B207-4C34-85F4-B5D717197A3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BE31E-BBCA-4E7C-8F2B-F385E8E34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689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BE31E-BBCA-4E7C-8F2B-F385E8E341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470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BE31E-BBCA-4E7C-8F2B-F385E8E341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89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BE31E-BBCA-4E7C-8F2B-F385E8E341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954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BE31E-BBCA-4E7C-8F2B-F385E8E341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506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BE31E-BBCA-4E7C-8F2B-F385E8E341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070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8BE31E-BBCA-4E7C-8F2B-F385E8E341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578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A19B531-249E-BFAE-DFD3-E39C6AA16EA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0214110-0A96-961E-A782-F67592492A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3DA0F7C-7857-47DD-DBE3-14330F935B6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8D74F6-37B9-DDE4-64ED-5FE2CD70F53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117349-5D97-A620-231C-78CA38F4400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521C64-84AF-48C5-CDD6-441B431BE64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1F3552-0804-97B7-5A01-FFBEF6C430B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CCA392-AF88-061C-7CCE-A56DF3E68EF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7DAD30-0FD8-1100-96B4-91D6FF44218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2026-07-08T10:15:33Z</dcterms:modified>
</cp:coreProperties>
</file>