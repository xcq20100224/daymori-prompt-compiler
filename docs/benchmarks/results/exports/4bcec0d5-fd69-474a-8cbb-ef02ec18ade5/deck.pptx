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15641-ED6D-401F-AFAC-7474ED5C3B3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C6CCF-F349-43A2-B231-764EF3F0AA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7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53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66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841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086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34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C6CCF-F349-43A2-B231-764EF3F0AA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61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3987C8-DD75-478E-0CD7-F469A82EC9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B4ACE1-EE62-BC55-5D28-9B02FE7802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17245E-5AA0-AEC1-95B3-808BFC09E1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8C5AC-4D69-8F1C-16B7-28D0B288A17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D82B50-58B8-3344-4B50-B907CB05E7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4F0051-ED06-8F0B-DAD1-2C7EA13375E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CE3F12-D5FE-90A8-308B-A27FFECFADA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340A3E-567D-106F-5CF8-D6C9C91F234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DDCC5-737E-B17B-9409-DF896BD807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2026-07-07T07:52:03Z</dcterms:modified>
</cp:coreProperties>
</file>