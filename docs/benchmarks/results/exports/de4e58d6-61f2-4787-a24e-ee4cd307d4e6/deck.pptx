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03741-B475-43A5-9653-A8B6AD6B98D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3B296-1E2D-4E21-A3EB-0C9CC10535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3371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3B296-1E2D-4E21-A3EB-0C9CC10535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323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3B296-1E2D-4E21-A3EB-0C9CC10535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437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3B296-1E2D-4E21-A3EB-0C9CC10535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031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3B296-1E2D-4E21-A3EB-0C9CC10535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631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3B296-1E2D-4E21-A3EB-0C9CC10535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545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F3B296-1E2D-4E21-A3EB-0C9CC10535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41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8C97D0-0C0B-5D9E-71B6-8AA9D680F0A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A15CD75-7FA6-E417-FCBB-CCD40395F0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C9F3CD-CAFD-E582-631C-3F6B1762446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90CC50-6624-FCCF-FA73-3FF3D76F8F4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3519375-F828-E555-550C-E0FC2812A11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8C54FB-8A37-DC3D-B843-0D0C3317A79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BBF738C-22B3-D42C-6526-9E7249C5D9C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0EBDF8D-5355-F135-307B-13D17E16396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8833EB8-26D0-23FA-716A-670F05926FF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2026-07-08T12:40:36Z</dcterms:modified>
</cp:coreProperties>
</file>