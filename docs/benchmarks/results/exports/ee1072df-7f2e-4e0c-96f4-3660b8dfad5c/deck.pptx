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82DE2F-139D-434A-946D-C67D3102449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DF3E33-597E-48D6-9708-AE03DC34AF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073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</a:t>
            </a:r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DF3E33-597E-48D6-9708-AE03DC34AFF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4812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ABTest2_1783519662126</a:t>
            </a:r>
            <a:r>
              <a:rPr lang="zh-CN" altLang="en-US"/>
              <a:t>现状结构图 效率与可持续性将同步承压，需要先完成问题分层与优先级重排。 图示： </a:t>
            </a:r>
            <a:r>
              <a:rPr lang="en-US" altLang="zh-CN"/>
              <a:t>ABTest2_1783519662126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DF3E33-597E-48D6-9708-AE03DC34AFF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525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ABTest2_1783519662126</a:t>
            </a:r>
            <a:r>
              <a:rPr lang="zh-CN" altLang="en-US"/>
              <a:t>问题分层卡片 义、流程协同、 执行能力与反馈闭环四个层面。 先聚焦高频高影响环节， 再逐步覆盖复杂场景， 可显著降低试点风险。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DF3E33-597E-48D6-9708-AE03DC34AFF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062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ABTest2_1783519662126</a:t>
            </a:r>
            <a:r>
              <a:rPr lang="zh-CN" altLang="en-US"/>
              <a:t>方案架构图 验证”三层架构， 先完成基线与关键能力 建设， 再通过迭代机制优化质 量， 形成可复制的执行闭环。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DF3E33-597E-48D6-9708-AE03DC34AFF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40003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DF3E33-597E-48D6-9708-AE03DC34AFF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0796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DF3E33-597E-48D6-9708-AE03DC34AFF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952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DF3E33-597E-48D6-9708-AE03DC34AFF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965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ABTest2_1783519662126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ABTest2_1783519662126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提案汇报 内容由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ABTest2_178</a:t>
            </a:r>
          </a:p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3519662126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的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037102A-2262-AB63-6167-1A4F8FBE421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ABTest2_1783519662126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当前在目标达成、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资源配置与执行路径上存在明显瓶颈。若继续沿用现有方式，成本、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ABTest2_17835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19662126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问题分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ABTest2_178351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9662126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可将问题拆为目标定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ABTest2_17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8351966212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6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…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8351966212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6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8351966212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6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ABTest2_178351966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ABTest2_178351966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ABTest2_1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783519662126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D562DDA-B768-8905-93CA-22A841856A1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AF25404-9458-2658-920D-5ED1D5FE5E7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1CA39DB-0A83-CBD6-94A1-92C863F7DDC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2BA3631-B378-FDAA-508C-62644D1F29C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1DCDE75-D9A5-A7B9-B4BD-BEF1964F5C8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439</Words>
  <Application>Microsoft Office PowerPoint</Application>
  <PresentationFormat>宽屏</PresentationFormat>
  <Paragraphs>84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2026-07-08T14:08:59Z</dcterms:modified>
</cp:coreProperties>
</file>