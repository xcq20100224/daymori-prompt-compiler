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1F3ED6-C6D6-4184-BF7F-130D8374737D}" type="datetimeFigureOut">
              <a:rPr lang="zh-CN" altLang="en-US" smtClean="0"/>
              <a:t>2026/7/7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51DFBEE-AB66-4A5D-A933-B45A2F030BA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054886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客服工作量结构图 和服务稳定性仍难保障。 图示：客服工作量结构图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1DFBEE-AB66-4A5D-A933-B45A2F030BAA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1487192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高频问题分类卡片 标准答案，适合由 </a:t>
            </a:r>
            <a:r>
              <a:rPr lang="en-US" altLang="zh-CN"/>
              <a:t>AI </a:t>
            </a:r>
            <a:r>
              <a:rPr lang="zh-CN" altLang="en-US"/>
              <a:t>客服优先承接。 人工团队应聚焦投诉处理、 复杂异常与高价值客户沟通， 以提升整体服务质量。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1DFBEE-AB66-4A5D-A933-B45A2F030BAA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3260368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客服能力架构图 再逐步接入质检分析与 运营报表， 形成可持续优化的服务 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1DFBEE-AB66-4A5D-A933-B45A2F030BAA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64874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1DFBEE-AB66-4A5D-A933-B45A2F030BAA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8810204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才进入规模化推广。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1DFBEE-AB66-4A5D-A933-B45A2F030BAA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8060696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1DFBEE-AB66-4A5D-A933-B45A2F030BAA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033831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/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AI</a:t>
            </a:r>
            <a:r>
              <a:rPr lang="zh-CN" altLang="en-US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客服降本增效方案</a:t>
            </a:r>
            <a:endParaRPr lang="zh-CN" altLang="en-US" sz="30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CE818C2E-20FB-7FEA-AEFD-B122C99BB12F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先明确压力来源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AFD6F263-7BAE-78B0-8E55-5ABBD7AB2803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D07CCF6E-6DBB-7896-EAD2-B2C195B34FFE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先明确压力来源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 随着咨询量、售后问题和服务渠道持续增加，人工客服长期承担重复问答、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订单查询与进度解释工作。排班、培训与质检成本持续抬升，但高峰时段的响应速度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客服成本压力正在上升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高频问题适合优先自动化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图示：高频问题分类卡片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售前咨询、订单状态、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退换货政策与基础售后进度通常具备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承接标准问题，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用人工处理复杂问题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13397468-0A1E-3C04-C40A-D617F59EE4E5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用</a:t>
            </a:r>
            <a:r>
              <a:rPr lang="en-US" altLang="zh-CN" sz="1400"/>
              <a:t>AI</a:t>
            </a:r>
            <a:r>
              <a:rPr lang="zh-CN" altLang="en-US" sz="1400"/>
              <a:t>承接标准问题，用人工处理复杂问题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en-US" altLang="zh-CN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AI</a:t>
            </a: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客服能力分层建设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方案以知识库、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意图识别、多轮对话、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工单联动与人工转接为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核心能力，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先覆盖标准化问答场景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...</a:t>
            </a:r>
            <a:endParaRPr lang="en-US" altLang="zh-CN" sz="1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图示：</a:t>
            </a:r>
          </a:p>
          <a:p>
            <a:pPr algn="ctr"/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客服能力架构图</a:t>
            </a:r>
          </a:p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方案设计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阶段：梳理高频问题并建设知识库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接入客服系统并灰度上线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阶段：根据命中率持续优化运营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试点阶段建议重点跟踪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独立解决率、转人工率、平均响应时长、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人工客服负载与客户满意度。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只有当效率提升与体验稳定同时成立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2EBD32E7-8646-0BD3-250F-9A20F5F0F491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75145F87-24CB-4763-5230-CA74F1A47F74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A55249BE-DE2D-314B-CEA5-4ECD1510FEFE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2F443123-B71F-F709-09F3-DA891837E8FC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006D2C88-A8FA-70DE-CA74-864D0D412C06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564</Words>
  <Application>Microsoft Office PowerPoint</Application>
  <PresentationFormat>宽屏</PresentationFormat>
  <Paragraphs>87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Semibold</vt:lpstr>
      <vt:lpstr>等线</vt:lpstr>
      <vt:lpstr>MiSans Medium</vt:lpstr>
      <vt:lpstr>思源黑体 CN Normal</vt:lpstr>
      <vt:lpstr>MiSans ExtraLight</vt:lpstr>
      <vt:lpstr>等线 Light</vt:lpstr>
      <vt:lpstr>MiSans</vt:lpstr>
      <vt:lpstr>Arial</vt:lpstr>
      <vt:lpstr>MiSans Demibold</vt:lpstr>
      <vt:lpstr>MiSans Light</vt:lpstr>
      <vt:lpstr>MiSans Normal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2026-07-07T08:23:08Z</dcterms:modified>
</cp:coreProperties>
</file>