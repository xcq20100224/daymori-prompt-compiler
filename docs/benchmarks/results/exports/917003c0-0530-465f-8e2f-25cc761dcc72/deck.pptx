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BD9AD-B904-46AF-B0A0-2CC0197215E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D3AF7-0233-41E3-8D6D-66A31F720E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272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D3AF7-0233-41E3-8D6D-66A31F720E9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937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D3AF7-0233-41E3-8D6D-66A31F720E9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559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D3AF7-0233-41E3-8D6D-66A31F720E9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295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D3AF7-0233-41E3-8D6D-66A31F720E9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404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D3AF7-0233-41E3-8D6D-66A31F720E9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862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D3AF7-0233-41E3-8D6D-66A31F720E9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26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70276D-CF53-1EE4-C9A3-A0889798C4C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1242E65-8AF0-4372-70E9-47D69164744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FADED0-084F-AFEF-82AE-4AB2BB27A9B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CE2911-5EBB-9158-8907-C47C6F6421F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BC8B44-BD5F-4ECB-E5E0-968D4A1AE2C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C2E91E-341D-D4B0-958A-A1BA462D664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CD6A36-7FD0-813F-5D2A-73464847D3E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39E2D8-7F1D-B8DE-E2C8-640AE918E16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CBDE1E-631B-F9A6-154A-0AF9310BEEC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2026-07-07T08:36:02Z</dcterms:modified>
</cp:coreProperties>
</file>