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21FCD7-58B7-4CC0-AC35-6DBACB240FA3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B59DC3-1AAF-4CB2-8355-80B119D76B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3328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B59DC3-1AAF-4CB2-8355-80B119D76B1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41561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运营层”能力缺口， 先打通知识与工单系统， 再优化策略引擎与反馈学习流程。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B59DC3-1AAF-4CB2-8355-80B119D76B1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51602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执行动作与里程碑安排， 帮助读者快速理解问题 背景、 方案价值与下一步推进 优先级。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B59DC3-1AAF-4CB2-8355-80B119D76B1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68171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 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B59DC3-1AAF-4CB2-8355-80B119D76B1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81422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B59DC3-1AAF-4CB2-8355-80B119D76B1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40402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B59DC3-1AAF-4CB2-8355-80B119D76B1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49243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客服降本增效方案提案汇报：成本结构优化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8031B5A-206F-3A3B-320C-26E28A7FB7AC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3A0B4437-431F-DCD7-F90F-C8EDA7238943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923F90E-F6B5-2269-9536-2DF8FA1FD986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客服降本增效方案当前问题并非单点故障，而是流程协同与质量兜底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不足。若直接大规模上线，可能引发体验波动，应先通过小范围试点验证风险边界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客服降本增效方案应拆解“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数据层、模型层、编排层、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5A2B253-94C3-328C-13EC-552D8B6A5891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本页提供可直接用于汇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报的业务说明，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系统覆盖场景现状、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关键判断、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阶段：建立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客服降本增效方案成本基线与分层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客服降本增效方案自动化覆盖并压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阶段：按成本收益曲线持续优化投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案建立收益看板，至少覆盖单次服务成本、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一次解决率、平均响应时长与满意度，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按周复盘并动态调整资源投入。 图示：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28C1940-B11C-9311-3717-A84DCBBF2F76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DA8076C-0CC1-661C-EB36-F828F85E6B53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994820B-5263-BADF-AB69-A873F247A18E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B1F9EBB-BB8B-16E5-63A4-662E8E1A4778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322F232-CADA-8C5A-D8F8-76C73B7C9F7B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604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Demibold</vt:lpstr>
      <vt:lpstr>MiSans Light</vt:lpstr>
      <vt:lpstr>思源黑体 CN Normal</vt:lpstr>
      <vt:lpstr>MiSans Normal</vt:lpstr>
      <vt:lpstr>MiSans Medium</vt:lpstr>
      <vt:lpstr>等线 Light</vt:lpstr>
      <vt:lpstr>Arial</vt:lpstr>
      <vt:lpstr>MiSans ExtraLight</vt:lpstr>
      <vt:lpstr>MiSans Semibold</vt:lpstr>
      <vt:lpstr>等线</vt:lpstr>
      <vt:lpstr>MiSans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2026-07-09T04:27:48Z</dcterms:modified>
</cp:coreProperties>
</file>