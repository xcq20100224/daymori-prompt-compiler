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8EE310-8229-48E4-89B8-3A5902FAE58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1F4CB0-8524-489F-8F1E-600F7042E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768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761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7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89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66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539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1F4CB0-8524-489F-8F1E-600F7042ED8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31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AF33FE-34F1-D467-97F7-3365CDF4BE3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A08C8F7-4873-BCBE-DA08-FF570028C4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E8A9800-2ED9-DBAC-A460-45B823676A4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7540F7-6D54-5BA9-ED35-A1468F0F649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B3B0F4-AE75-5A5A-D1F5-53A73635409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505833-5C0E-D05D-A4D4-1F75B0A242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B0AAB92-895F-A677-8FA5-D77689A838B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953621-2CD9-BCFF-E499-AC03993E1C6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77E0263-8843-5BCF-8B2A-968FBA1A50A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Demibold</vt:lpstr>
      <vt:lpstr>MiSans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2026-07-08T04:28:39Z</dcterms:modified>
</cp:coreProperties>
</file>