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A3CA8-B1A7-4D4D-A9F5-D431463DA05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8265F-E0EA-48C4-B36A-A93DFCAB9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69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434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245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764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891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402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500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886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8265F-E0EA-48C4-B36A-A93DFCAB96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986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建立渠道投放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2026-07-02T05:27:32Z</dcterms:modified>
</cp:coreProperties>
</file>