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D0164-3D13-490C-BDF6-C73418C30811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BF3B47-0531-42AB-9EB0-AA15965BC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16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F3B47-0531-42AB-9EB0-AA15965BC66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678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F3B47-0531-42AB-9EB0-AA15965BC66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303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F3B47-0531-42AB-9EB0-AA15965BC66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848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F3B47-0531-42AB-9EB0-AA15965BC66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619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F3B47-0531-42AB-9EB0-AA15965BC66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795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F3B47-0531-42AB-9EB0-AA15965BC66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731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65B5176-AC3A-44F3-C269-AE38B016E54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79AF0E4-B289-645A-BA55-9FCD0F176D9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42722F6-02EF-3D70-6CE9-04586128B15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B11F8B-06D3-D4B5-DA65-039160FCB72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7195EE0-52B0-BFD3-502D-80CE7695E78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5BB54D-8E4A-AC66-58FC-885CC841DA2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B8A77D1-FB68-93E2-B4EA-6B19772BDC5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FCAE20A-3DFF-EC95-1DC0-C6582091F98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516B14D-4A30-C9D2-B90A-8586EB5E628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2026-07-07T08:49:27Z</dcterms:modified>
</cp:coreProperties>
</file>