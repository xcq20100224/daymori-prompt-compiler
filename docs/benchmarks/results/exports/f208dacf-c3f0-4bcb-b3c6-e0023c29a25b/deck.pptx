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A8D62D-1F7F-4445-884A-2517A11086AC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451A35-D7BF-49C9-B068-3D43A4E9E5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912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新产品上市计划现状结构图 先级重排。 图示：新产品上市计划现状结构图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451A35-D7BF-49C9-B068-3D43A4E9E5F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5085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451A35-D7BF-49C9-B068-3D43A4E9E5F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405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451A35-D7BF-49C9-B068-3D43A4E9E5F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636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451A35-D7BF-49C9-B068-3D43A4E9E5F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47736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451A35-D7BF-49C9-B068-3D43A4E9E5F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821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451A35-D7BF-49C9-B068-3D43A4E9E5F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0462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新产品上市计划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新产品上市计划提案汇报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9964E32-1AAC-C902-51FF-FA5D0A50690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新产品上市计划提案汇报 新产品上市计划提案汇报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新产品上市计划的核心约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1DDB27C-5A74-84CB-7BC5-A0889AA7B68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0696651-9819-92B5-52E3-A2DA0007021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新产品上市计划当前在目标达成、资源配置与执行路径上存在明显瓶颈。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图示：新产品上市计划问题分层卡片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围绕新产品上市计划可将问题拆为目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新产品上市计划的分阶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4E45ADB-A7AE-1064-8BC1-58E69AED934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新产品上市计划方案建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新产品上市计划方案架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构图 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阶段：明确新产品上市计划目标与边界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完成新产品上市计划试点并跟踪关键指标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建议围绕新产品上市计划建立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6D5A387-7AA2-1404-3F2C-FAC279E7260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9EB197-E87E-8C0A-2A14-11082E9AEA5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B3C6457-B707-4453-1A74-6465427FA76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540F81A-F7E0-80FC-AECC-10DFE76C9FF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29EEE6C-6AE5-DFCF-E924-9063A419460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579</Words>
  <Application>Microsoft Office PowerPoint</Application>
  <PresentationFormat>宽屏</PresentationFormat>
  <Paragraphs>89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2026-07-08T10:16:31Z</dcterms:modified>
</cp:coreProperties>
</file>