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0CAD7-7C60-4593-A453-1CCAE49AA00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74AF5-7CCF-4119-95D1-F56453677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965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74AF5-7CCF-4119-95D1-F56453677C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09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74AF5-7CCF-4119-95D1-F56453677C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681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74AF5-7CCF-4119-95D1-F56453677C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161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74AF5-7CCF-4119-95D1-F56453677C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203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74AF5-7CCF-4119-95D1-F56453677C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07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74AF5-7CCF-4119-95D1-F56453677C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28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D620FA-574A-C433-8EC0-6E2E387E0F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23E7E56-3DBA-427F-4F38-9D0487F5DB3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E004F0-14ED-7D85-86CA-CC0610F192D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1FF00A-4D73-69F0-013E-A13833B3DF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8F967-044D-8959-1374-A5721BD19A5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8541F2-C79F-B07F-D39A-A3E7111987A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7542C25-CE5C-848C-E881-287446241D5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4BCB9C-B7BD-B02F-1495-0F1DD05FC2A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0A3398-0C16-53F1-7F29-FBC4EC9AA20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2026-07-08T05:38:12Z</dcterms:modified>
</cp:coreProperties>
</file>