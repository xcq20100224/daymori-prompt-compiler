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A4D6D7-D6FD-4230-B443-45D99EB1B92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9059BA-456B-4261-AEB5-C0F281568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37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咖啡店选址方案现状结构图 先级重排。 图示：咖啡店选址方案现状结构图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59BA-456B-4261-AEB5-C0F281568FE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653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59BA-456B-4261-AEB5-C0F281568FE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42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咖啡店选址方案方案架构图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59BA-456B-4261-AEB5-C0F281568FE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777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59BA-456B-4261-AEB5-C0F281568FE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370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59BA-456B-4261-AEB5-C0F281568FE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043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9059BA-456B-4261-AEB5-C0F281568FE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966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咖啡店选址方案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咖啡店选址方案提案汇报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34845E-22C5-8908-38D0-891E3F38BD4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咖啡店选址方案提案汇报 咖啡店选址方案提案汇报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咖啡店选址方案的核心约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42DB47A2-AA41-14A7-4405-F26F60E6C7F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B53269F-D0AF-3975-91C0-AFC82CC9A55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咖啡店选址方案当前在目标达成、资源配置与执行路径上存在明显瓶颈。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图示：咖啡店选址方案问题分层卡片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围绕咖啡店选址方案可将问题拆为目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咖啡店选址方案的分阶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4A6FD83-D0D0-AF9E-9994-AEA0EAB1882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咖啡店选址方案的分阶段落地方案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咖啡店选址方案方案建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咖啡店选址方案方案架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阶段：明确咖啡店选址方案目标与边界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完成咖啡店选址方案试点并跟踪关键指标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建议围绕咖啡店选址方案建立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3B31DD-3C7A-F984-4409-B30CAAA568F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C86F4A-A4C2-087C-444F-4CFCBCDE464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441185-E53F-54E3-3A50-24DC1929365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2595D86-7200-C796-3051-98E765AE7A5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D2737A2-40CB-03EF-EB2C-3BBF87FC1CB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MiSans Semibold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2026-07-08T10:46:19Z</dcterms:modified>
</cp:coreProperties>
</file>