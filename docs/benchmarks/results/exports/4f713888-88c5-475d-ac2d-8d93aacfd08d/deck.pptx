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1EFDB-D596-405A-91F8-51A7928CADA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2D8C1-F653-4198-B4A2-00D737AD2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387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2D8C1-F653-4198-B4A2-00D737AD2E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336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2D8C1-F653-4198-B4A2-00D737AD2E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02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2D8C1-F653-4198-B4A2-00D737AD2E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305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2D8C1-F653-4198-B4A2-00D737AD2E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200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2D8C1-F653-4198-B4A2-00D737AD2E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644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2D8C1-F653-4198-B4A2-00D737AD2E1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320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0010C5-3C25-150F-B381-55C7B3E9A74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008724-0ABE-33AD-8586-8B1A87E6E85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8FC7F8-1E39-AC98-FBF2-BBF0EEA2631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34E139-7910-E107-5D92-B7742C1B84B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4B11DA-C19C-1BD4-CA3A-602FA431EC9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2AED6A-AA54-55CA-BD46-989D0394416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F6DE95-A2D0-2EB0-4D30-D0CE574EC4B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4A3F4-D02F-1FF8-FAC1-A66872E6D07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0AE324-250F-5BF9-2D9A-C9918287F2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2026-07-07T08:13:59Z</dcterms:modified>
</cp:coreProperties>
</file>