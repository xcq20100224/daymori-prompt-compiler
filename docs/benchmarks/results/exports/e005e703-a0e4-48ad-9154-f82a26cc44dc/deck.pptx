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5E7D1-CBF6-432A-BF38-4D7816F76B4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6907C-4C8D-4102-8433-F72A61C3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148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907C-4C8D-4102-8433-F72A61C3A1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567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907C-4C8D-4102-8433-F72A61C3A1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308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907C-4C8D-4102-8433-F72A61C3A1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77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907C-4C8D-4102-8433-F72A61C3A1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951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907C-4C8D-4102-8433-F72A61C3A1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338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907C-4C8D-4102-8433-F72A61C3A1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26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C1A787-ED68-1C81-832A-6153F56850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C89ED4E-A940-A634-07CB-5AFE9517D9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A664D8-2749-66BA-977E-9070C82615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71FB44-BEE6-FD55-A102-199751D085B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5DBC15-E8FA-D13A-3B27-1E254292998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021817-DE83-1BD9-FFB5-DCDAC20135E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F1963D-D822-3B32-28A0-744566C2BE4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8CFB0C-E765-5F9E-E5EF-B5B69F3475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75A78C-6C4B-DEC9-43E1-B996E7CC0B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2026-07-09T04:30:06Z</dcterms:modified>
</cp:coreProperties>
</file>