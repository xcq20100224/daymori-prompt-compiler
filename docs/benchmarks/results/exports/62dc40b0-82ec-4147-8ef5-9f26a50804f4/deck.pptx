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33B2B-F1EB-4D76-A2CF-E9772D66F44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09387-EB85-4F3A-B4F5-CDBF9E8C1F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100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9387-EB85-4F3A-B4F5-CDBF9E8C1F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566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9387-EB85-4F3A-B4F5-CDBF9E8C1F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166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9387-EB85-4F3A-B4F5-CDBF9E8C1F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391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9387-EB85-4F3A-B4F5-CDBF9E8C1F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50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9387-EB85-4F3A-B4F5-CDBF9E8C1F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189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9387-EB85-4F3A-B4F5-CDBF9E8C1F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3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515989-1648-3B5D-FF1B-39EA7E6FE19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BBDDCC7-969F-3B46-5A8A-7D2BE8F5F0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71E38D-9125-35A5-9BF2-F0C7323CD35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AAB8D1-9188-8811-6804-1F970C789B5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CBCDA1-3748-A9BC-E6B3-42A9C22CD0E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C68134-B587-1FBE-9787-9169D2A88FD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B81502-0833-E28C-8A2F-09B6D4F399F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402709-2C81-24E8-133E-DB5D57E2D49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757FED-E0AD-C3EF-F7CB-E3E1C2EE810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2026-07-07T08:10:11Z</dcterms:modified>
</cp:coreProperties>
</file>