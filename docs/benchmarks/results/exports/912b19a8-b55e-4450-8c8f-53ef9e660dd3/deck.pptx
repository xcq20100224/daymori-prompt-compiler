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EE83-A6DE-4250-9ED8-0E3049E460E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FB235-3DD4-4B7B-A2FC-91BE8D4223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56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FB235-3DD4-4B7B-A2FC-91BE8D4223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75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FB235-3DD4-4B7B-A2FC-91BE8D4223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601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FB235-3DD4-4B7B-A2FC-91BE8D4223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905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FB235-3DD4-4B7B-A2FC-91BE8D4223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71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FB235-3DD4-4B7B-A2FC-91BE8D4223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728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FB235-3DD4-4B7B-A2FC-91BE8D4223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7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654448-AA38-42F4-031C-76DB4FB5EF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F1C274-2A09-E7AF-FF4D-6B0B12A0962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81F7EB-93F9-40AC-439A-2688BD2FEB3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F0704D-BE52-3C9C-6F7E-13A89267595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8A0ED0-CD1F-9EEB-7B9C-A655344269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2BA4DA-D32D-7487-856C-47FB30857B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94538B-925F-96FB-47AC-312D4FDBCFC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779824-261B-483A-0B88-2AE220D9DBC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47E948-F181-80B9-AE49-57D0E23351E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2026-07-08T05:36:07Z</dcterms:modified>
</cp:coreProperties>
</file>