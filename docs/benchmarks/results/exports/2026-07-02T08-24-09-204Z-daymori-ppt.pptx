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A12A6-B0D9-4E4C-9F2B-9917C89D7861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D921E4-5151-4363-9A31-E73967B82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802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921E4-5151-4363-9A31-E73967B82F1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298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921E4-5151-4363-9A31-E73967B82F1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336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921E4-5151-4363-9A31-E73967B82F1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375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921E4-5151-4363-9A31-E73967B82F1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229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921E4-5151-4363-9A31-E73967B82F1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206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921E4-5151-4363-9A31-E73967B82F1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137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921E4-5151-4363-9A31-E73967B82F1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41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921E4-5151-4363-9A31-E73967B82F1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43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导入：质量守恒定律为什么重要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建立质量守恒定律学习动机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4C1AC3F-1FFE-A973-201A-47989CE99A3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2026-07-02T08:23:45Z</dcterms:modified>
</cp:coreProperties>
</file>