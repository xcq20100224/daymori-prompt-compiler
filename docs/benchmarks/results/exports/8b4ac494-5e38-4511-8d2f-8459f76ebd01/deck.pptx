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EC50B-422B-460D-91B9-E09763473CF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E3DC9-A57D-4B71-9E59-FBAD3F3862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996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3DC9-A57D-4B71-9E59-FBAD3F3862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62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3DC9-A57D-4B71-9E59-FBAD3F3862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473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3DC9-A57D-4B71-9E59-FBAD3F3862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90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3DC9-A57D-4B71-9E59-FBAD3F3862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06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3DC9-A57D-4B71-9E59-FBAD3F3862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9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3DC9-A57D-4B71-9E59-FBAD3F38624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61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17BB88-DCD7-98E3-3B0F-DBD5DFC7458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DB6AD65-BF22-C32E-2D10-7B1715B0E78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145854-75F4-E1BB-2B64-C3530B98373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0A1C98-6D19-6EC3-9828-A595D03B04D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9BBA5B-1EE3-47E9-3955-55F0D315DDA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1195C4-EFB5-3035-0481-39F0CD2122F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828AEF-72D7-60E1-0D3C-36C35CE8549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53DFE5-AE1E-86DA-9B01-84BD55C7594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3CDBD3-74A1-D8B1-2C47-626FA2F4EFF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等线 Light</vt:lpstr>
      <vt:lpstr>MiSans Semibold</vt:lpstr>
      <vt:lpstr>MiSans</vt:lpstr>
      <vt:lpstr>MiSans Demibold</vt:lpstr>
      <vt:lpstr>MiSans Light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2026-07-08T12:43:38Z</dcterms:modified>
</cp:coreProperties>
</file>