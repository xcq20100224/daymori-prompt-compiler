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C56B7-8BC6-4D9E-B3E3-5D36EFA2299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00BAB-38FE-4E33-A2BB-392F2A6014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17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00BAB-38FE-4E33-A2BB-392F2A6014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27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00BAB-38FE-4E33-A2BB-392F2A6014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75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00BAB-38FE-4E33-A2BB-392F2A6014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2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00BAB-38FE-4E33-A2BB-392F2A6014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748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00BAB-38FE-4E33-A2BB-392F2A60149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120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00BAB-38FE-4E33-A2BB-392F2A60149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953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DF234E-6A3E-EA41-F101-CE29B610E8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D80A58-4585-A1AC-8CB6-21B29C0083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75757C-4A24-3750-87DE-B0914F9D21A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DF4FF5-B080-0211-32C1-3B9FB1A9BE2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5C8BC3-D0E0-59E8-1157-799C1C2EE67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E4540E-77D9-1851-869E-65496E9CDE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CE1AC4-7DE7-4D29-DEE5-F057C0483D2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12E2BD-071F-FD7E-EC0D-E363DDD8AF3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70463D-700C-AC36-D125-7571176A140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 Light</vt:lpstr>
      <vt:lpstr>MiSans Semibold</vt:lpstr>
      <vt:lpstr>Arial</vt:lpstr>
      <vt:lpstr>MiSans Light</vt:lpstr>
      <vt:lpstr>思源黑体 CN Normal</vt:lpstr>
      <vt:lpstr>MiSans Normal</vt:lpstr>
      <vt:lpstr>MiSans ExtraLight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2026-07-09T04:23:12Z</dcterms:modified>
</cp:coreProperties>
</file>