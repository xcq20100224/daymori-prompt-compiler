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5B588D-0F5D-41CE-A898-764556DA515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5EFAE2-932D-4484-A88D-3307AF8E71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8994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EFAE2-932D-4484-A88D-3307AF8E711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41644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EFAE2-932D-4484-A88D-3307AF8E711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64075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EFAE2-932D-4484-A88D-3307AF8E711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39286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EFAE2-932D-4484-A88D-3307AF8E711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05371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EFAE2-932D-4484-A88D-3307AF8E711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1203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EFAE2-932D-4484-A88D-3307AF8E711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7449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68B9D4-24A1-A64F-F421-34D507E5DF3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2D9A35B-B1C7-F577-7D69-A35E88CA37C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BDF2EF8-8A7B-30CB-8A08-E5818E87A63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E4F8EF7-2C97-7281-D7C9-6B48467D9BB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5E7F320-EC3E-00E1-98F9-6D952B4859A7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91E3687-4ACF-347E-629D-2FDF07FBD35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D8C5AE8-0C3C-3D19-D2D2-8930B40E74E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EB4A6D5-6E51-5BBF-DE6B-130319F5876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7DDE2A7-B1E8-0E07-E0F2-B1E21D9F9F8E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MiSans Semibold</vt:lpstr>
      <vt:lpstr>MiSans</vt:lpstr>
      <vt:lpstr>MiSans Demibold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2026-07-08T05:12:26Z</dcterms:modified>
</cp:coreProperties>
</file>