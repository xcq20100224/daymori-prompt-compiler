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60193-87AE-41CE-AC8C-1303DA2F056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FDC56-33B6-4025-BAE9-BE11A26C0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252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FDC56-33B6-4025-BAE9-BE11A26C053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0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FDC56-33B6-4025-BAE9-BE11A26C053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807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FDC56-33B6-4025-BAE9-BE11A26C053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094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FDC56-33B6-4025-BAE9-BE11A26C053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900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FDC56-33B6-4025-BAE9-BE11A26C053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944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FDC56-33B6-4025-BAE9-BE11A26C053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803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B29416-DBCA-F656-D260-4FF6A352AE0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19CCAA3-A8A2-9F57-5119-D4C9A9A11A5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E94F015-6A98-6206-4459-5FF9830C10E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2CDD19-55A0-5ED1-FC64-95A2286B012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3A9051-EFE5-E37C-6A83-919EC7830FA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91BC1A-69BA-E41B-5B83-F21AF7FB600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237B020-91D1-1145-25FC-438A7EC9715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E2BEA8D-7D24-62BF-32E0-6D51F696D87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8C23E4-1C38-1E9B-EDF9-B65484D2A86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2026-07-08T12:48:16Z</dcterms:modified>
</cp:coreProperties>
</file>