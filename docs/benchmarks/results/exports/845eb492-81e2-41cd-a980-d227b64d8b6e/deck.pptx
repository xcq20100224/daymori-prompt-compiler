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A52B65-24D0-48DA-8FED-CEEB1D83A1A0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E05CAF-0331-4E32-8CA5-9DACC37C6A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79710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企业数字化转型路线图现状结构图 需要先完成问题分层与优先级重排。 图示：企业数字化转型路线图现状结构图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E05CAF-0331-4E32-8CA5-9DACC37C6AD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02156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E05CAF-0331-4E32-8CA5-9DACC37C6AD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28178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E05CAF-0331-4E32-8CA5-9DACC37C6AD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61068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E05CAF-0331-4E32-8CA5-9DACC37C6AD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38239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E05CAF-0331-4E32-8CA5-9DACC37C6AD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24851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E05CAF-0331-4E32-8CA5-9DACC37C6AD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786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7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企业数字化转型路线图</a:t>
            </a:r>
            <a:endParaRPr lang="zh-CN" altLang="en-US" sz="27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企业数字化转型路线图提案汇报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7B8DEAF-72E3-E18F-E262-9056F0DF157E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企业数字化转型路线图提案汇报 企业数字化转型路线图提案汇报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C570FA17-57F0-120D-168B-241DFFD92F94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8342D132-8E47-AE9F-1D8E-B838A850DB23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3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2BB23FB-C4FD-64AA-60EC-FBFFC7DA6AAD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企业数字化转型路线图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227A673-A430-6BD3-6D97-56EDF9AADE10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523BA6F-D06F-B93E-C088-B83D7EBDA1BB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07270968-9946-26DB-7FEF-CBD0487AC40F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C980F21F-9C2A-519D-509C-86302D771467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4FE7F03-30D1-DACD-3B96-6F9C3BF0368B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320</Words>
  <Application>Microsoft Office PowerPoint</Application>
  <PresentationFormat>宽屏</PresentationFormat>
  <Paragraphs>61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ExtraLight</vt:lpstr>
      <vt:lpstr>MiSans Semibold</vt:lpstr>
      <vt:lpstr>等线 Light</vt:lpstr>
      <vt:lpstr>MiSans</vt:lpstr>
      <vt:lpstr>MiSans Demibold</vt:lpstr>
      <vt:lpstr>MiSans Light</vt:lpstr>
      <vt:lpstr>思源黑体 CN Normal</vt:lpstr>
      <vt:lpstr>MiSans Normal</vt:lpstr>
      <vt:lpstr>MiSans Medium</vt:lpstr>
      <vt:lpstr>Arial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2026-07-08T13:02:12Z</dcterms:modified>
</cp:coreProperties>
</file>