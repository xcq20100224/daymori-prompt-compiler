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16FA7-E4E3-418A-9BF5-FCEB2746E63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2F979-E267-49AB-AA36-000622760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1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677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000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4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576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240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2F979-E267-49AB-AA36-0006227607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25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D6E136-A227-E723-50DB-988DD635C8D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CA640AC-D12D-3BEE-089F-961F9996FE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70ECB8-A4F4-3154-74FC-18D96082DF8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890956-B2FB-EFEE-ACC4-3B9121E72E7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07FD4E-8FAC-CC1A-AB7B-949CEB81CE4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A58B73-6822-8410-21E0-232A34FC33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7D55A5-7A36-DF6A-D137-1A3A359645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02AFEE-E412-1536-B4DB-E7CE0F1AC48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4A02D8-FBCD-DECD-E3A2-4D867930BA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2026-07-08T05:17:43Z</dcterms:modified>
</cp:coreProperties>
</file>