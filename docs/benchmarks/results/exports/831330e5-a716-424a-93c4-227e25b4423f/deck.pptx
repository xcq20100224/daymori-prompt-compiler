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AD3CD-7681-4076-9022-02518CD52DA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43C2D-A623-442D-B23A-24148AC7C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150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43C2D-A623-442D-B23A-24148AC7CD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907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43C2D-A623-442D-B23A-24148AC7CD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867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43C2D-A623-442D-B23A-24148AC7CD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11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43C2D-A623-442D-B23A-24148AC7CD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16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43C2D-A623-442D-B23A-24148AC7CD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554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43C2D-A623-442D-B23A-24148AC7CD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282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BF96DE-7DED-1761-1403-61C2E764E27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3C2DF31-AE0B-D28B-EC98-9A1A8C1994D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17C078-CE44-E46C-0D86-8EE9EA21735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3DA836-0FFE-3F9F-28E9-36E8A2BBE56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B9150A-7053-A0FF-B3FC-67B5B563FCC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015EAC-6B6A-25CD-9C1F-C9AF2271E19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1076A1-0658-F498-60BD-375B824ED4F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446E49-F69D-14B9-8551-04BC8EA1ABA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5A5D1E-D768-5B48-8EDA-0E6DB573C72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2026-07-09T03:15:48Z</dcterms:modified>
</cp:coreProperties>
</file>