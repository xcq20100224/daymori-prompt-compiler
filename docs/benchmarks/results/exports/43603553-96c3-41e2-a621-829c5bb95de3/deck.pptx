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A2FAC-BA15-4CD8-A20F-48AF9D2A231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EA1E2-6AA6-412D-8524-9CA53C94C4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6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EA1E2-6AA6-412D-8524-9CA53C94C4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786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EA1E2-6AA6-412D-8524-9CA53C94C4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544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EA1E2-6AA6-412D-8524-9CA53C94C4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815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EA1E2-6AA6-412D-8524-9CA53C94C4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109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EA1E2-6AA6-412D-8524-9CA53C94C4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49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EA1E2-6AA6-412D-8524-9CA53C94C4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886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6A8CAF-990F-A199-7DC8-3B691714D3A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C074008-B10A-95E0-09CB-7635CF5360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608A13F-5622-4AEF-6C71-A664EBE8CF7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D3091D-B852-D926-6ED3-5191795B788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A4FBFE-F4A9-FF1F-FA44-5847B747BF0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B92031-FFFD-E193-5CA6-4AAF1AE4533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A978B3-AA08-AB5B-C7D4-3F815E70037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8E4896-7A8A-B532-3131-7EDC29D56B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51D41A-6433-94C8-1E1F-A887C1FD3A4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2026-07-08T13:04:13Z</dcterms:modified>
</cp:coreProperties>
</file>