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DDEAF-2999-4BF9-9B5E-D31BB93B050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9FF5A-336B-49DD-9912-74F36F75E1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996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FF5A-336B-49DD-9912-74F36F75E14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883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FF5A-336B-49DD-9912-74F36F75E14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812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FF5A-336B-49DD-9912-74F36F75E14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278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FF5A-336B-49DD-9912-74F36F75E14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367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FF5A-336B-49DD-9912-74F36F75E14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891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FF5A-336B-49DD-9912-74F36F75E14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12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CD4C79-BF8E-562F-4244-1BDF28C3545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529A1AB-B9F9-8A07-2C0B-F340077B03B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1F2BC7A-4CE8-96BA-7F55-29038E58F61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FD4FD3-AC78-E7D2-385C-C27ACA009AF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8A8F3E-D15D-BC28-727E-31C0102A7AD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A9D946-DB93-985C-EFF8-B3783F2ACBD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E8F50F-751A-716A-7FA8-A16F752BAA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C399D4-DBEE-3126-F98E-0FFC7E16E00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A00C0D-DA8A-FD75-4427-9FD6D3BD37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2E167D-F1D1-12C3-06F8-BD89A7F3070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EA8A52-937D-4B7A-6C8D-78C9FB31270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37F1D4-B03E-675B-39C0-F8F22AE5C59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F1418E-776C-FDBB-7EB5-2C88C531978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DB3D03-3F14-85FC-67EC-D4C919DB0B0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4AB03C-FD04-E233-8C67-34C8023E590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2026-07-08T14:18:00Z</dcterms:modified>
</cp:coreProperties>
</file>