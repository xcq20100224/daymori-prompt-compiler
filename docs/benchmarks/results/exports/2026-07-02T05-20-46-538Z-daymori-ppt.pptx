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CC2D1B-8B6B-4F28-886C-5B2922905548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2BBC6-DDC3-449B-A699-C9BC8362D7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768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2405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9614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06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471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1453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01637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39878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72BBC6-DDC3-449B-A699-C9BC8362D77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9517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建立质量守恒定律学习动机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Enter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Your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Title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 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Here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247</Words>
  <Application>Microsoft Office PowerPoint</Application>
  <PresentationFormat>宽屏</PresentationFormat>
  <Paragraphs>51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</vt:lpstr>
      <vt:lpstr>MiSans Demibold</vt:lpstr>
      <vt:lpstr>等线 Light</vt:lpstr>
      <vt:lpstr>MiSans ExtraLight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2026-07-02T05:20:46Z</dcterms:modified>
</cp:coreProperties>
</file>