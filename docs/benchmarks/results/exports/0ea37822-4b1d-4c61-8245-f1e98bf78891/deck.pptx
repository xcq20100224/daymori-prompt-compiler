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DDF7A7-0046-4536-A06A-B2405D1D212E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FC60251-10F8-4295-8F4B-5EEB0529E20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851713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产品上市策略分析现状结构图 先级重排。 图示：产品上市策略分析现状结构图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0251-10F8-4295-8F4B-5EEB0529E20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90798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产品上市策略分析问题分层卡片 执行能力与反馈闭环四个层面。 先聚焦高频高影响环节， 再逐步覆盖复杂场景， 可显著降低试点风险。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0251-10F8-4295-8F4B-5EEB0529E20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255884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产品上市策略分析方案架构图 先完成基线与关键能力 建设， 再通过迭代机制优化质 量， 形成可复制的执行闭环。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0251-10F8-4295-8F4B-5EEB0529E20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9922672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0251-10F8-4295-8F4B-5EEB0529E20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301655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才进入下一阶段投入。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0251-10F8-4295-8F4B-5EEB0529E20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85561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FC60251-10F8-4295-8F4B-5EEB0529E20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99464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rm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32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产品上市策略分析</a:t>
            </a:r>
            <a:endParaRPr lang="zh-CN" altLang="en-US" sz="32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产品上市策略分析提案汇报 内容由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AI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生成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1/10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C21919D9-2F2E-FB5F-5243-F88843972736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产品上市策略分析提案汇报 产品上市策略分析提案汇报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产品上市策略分析的核心</a:t>
            </a:r>
          </a:p>
          <a:p>
            <a:pPr>
              <a:lnSpc>
                <a:spcPct val="130000"/>
              </a:lnSpc>
            </a:pPr>
            <a:r>
              <a:rPr lang="zh-CN" altLang="en-US" sz="10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约束与机会</a:t>
            </a:r>
            <a:endParaRPr lang="en-US" altLang="zh-CN" sz="10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E5CCF9A3-6236-3BD8-DF2C-C050515F2F2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C0914589-DDE0-2C07-59EC-AF516D00D242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产品上市策略分析的核心约束与机会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产品上市策略分析当前在目标达成、资源配置与执行路径上存在明显瓶颈。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若继续沿用现有方式，成本、效率与可持续性将同步承压，需要先完成问题分层与优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现状评估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关键问题拆解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图示：产品上市策略分析问题分层卡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片 内容由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围绕产品上市策略分析可将问题拆为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目标定义、流程协同、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产品上市策略分析的分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阶段落地方案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3958724-82AF-2077-5E60-3C58E33ECE31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产品上市策略分析的分阶段落地方案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方案架构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1349985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方案设计</a:t>
            </a: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架构图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1349985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产品上市策略分析方案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建议采用“目标对齐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能力建设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-</a:t>
            </a: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效果验证”</a:t>
            </a:r>
          </a:p>
          <a:p>
            <a:pPr>
              <a:lnSpc>
                <a:spcPct val="150000"/>
              </a:lnSpc>
            </a:pPr>
            <a:r>
              <a:rPr lang="zh-CN" altLang="en-US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三层架构</a:t>
            </a:r>
            <a:r>
              <a:rPr lang="en-US" altLang="zh-CN" sz="11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1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阶段：明确产品上市策略分析目标与边界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完成产品上市策略分析试点并跟踪关键指标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阶段：复盘优化后推进规模化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建议围绕产品上市策略分析建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立统一指标集，至少覆盖效率、质量、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成本与稳定性四类指标。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只有当关键指标持续改善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>或者粘贴复制的文本到此处，</a:t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973BD990-020C-B526-4BC3-D6C1AB041AE3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C2DBD00-00DC-45A2-AE41-374A0F04F33E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D39C8004-6CCB-E42B-D352-1A3E1C55E1C4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15DB23D1-E02F-53DE-EAB7-39B3C518760A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89D29A5-3D9B-C4B9-1A80-FFAF245276FD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529</Words>
  <Application>Microsoft Office PowerPoint</Application>
  <PresentationFormat>宽屏</PresentationFormat>
  <Paragraphs>83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Semibold</vt:lpstr>
      <vt:lpstr>MiSans</vt:lpstr>
      <vt:lpstr>MiSans Demibold</vt:lpstr>
      <vt:lpstr>MiSans Light</vt:lpstr>
      <vt:lpstr>思源黑体 CN Normal</vt:lpstr>
      <vt:lpstr>等线 Light</vt:lpstr>
      <vt:lpstr>MiSans Normal</vt:lpstr>
      <vt:lpstr>MiSans Medium</vt:lpstr>
      <vt:lpstr>MiSans ExtraLight</vt:lpstr>
      <vt:lpstr>Arial</vt:lpstr>
      <vt:lpstr>等线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2026-07-08T12:04:58Z</dcterms:modified>
</cp:coreProperties>
</file>