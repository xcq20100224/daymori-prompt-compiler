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5654D-346E-428C-8254-3004C12687F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F5BCB-F711-4119-A384-D610EF6707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060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F5BCB-F711-4119-A384-D610EF67072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914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F5BCB-F711-4119-A384-D610EF67072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606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F5BCB-F711-4119-A384-D610EF67072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744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F5BCB-F711-4119-A384-D610EF67072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09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F5BCB-F711-4119-A384-D610EF67072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620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F5BCB-F711-4119-A384-D610EF67072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754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6DB5E6-DCBD-FDF3-B1D0-435D49541AC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49A14B7-5B8C-D32E-5EAE-0EAE0948E29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340BEAC-7798-D791-2734-032D55BA2ED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774EA80-3ED9-B46F-9E42-B88BCE41310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41F357C-AF4C-DAE4-03E5-A6750B1D89A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918EB33-C7A8-8C6F-7027-BA954348AB1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EACFAF-E95E-6B72-A157-EA8F1C1F65A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CAABCD2-CB28-4597-CA82-A8EF41E44E2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5AC0D0-2821-F948-C0EF-D5231FD475F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2026-07-07T08:15:30Z</dcterms:modified>
</cp:coreProperties>
</file>