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79119-1AA5-4E4F-9E9B-9FDD43430B5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3681B-1934-45BF-9ED0-B51A3F36A3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624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3681B-1934-45BF-9ED0-B51A3F36A3C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023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3681B-1934-45BF-9ED0-B51A3F36A3C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523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3681B-1934-45BF-9ED0-B51A3F36A3C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075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3681B-1934-45BF-9ED0-B51A3F36A3C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7812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3681B-1934-45BF-9ED0-B51A3F36A3C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0134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3681B-1934-45BF-9ED0-B51A3F36A3C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840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809BB6-A8B6-FAE4-937F-98472AFF88D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C8E59B3-860A-779F-C8F9-D7D70AFCC31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497F8DD-968A-DEFB-3402-8D14DF83527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00901F-0E5C-0DD1-0A1D-3CC85783F4B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C4BB5E9-6052-5E07-6162-34A2C299F68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18E6034-039D-E667-7E5F-1B5C49C447C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689F60-5DB4-2320-8DC4-9CBF0E34CCA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7673883-E86B-F694-6907-01C38F6C93D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6B2EF1E-ED36-5199-7162-00DA71E716E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2026-07-08T05:13:24Z</dcterms:modified>
</cp:coreProperties>
</file>