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BD4FD-B2F0-4871-90A1-F9D8D287FCE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91E93-C750-46A1-BDBB-17C7E4F10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57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72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7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03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141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389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91E93-C750-46A1-BDBB-17C7E4F105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2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371D9-CFC2-4F9E-797D-E9B4C17FCEC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D52551B-662F-AA9E-8697-CCB6583BEB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2EEB8F-903E-CD95-0918-FED7C6B0C16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87B75E-C187-2BE7-92F1-F27810807C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2BEEB7-504B-74EF-5BFB-571B579850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9D1D93-5AC9-83DA-DF0E-15D9009BDC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CB5027-0CCE-D822-6DA9-058727BF065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7DE3C7-DDB5-BB18-95A7-81C3C653EE6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550D9D-7C72-49D5-F42E-9A537583584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2026-07-08T04:57:42Z</dcterms:modified>
</cp:coreProperties>
</file>