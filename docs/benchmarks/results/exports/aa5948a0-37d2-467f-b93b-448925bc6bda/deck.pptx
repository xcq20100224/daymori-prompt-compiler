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86223-3971-4845-AB07-12752A18EFB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90E9E-904B-4DEA-A991-3A33576827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873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90E9E-904B-4DEA-A991-3A33576827A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689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90E9E-904B-4DEA-A991-3A33576827A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526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90E9E-904B-4DEA-A991-3A33576827A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98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90E9E-904B-4DEA-A991-3A33576827A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643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90E9E-904B-4DEA-A991-3A33576827A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024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90E9E-904B-4DEA-A991-3A33576827A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251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528714-AE7E-F74D-686E-BC73FD0158C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2340027-01B4-2124-C9C1-0B1569E6922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CEB629D-8E63-7A7E-83DC-40EEB5F7568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BB51B1-EECB-B8E5-C681-E55D9FE2DF4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2C9697-2BD8-7611-5706-88E349DB3F5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BF9A90-DD02-C513-8570-36BB0B97974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A4A4C02-F2CA-10C8-5321-BB91F9DED43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31F0C2E-5D7A-D603-7E3F-B39B198EAEF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3A3FC2-814A-3E5C-D4E0-E16860543A2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MiSans Light</vt:lpstr>
      <vt:lpstr>等线</vt:lpstr>
      <vt:lpstr>MiSans Semibold</vt:lpstr>
      <vt:lpstr>等线 Light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2026-07-08T12:48:42Z</dcterms:modified>
</cp:coreProperties>
</file>