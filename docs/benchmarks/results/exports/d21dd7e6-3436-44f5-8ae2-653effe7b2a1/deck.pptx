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F8735-30C1-4298-8A70-7370D7E6049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C5FE2-E2AE-4100-A0D2-449BFE9B0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785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需要先完成问题分层与优先级重排。 图示：供应链数字化转型方案现状结构图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C5FE2-E2AE-4100-A0D2-449BFE9B005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733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C5FE2-E2AE-4100-A0D2-449BFE9B005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997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C5FE2-E2AE-4100-A0D2-449BFE9B005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698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C5FE2-E2AE-4100-A0D2-449BFE9B005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135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C5FE2-E2AE-4100-A0D2-449BFE9B005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341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C5FE2-E2AE-4100-A0D2-449BFE9B005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911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294F44-66C7-C01A-A71F-5A247DC7340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 供应链数字化转型方案提案汇报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2E42F91-C180-5A16-DFA5-DFA02EEA14A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D2A0C22-112C-15D0-2029-A41E23B63B0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供应链数字化转型方案关键问题拆解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61DDFD-0047-7E08-47E2-E8842C0A324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供应链数字化转型方案方案架构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供应链数字化转型方案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阶段：明确供应链数字化转型方案目标与边界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完成供应链数字化转型方案试点并跟踪关键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建议围绕供应链数字化转型方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99614B-494D-1E0A-A1AE-4C8FBEB4978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7D6864-92D8-8E91-5E95-DBD392CA352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CEB604-1652-02AA-2F46-19515E92792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665A605-0A47-05EA-55CD-9C479A6FB3A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72EA45-464B-1C99-1CFA-54A38E0B543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629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2026-07-08T10:13:28Z</dcterms:modified>
</cp:coreProperties>
</file>