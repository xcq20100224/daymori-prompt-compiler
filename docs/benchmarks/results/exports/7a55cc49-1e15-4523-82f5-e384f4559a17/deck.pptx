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F2857-5D05-4DF4-B955-C994C3B551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63AB0F-2C86-460A-B99E-E36CF07607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162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供应链数字化转型方案现状结构图 本下降与响应效率提升。 图示：供应链数字化转型方案现状结构图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13785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供应链数字化转型方案问题分层卡片 知识库缺口、监控盲区”四类问题， 先补齐兜底机制， 再逐步扩大自动化覆盖范围。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517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供应链数字化转型方案方案架构图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765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67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3993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63AB0F-2C86-460A-B99E-E36CF07607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514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供应链数字化转型方案提案汇报：体验与增长并重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D7677E6-D761-2867-745B-E48597AD615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供应链数字化转型方案提案汇报：体验与增长并重 供应链数字化转型方案提案汇报：体验与增长并重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供应链数字化转型方案的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0BE8461-BFC5-85BC-8BB1-C172A02E074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A67464-6608-B838-0F15-B03FF4D09C3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供应链数字化转型方案目前在高频场景中存在明显资源浪费，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标准问题处理成本偏高。若按试点方式先覆盖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TOP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场景，可在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/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个月内验证单位成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图示：供应链数字化转型方案问题分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围绕供应链数字化转型方案需重点拆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解“误判风险、转人工滞后、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供应链数字化转型方案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77A2E1-BFCB-647E-B03D-AF6558B547B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供应链数字化转型方案的分阶段落地方案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供应链数字化转型方案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阶段：定义供应链数字化转型方案关键体验指标与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在核心触点试点供应链数字化转型方案体验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阶段：根据用户反馈迭代并扩展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0D3B95-3F69-81BA-B3B0-653932DE0E4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9AFD62-2374-2FFF-3991-E7DB74736B7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F8A56E-71AD-99B2-F2F5-599827156C6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B90BFF-C9AC-6A23-FD94-7D0A2F9B569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5492E0-96E3-9F58-75DE-57234F343B7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467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2026-07-09T04:42:59Z</dcterms:modified>
</cp:coreProperties>
</file>