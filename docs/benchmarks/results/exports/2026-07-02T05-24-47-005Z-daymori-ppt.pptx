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1FB66-AF43-4641-BA71-177E20CA26C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993CF-C33F-49DF-8B79-17F437031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59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993CF-C33F-49DF-8B79-17F4370314A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393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993CF-C33F-49DF-8B79-17F4370314A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232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993CF-C33F-49DF-8B79-17F4370314A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243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993CF-C33F-49DF-8B79-17F4370314A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09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993CF-C33F-49DF-8B79-17F4370314A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91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993CF-C33F-49DF-8B79-17F4370314A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602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993CF-C33F-49DF-8B79-17F4370314A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227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993CF-C33F-49DF-8B79-17F4370314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966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建立暑期活动转化复盘学习动机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2026-07-02T05:24:46Z</dcterms:modified>
</cp:coreProperties>
</file>