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4E956-3E66-4D5E-974B-B707D4EE4E6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44491-8AFA-4ED5-AE16-7693462BF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40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44491-8AFA-4ED5-AE16-7693462BF3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935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44491-8AFA-4ED5-AE16-7693462BF3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61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44491-8AFA-4ED5-AE16-7693462BF3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632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44491-8AFA-4ED5-AE16-7693462BF3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5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44491-8AFA-4ED5-AE16-7693462BF3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333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44491-8AFA-4ED5-AE16-7693462BF37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80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073797-F904-1FE7-52F5-2D5FACD83FF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75EEAF7-9AE3-A08D-C20D-29635FEC77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F36376-AF33-0BD9-5451-1B2C7BA5C33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9146AD-CDF6-EE78-6C4A-D7A9FB2011D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13D790-E041-3E04-8A1C-F7274EB15B7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6DCF46-2F49-784F-9C0B-3EF4F45C0B7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69E19B-BA18-849B-97E9-79227160380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3B9B84-BA9F-2272-0892-43ED9212B23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CE7092-3E81-2956-628A-9D31BE029F5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2026-07-09T02:45:48Z</dcterms:modified>
</cp:coreProperties>
</file>