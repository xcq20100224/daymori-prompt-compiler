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58632-2D8D-4227-9EA2-E54203A49C3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3E133-9772-4EAD-A244-985E36B44F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40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94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65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87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89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57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3E133-9772-4EAD-A244-985E36B44F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948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EC60F3-9F08-6CBA-2699-58EEABC550D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512568-1398-55E3-7D28-84AC8D1005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CA0707-46FE-D849-D4C9-CC49CC8151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C543F5-B122-65AD-4610-9535094F134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B2CF43-55D0-346F-7A56-50A99C5298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0388FC-492C-CD8A-A9F2-0D3B710D301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4B3CE7-F96D-77E7-BEE3-18B4D12A58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0F4697-0DBB-ADEB-B496-ABEA2026A2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BAE27E-B643-594C-285F-EC5BBC386D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556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2026-07-09T04:51:34Z</dcterms:modified>
</cp:coreProperties>
</file>