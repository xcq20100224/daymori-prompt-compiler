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1EA65-2B50-4542-BDC4-4900E8F66E5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688D9-C713-4DA3-8899-AA4B3CF72E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764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56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185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044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26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717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404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688D9-C713-4DA3-8899-AA4B3CF72E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686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2026-07-02T05:26:34Z</dcterms:modified>
</cp:coreProperties>
</file>