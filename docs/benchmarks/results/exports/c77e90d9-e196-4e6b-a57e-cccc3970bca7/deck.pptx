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C6BA32-683F-4790-95CF-07C134A8E2C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12007-880C-4B95-9CB3-029A1115C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56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12007-880C-4B95-9CB3-029A1115CDE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2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12007-880C-4B95-9CB3-029A1115CDE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963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12007-880C-4B95-9CB3-029A1115CDE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361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12007-880C-4B95-9CB3-029A1115CDE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296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12007-880C-4B95-9CB3-029A1115CDE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081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12007-880C-4B95-9CB3-029A1115CDE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9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490D9A-B3A5-0D42-88CA-F955E2E8960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5DBD5F6-5993-BF7A-E916-A39B9BA411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AD1F82-C917-A305-63EA-7A4F5A7A365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904665-12BE-15FB-07C5-593A7543805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E03DAE-6CC4-AB2D-47A2-2D6BF175D1E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413B28-00B8-C4BC-182B-D9CF4BAD6B0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E31DF2-47AF-F0E9-2D13-0379B8B1AE9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D4E5EF-E12F-E6B9-90BB-7214DB9B132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41140C-85AE-270B-65B3-3F97494D90F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等线</vt:lpstr>
      <vt:lpstr>MiSans Demibold</vt:lpstr>
      <vt:lpstr>MiSans</vt:lpstr>
      <vt:lpstr>等线 Light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2026-07-08T05:19:37Z</dcterms:modified>
</cp:coreProperties>
</file>