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E737B-1777-4957-A374-AAF3D94A6AB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20861-8670-44DF-AC32-4B966CF9E9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451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20861-8670-44DF-AC32-4B966CF9E9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022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20861-8670-44DF-AC32-4B966CF9E9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884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20861-8670-44DF-AC32-4B966CF9E9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636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20861-8670-44DF-AC32-4B966CF9E9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20861-8670-44DF-AC32-4B966CF9E9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829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20861-8670-44DF-AC32-4B966CF9E9D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013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88210F-9586-15D2-967A-D847D51CF8D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E625599-FE9C-C3C0-C871-D69D48DC29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F5A63E-8F91-97FE-76A1-036FC665BC2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D76264-E035-2D51-19EA-8049457740D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D5A029-75F5-6A86-5124-328B940972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F64032-19ED-D535-4742-B3D704A2826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12499B-8DF3-9E6D-2245-0B1EDA5A2F6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32679C-E591-3D7A-EE21-9A2B273C415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87C494-C9E8-8A2D-ABFF-199AFDC1427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等线 Light</vt:lpstr>
      <vt:lpstr>MiSans Semibold</vt:lpstr>
      <vt:lpstr>Arial</vt:lpstr>
      <vt:lpstr>MiSans Medium</vt:lpstr>
      <vt:lpstr>思源黑体 CN Normal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2026-07-09T02:28:47Z</dcterms:modified>
</cp:coreProperties>
</file>