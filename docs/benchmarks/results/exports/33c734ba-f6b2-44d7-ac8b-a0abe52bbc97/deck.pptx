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4DFBEE-C914-4C45-AB95-C267134F73CB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BF2166-61FF-4E62-A40A-715ABD359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061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F2166-61FF-4E62-A40A-715ABD35909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970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F2166-61FF-4E62-A40A-715ABD35909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97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F2166-61FF-4E62-A40A-715ABD35909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088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F2166-61FF-4E62-A40A-715ABD35909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375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F2166-61FF-4E62-A40A-715ABD35909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77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F2166-61FF-4E62-A40A-715ABD35909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40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A04685-4234-1E56-9C1B-0215D3952B1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0497841-963F-F6E9-4717-F92BF8AA912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028ACF0-EB7A-ECE8-1C0E-16620EA4FDE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C5BF52-2129-3AC0-2CBF-B6132769957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00DA55-BA53-1C47-39CC-DEB5270AF13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B3BBC8-0254-FC5E-4838-DC33BE5ECEC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59EFFF-40E6-CC9B-FF0D-75AB9527162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D0A7E9D-E8E1-C4F7-A7A6-2F5E3C39C11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73E9F2-C218-CD8C-A65C-72CF3AA0CCF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2026-07-07T08:16:15Z</dcterms:modified>
</cp:coreProperties>
</file>