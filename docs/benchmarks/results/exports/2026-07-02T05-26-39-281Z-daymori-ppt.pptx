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567041-2DA4-43AE-8826-9DF9208C4588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A66AE8-CCEF-4A16-BF99-6C2D471B2C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0514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A66AE8-CCEF-4A16-BF99-6C2D471B2CA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17540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A66AE8-CCEF-4A16-BF99-6C2D471B2CA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11485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A66AE8-CCEF-4A16-BF99-6C2D471B2CA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57302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A66AE8-CCEF-4A16-BF99-6C2D471B2CA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88789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A66AE8-CCEF-4A16-BF99-6C2D471B2CA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80516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A66AE8-CCEF-4A16-BF99-6C2D471B2CA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82912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A66AE8-CCEF-4A16-BF99-6C2D471B2CA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65198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A66AE8-CCEF-4A16-BF99-6C2D471B2CA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0685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建立呼吸作用学习动机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247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2026-07-02T05:26:38Z</dcterms:modified>
</cp:coreProperties>
</file>