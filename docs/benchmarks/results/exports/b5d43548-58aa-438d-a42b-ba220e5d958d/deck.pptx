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61999-A5BB-4C6F-9BC9-A313B73832C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7BE99-0D51-4F92-A8C5-4BC9BFFB2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623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760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470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89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77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7BE99-0D51-4F92-A8C5-4BC9BFFB28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0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D9D6D-DB0F-AF90-9900-8992E10215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E32986A-3E15-AAF2-F6F0-314D5A06E6A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AD52BF-F5E7-D4D5-5609-6DDDD365F64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45D66B-FF4F-BC13-C039-681151D8A66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472E8E-0267-693A-20CB-A5369DAB8D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A4AAB5-A6D3-6145-AD87-4132FA83B6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DC5C4E-23A5-8B94-74DC-14FE1218948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2676FB-D6B2-49DD-DE39-34C0D89A36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FC740C-30BA-0852-F6A4-49E42185AD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Arial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2026-07-08T12:47:10Z</dcterms:modified>
</cp:coreProperties>
</file>