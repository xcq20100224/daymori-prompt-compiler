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D9579-2D2F-4E77-9DF0-FD7B1A05C62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CDB5F-5083-40F8-86A3-E350EA463E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7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CDB5F-5083-40F8-86A3-E350EA463E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05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CDB5F-5083-40F8-86A3-E350EA463E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58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CDB5F-5083-40F8-86A3-E350EA463E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555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CDB5F-5083-40F8-86A3-E350EA463E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1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CDB5F-5083-40F8-86A3-E350EA463E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082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CDB5F-5083-40F8-86A3-E350EA463E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469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E32C91-7297-C6E1-69FA-6BD21E9630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CB60BF4-9D96-2E19-962E-D574E27D031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F0F99B-DEE2-97FA-71AE-1D299483EE0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6E5E1E-2573-A76C-1705-766DCBCCF88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BE0DD1-C567-9D5D-B2F7-C4A310E90E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CDDFB7-DEDD-E4B4-0997-BA052336C10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8068BC-A4B7-8156-5F2A-BA9DFC8950A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7D700D-3946-0780-A4DB-DB80ABF607C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B22234-232E-36FA-32E9-43C70D0832E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2026-07-07T08:24:53Z</dcterms:modified>
</cp:coreProperties>
</file>