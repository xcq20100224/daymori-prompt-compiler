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9480D-B5BB-40F7-A879-126ADD2A3B2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FF208-021B-4E22-AD0F-41C6F5C24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70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76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15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82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529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461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027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144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FF208-021B-4E22-AD0F-41C6F5C244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652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建立供应链降本计划学习动机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2026-07-02T05:27:37Z</dcterms:modified>
</cp:coreProperties>
</file>