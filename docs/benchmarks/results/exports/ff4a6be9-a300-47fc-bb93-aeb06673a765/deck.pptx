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051C4B-DC8E-4147-9135-ADCE4D1807B1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F1325B-E0E8-49AC-A635-2BB8C19CF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39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1325B-E0E8-49AC-A635-2BB8C19CF74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078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1325B-E0E8-49AC-A635-2BB8C19CF74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655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1325B-E0E8-49AC-A635-2BB8C19CF74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560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1325B-E0E8-49AC-A635-2BB8C19CF74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831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1325B-E0E8-49AC-A635-2BB8C19CF74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433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1325B-E0E8-49AC-A635-2BB8C19CF74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540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0D7C59-8CA6-7B5E-7A40-05C619793D8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122B54B-1CF6-0311-0367-F8DA848120D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C0EF432-B12B-EE48-563E-4950E6E3EAB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C6D0C4-1CDC-87A9-106C-72C39E1D956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4C4D598-4774-0F17-2B0F-2D0626A187C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81EA6F0-9143-072D-7589-065D8E3A736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18C8192-D35A-2A1A-D85A-09DA039863A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97EFB9A-C0E4-14C2-B6E8-878F8994382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29ED098-2504-9E22-AE12-F5522480AC1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MiSans Medium</vt:lpstr>
      <vt:lpstr>MiSans ExtraLight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2026-07-07T04:00:27Z</dcterms:modified>
</cp:coreProperties>
</file>