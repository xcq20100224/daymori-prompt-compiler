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D2DFEB-1636-48CA-9A19-CE143AB815DD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BD1462-512D-420E-93C3-D686C7F877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4520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D1462-512D-420E-93C3-D686C7F877E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55513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D1462-512D-420E-93C3-D686C7F877E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36143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D1462-512D-420E-93C3-D686C7F877E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83140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D1462-512D-420E-93C3-D686C7F877E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34036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D1462-512D-420E-93C3-D686C7F877E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01399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D1462-512D-420E-93C3-D686C7F877E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8871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ADEF57A-B18C-1B56-7EAD-6FFF26FBB9C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477AE0E-2D89-3FAD-2E72-A8CB2D94143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C042980-45C2-9D2D-772E-F011BFFEDB8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257B622-D7E6-0BB0-4848-43ACCC7FD3C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FA676D5-673F-18AA-3064-23CF3005101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4C6267D-C0BC-9D27-E2F5-AA0F6F6FD69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4F115D-EE61-32C0-3C4E-A20D6513529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0CD1BC7-FD52-D28B-6CAE-1558F8A8A6D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EC831EC-F00D-5D25-269D-35D641D6593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2026-07-09T04:18:24Z</dcterms:modified>
</cp:coreProperties>
</file>