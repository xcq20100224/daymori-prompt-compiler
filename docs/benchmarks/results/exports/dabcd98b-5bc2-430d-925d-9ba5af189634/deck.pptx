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0F8C2-3AEA-444A-9079-B435360139D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E7C75-FE65-455D-B8E1-59BBC4914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843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7C75-FE65-455D-B8E1-59BBC4914C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279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7C75-FE65-455D-B8E1-59BBC4914C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248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7C75-FE65-455D-B8E1-59BBC4914C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867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7C75-FE65-455D-B8E1-59BBC4914C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646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7C75-FE65-455D-B8E1-59BBC4914C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206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7C75-FE65-455D-B8E1-59BBC4914C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943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44A11-F012-9F6E-8260-AA8EBBC48DE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C4896E8-5B0F-1622-7960-3E41AB180CA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69E1B2D-DE67-746C-6054-99779009B38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81EE73-12F7-7889-2F5D-A089AA5ECE2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93F0CE-B8CE-B78A-7389-280792BB3B9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C32880-A7A6-D537-3905-B55D77CD0B6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9B91DA-F394-D90A-6DF9-A71594B5C96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6FA27BD-A45E-B28B-2627-24C22A733B5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07B946-7B89-E267-2AE7-953DAE3B9DF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2026-07-07T08:10:23Z</dcterms:modified>
</cp:coreProperties>
</file>