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C98971-374C-47D4-A8AF-3EA3090A6F14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8ED787-1396-40FB-9822-9E43EF8B7E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01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ED787-1396-40FB-9822-9E43EF8B7E5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04731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ED787-1396-40FB-9822-9E43EF8B7E5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79517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ED787-1396-40FB-9822-9E43EF8B7E5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78473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ED787-1396-40FB-9822-9E43EF8B7E5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95856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ED787-1396-40FB-9822-9E43EF8B7E5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78698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ED787-1396-40FB-9822-9E43EF8B7E5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9680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BF945A3-1AC8-C61A-E9FA-6CC01EB9D73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DE00C34-2FFB-4338-C887-CBCB31A2411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12DC15B-AE94-D76F-2B94-211B8CA5090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BEBA8DA-6BC9-432A-A318-8C9AF69680A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64C0D1E-0997-6430-C1BD-642315F63F4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B604C79-4887-15AF-4260-0D8AB01AE9E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1924163-B380-1503-43FD-7EFA35C46C3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8887FE9-E05C-C9D4-0141-3BA64B3E859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353A081-0EB3-3298-201C-7AC71400BE5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MiSans</vt:lpstr>
      <vt:lpstr>MiSans Demibold</vt:lpstr>
      <vt:lpstr>MiSans ExtraLight</vt:lpstr>
      <vt:lpstr>MiSans Light</vt:lpstr>
      <vt:lpstr>等线</vt:lpstr>
      <vt:lpstr>等线 Light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2026-07-07T08:42:22Z</dcterms:modified>
</cp:coreProperties>
</file>