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BCFEE-2DAE-4D02-B83B-9D543B60F03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5A63A-B08D-40ED-9DF4-CED7684C1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7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5A63A-B08D-40ED-9DF4-CED7684C12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84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5A63A-B08D-40ED-9DF4-CED7684C12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633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5A63A-B08D-40ED-9DF4-CED7684C12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022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5A63A-B08D-40ED-9DF4-CED7684C12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00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5A63A-B08D-40ED-9DF4-CED7684C12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506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5A63A-B08D-40ED-9DF4-CED7684C12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7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33825E-5CEB-89F2-CBC5-80876BD0807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B632597-C7A4-A784-28A3-8726A223614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79566D-51DD-EFF7-9FDE-1EE0D7CA38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CC8F97-DB78-2064-741A-724DB7D07E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CAE5C0-5CA1-AD3E-7DD6-82293209D2F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C609A3-EDE2-A9B6-4034-9F87DC0486F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B32BD1-1583-501B-6B13-FDE813DDF67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C8CF76-0FD5-5DA4-55C7-2EEFD6CCA0D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D89807-229A-711C-1126-DCE7BED9F74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等线</vt:lpstr>
      <vt:lpstr>MiSans Medium</vt:lpstr>
      <vt:lpstr>MiSans Normal</vt:lpstr>
      <vt:lpstr>等线 Light</vt:lpstr>
      <vt:lpstr>Arial</vt:lpstr>
      <vt:lpstr>MiSans Demibold</vt:lpstr>
      <vt:lpstr>MiSans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2026-07-08T12:15:29Z</dcterms:modified>
</cp:coreProperties>
</file>