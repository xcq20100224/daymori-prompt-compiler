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97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98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99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9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7.xlsx"/></Relationships>
</file>

<file path=ppt/charts/_rels/chart9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8.xlsx"/></Relationships>
</file>

<file path=ppt/charts/_rels/chart9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9.xlsx"/></Relationships>
</file>

<file path=ppt/charts/chart9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技术评审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导入：服务稳定性SLO升级为什么重要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建立服务稳定性SLO升级学习动机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本页结论：建立服务稳定性SLO升级学习动机；关键抓手：结论：先明确问题场景再进入知识点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服务稳定性SLO升级 - 技术评审</dc:title>
  <dc:subject>技术评审</dc:subject>
  <dc:creator>Daymori</dc:creator>
  <cp:lastModifiedBy>Daymori</cp:lastModifiedBy>
  <cp:revision>1</cp:revision>
  <dcterms:created xsi:type="dcterms:W3CDTF">2026-07-02T08:40:25Z</dcterms:created>
  <dcterms:modified xsi:type="dcterms:W3CDTF">2026-07-02T08:40:25Z</dcterms:modified>
</cp:coreProperties>
</file>