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4.xlsx"/></Relationships>
</file>

<file path=ppt/charts/_rels/chart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5.xlsx"/></Relationships>
</file>

<file path=ppt/charts/_rels/chart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6.xlsx"/></Relationships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