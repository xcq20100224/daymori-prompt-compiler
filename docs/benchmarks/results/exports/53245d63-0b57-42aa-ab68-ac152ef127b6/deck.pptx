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E68B5-9621-458F-81E2-8033DC47272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95A41-91BD-4F40-A8BB-5F33CDA52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04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916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48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263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613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447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95A41-91BD-4F40-A8BB-5F33CDA520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30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DCF1CB-C2AC-5E9A-C738-C9FF3002C77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B90D9EC-B8E1-78D3-6791-AF531BDBF2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637367-8A46-9549-C6C0-931ACB3ED0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35E03C-CFDC-B2B6-41DC-10CE4DC5CB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B8AD24-8675-0BFE-9B30-C6792347E0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0ED6C-8470-A897-6DB9-C4C303EFC50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E602A0-4C08-E9BC-710B-A7646A9802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EEBD30-2942-411F-5D17-653EFD6F0D0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2AF061-732B-18AE-CD6F-98010B93E8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2026-07-08T12:27:33Z</dcterms:modified>
</cp:coreProperties>
</file>