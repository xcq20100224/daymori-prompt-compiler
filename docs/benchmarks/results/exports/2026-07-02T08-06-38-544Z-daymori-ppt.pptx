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CDB666-D665-4A14-8A94-524630A6A13C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D1CA42-20FA-4327-8F51-B8F79A545F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594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D1CA42-20FA-4327-8F51-B8F79A545F9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39749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D1CA42-20FA-4327-8F51-B8F79A545F9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98330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D1CA42-20FA-4327-8F51-B8F79A545F9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93026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D1CA42-20FA-4327-8F51-B8F79A545F9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6108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D1CA42-20FA-4327-8F51-B8F79A545F9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11750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D1CA42-20FA-4327-8F51-B8F79A545F9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5612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D1CA42-20FA-4327-8F51-B8F79A545F9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77570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D1CA42-20FA-4327-8F51-B8F79A545F9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29048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导入：议论文论证方法为什么重要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建立议论文论证方法学习动机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ABAA0E90-082C-DB39-733C-1AAD1825314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学习目标与标准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核心概念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关键规律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方法步骤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例题精讲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实验或应用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总结与作业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265</Words>
  <Application>Microsoft Office PowerPoint</Application>
  <PresentationFormat>宽屏</PresentationFormat>
  <Paragraphs>56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MiSans Medium</vt:lpstr>
      <vt:lpstr>Arial</vt:lpstr>
      <vt:lpstr>等线</vt:lpstr>
      <vt:lpstr>MiSans ExtraLight</vt:lpstr>
      <vt:lpstr>MiSans Semibold</vt:lpstr>
      <vt:lpstr>等线 Light</vt:lpstr>
      <vt:lpstr>MiSans</vt:lpstr>
      <vt:lpstr>MiSans Demibold</vt:lpstr>
      <vt:lpstr>MiSans Light</vt:lpstr>
      <vt:lpstr>思源黑体 CN Normal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2026-07-02T08:06:36Z</dcterms:modified>
</cp:coreProperties>
</file>