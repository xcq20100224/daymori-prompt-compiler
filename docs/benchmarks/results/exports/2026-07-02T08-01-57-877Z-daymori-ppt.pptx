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4B682-13AB-4D9A-9497-97F9C30A036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8B949B-5EF9-4F91-99E5-DC321CF64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832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8B949B-5EF9-4F91-99E5-DC321CF6404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286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8B949B-5EF9-4F91-99E5-DC321CF6404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789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8B949B-5EF9-4F91-99E5-DC321CF6404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146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8B949B-5EF9-4F91-99E5-DC321CF6404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564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8B949B-5EF9-4F91-99E5-DC321CF6404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547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8B949B-5EF9-4F91-99E5-DC321CF6404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066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8B949B-5EF9-4F91-99E5-DC321CF6404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27006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8B949B-5EF9-4F91-99E5-DC321CF6404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881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导入：酸碱中和反应为什么重要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建立酸碱中和反应学习动机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9318B78-1075-DAE7-773D-E7FE60A1286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267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Semibold</vt:lpstr>
      <vt:lpstr>MiSans</vt:lpstr>
      <vt:lpstr>MiSans Demibold</vt:lpstr>
      <vt:lpstr>等线</vt:lpstr>
      <vt:lpstr>Arial</vt:lpstr>
      <vt:lpstr>MiSans Light</vt:lpstr>
      <vt:lpstr>思源黑体 CN Normal</vt:lpstr>
      <vt:lpstr>MiSans Normal</vt:lpstr>
      <vt:lpstr>MiSans Medium</vt:lpstr>
      <vt:lpstr>等线 Light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2026-07-02T08:01:31Z</dcterms:modified>
</cp:coreProperties>
</file>