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1688F-C8B4-4764-8E70-F1C3E6C660B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15D25-F082-43F4-84A6-96905F1A6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89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405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359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536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895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480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15D25-F082-43F4-84A6-96905F1A6A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714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9A3D93-D598-96F8-5B92-20893BA9DB6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A3F4CCC-F3EC-C045-3B95-AA64370160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A75759C-54F6-589F-1753-9E0EB0501D1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2291FA-476A-EC81-045D-25955F7B31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2DA758-CCA6-4D44-155F-727503ABB7B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F54DEE-8E91-F552-0459-C9F3E9F49C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2A0D23-346A-621C-CEA9-6B50645E65F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843FF2-5A82-F6FE-71B8-D8F49F2608D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F6DB24-2891-405E-6352-EA0C9405735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</vt:lpstr>
      <vt:lpstr>Arial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2026-07-08T12:16:46Z</dcterms:modified>
</cp:coreProperties>
</file>