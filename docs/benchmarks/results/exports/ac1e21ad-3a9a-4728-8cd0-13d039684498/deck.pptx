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C9759-536D-441B-814C-B37BE9FFE61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DBC1C-3948-4CE2-9ADE-09DD33D490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974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BC1C-3948-4CE2-9ADE-09DD33D490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64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BC1C-3948-4CE2-9ADE-09DD33D490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656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BC1C-3948-4CE2-9ADE-09DD33D490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848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BC1C-3948-4CE2-9ADE-09DD33D490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3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BC1C-3948-4CE2-9ADE-09DD33D490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030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BC1C-3948-4CE2-9ADE-09DD33D490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5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55E16C-EE04-5F38-DC10-F2F7BBC62CD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5C1D96D-2527-6F3A-8ADD-CEC9958AFC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AF5AE16-F3A1-CF92-283E-2D311160240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C0A961-1391-044B-AB9A-0322DFBDAA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979D1B-FFEE-2A9C-904D-E27ACCD6D32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DFC576-C4BE-1BE7-A9A1-4BF01840FDE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3DAC1B-140C-4122-A465-C6F4E0FC6DE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10CB2C-5CEF-A3C8-3746-662783ECFA9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C44103-B00C-DB34-1D0B-5866D308F9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Medium</vt:lpstr>
      <vt:lpstr>Arial</vt:lpstr>
      <vt:lpstr>等线</vt:lpstr>
      <vt:lpstr>思源黑体 CN Normal</vt:lpstr>
      <vt:lpstr>MiSans ExtraLight</vt:lpstr>
      <vt:lpstr>MiSans</vt:lpstr>
      <vt:lpstr>等线 Light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2026-07-08T04:43:42Z</dcterms:modified>
</cp:coreProperties>
</file>