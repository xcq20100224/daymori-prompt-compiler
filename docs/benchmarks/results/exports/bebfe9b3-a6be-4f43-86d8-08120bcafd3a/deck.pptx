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68570B-2CDD-4866-8B8F-1F76CA46674B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2451E5-7D76-43A5-A38B-8B320092AF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9558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产品上市策略分析现状结构图 先级重排。 图示：产品上市策略分析现状结构图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2451E5-7D76-43A5-A38B-8B320092AF0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55560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2451E5-7D76-43A5-A38B-8B320092AF0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53449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2451E5-7D76-43A5-A38B-8B320092AF0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43111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2451E5-7D76-43A5-A38B-8B320092AF0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72043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2451E5-7D76-43A5-A38B-8B320092AF0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39031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2451E5-7D76-43A5-A38B-8B320092AF0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67573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产品上市策略分析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产品上市策略分析提案汇报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617D92-14CA-EA1C-FEFB-2C6073A13BB4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产品上市策略分析提案汇报 产品上市策略分析提案汇报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产品上市策略分析的核心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3440697D-1C31-3E3D-BC37-3816CEDA5DD5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FEB8060-F204-CF00-E62F-84A5EAF529C7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产品上市策略分析当前在目标达成、资源配置与执行路径上存在明显瓶颈。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图示：产品上市策略分析问题分层卡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围绕产品上市策略分析可将问题拆为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产品上市策略分析的分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E722702-18AA-A0EB-0B09-971370D8390C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阶段：明确产品上市策略分析目标与边界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完成产品上市策略分析试点并跟踪关键指标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建议围绕产品上市策略分析建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384582E-AD18-95F5-D78B-AA3C3C739F7C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5BB2D79-A060-40BB-DF0D-80A2996D5C28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6BFDE93-10E3-A28A-0556-3E23D9CF6971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BECC5F5-C55E-2782-7881-91D3B6EA2B1C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1595A2B-4451-E9E6-6962-DED3A445E35F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 Normal</vt:lpstr>
      <vt:lpstr>MiSans Medium</vt:lpstr>
      <vt:lpstr>等线 Light</vt:lpstr>
      <vt:lpstr>MiSans ExtraLight</vt:lpstr>
      <vt:lpstr>MiSans Semibold</vt:lpstr>
      <vt:lpstr>MiSans</vt:lpstr>
      <vt:lpstr>MiSans Demibold</vt:lpstr>
      <vt:lpstr>等线</vt:lpstr>
      <vt:lpstr>Arial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2026-07-08T12:11:10Z</dcterms:modified>
</cp:coreProperties>
</file>