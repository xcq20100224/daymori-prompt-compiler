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87ADE-92F7-45EF-9A46-B1064109A5D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96A04-B15C-4770-86D3-3936918E8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5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96A04-B15C-4770-86D3-3936918E8B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63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96A04-B15C-4770-86D3-3936918E8B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305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96A04-B15C-4770-86D3-3936918E8B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968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96A04-B15C-4770-86D3-3936918E8B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321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96A04-B15C-4770-86D3-3936918E8B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866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96A04-B15C-4770-86D3-3936918E8B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34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E41C86-4E49-14B7-BC29-15EA8B7930B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20A50-253E-CF3E-77DA-9EF24B02CC7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7EA590-F024-3ACC-ACDE-119CBE4627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D33681-3726-B0E5-8FA8-1279AA8268C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05C185-25A0-B503-B337-45E027DC81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716800-34AC-C84F-668E-97750E174F1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A5D5B1-725F-F328-6AAD-FC9923AEED8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E1A8AD-629C-34E5-01D3-36A049ADD62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79CF9B-C801-A432-1213-D094FB9ED4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2026-07-09T04:29:06Z</dcterms:modified>
</cp:coreProperties>
</file>