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13F84-2CC3-4BF1-B63C-504C26A3379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E634E-7C8F-4C47-B82B-C859CC986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22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99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2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655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9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32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634E-7C8F-4C47-B82B-C859CC9868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28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920603-4AE1-4238-F933-C189E7739C6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BC73FAB-D207-C0A4-FC56-EB0A1BFBCB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500A499-210A-4289-3BE4-824E0F7402C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11B16A-AF98-C086-FB70-9B9E0CEE70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807511-1C33-890F-901E-506BA27AA4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F04F37-32D2-28D3-16CA-BAC93C3C666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ED27BD-D84A-64F1-316E-BCBD9BF1352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4D8614-442D-7133-9EF6-D6E684C790A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8A58B1-675C-522A-9FB4-5A6AC15CDCD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2026-07-08T12:17:36Z</dcterms:modified>
</cp:coreProperties>
</file>