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5440A-8E97-4FB4-B651-4B98BF30A7A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99ED2-D2A1-45B5-9CC3-070F84BD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31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99ED2-D2A1-45B5-9CC3-070F84BD5A8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29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99ED2-D2A1-45B5-9CC3-070F84BD5A8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2026-07-02T05:07:50Z</dcterms:modified>
</cp:coreProperties>
</file>