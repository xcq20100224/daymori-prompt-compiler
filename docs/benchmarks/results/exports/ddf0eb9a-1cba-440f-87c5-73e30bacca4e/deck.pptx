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28C33-ADF2-4716-9375-42DACC87C8B4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FD5AC2-1170-476A-B430-6DCFCC9F32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16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D5AC2-1170-476A-B430-6DCFCC9F32B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763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D5AC2-1170-476A-B430-6DCFCC9F32B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016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D5AC2-1170-476A-B430-6DCFCC9F32B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582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D5AC2-1170-476A-B430-6DCFCC9F32B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806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D5AC2-1170-476A-B430-6DCFCC9F32B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00025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FD5AC2-1170-476A-B430-6DCFCC9F32B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309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7B62F5-4FF8-B93C-C996-E53AEB21609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7E5C160-7FA5-00A8-91C8-63DB6DDD63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36441A-B3A9-0868-A5A1-790A9160FFB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221B37-B060-BC00-D892-DA9C1F0317F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9D32465-4121-4968-506C-AB864276C67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9C1810-A1C8-A341-BDE5-5663E86B346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DB451BE-C8BB-D075-6CB6-204FE0A91EB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7D978C-3B15-B09E-9B9D-523307B9C48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58A2FD-BB92-C374-DC74-6275FFADAD1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2026-07-07T08:15:10Z</dcterms:modified>
</cp:coreProperties>
</file>