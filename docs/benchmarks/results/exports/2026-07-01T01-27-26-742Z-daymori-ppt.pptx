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导入：情境导入｜执行摘要与课堂目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先给本节结论与学习目标（围绕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关键要点：结论：核心结论 ｜ 证据：学习收益（当前值69%，目标；补充F=ma与单位N/kg/m/s² ｜ 行动：课堂动作；决策建议：本周完成；含提问/板演/练习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本页结论：先给本节结论与学习目标（围绕；关键抓手：结论：核心结论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导入：学习目标｜问题定义与误区澄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目标：定义问题并澄清常见误区（围绕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本页结论：定义问题并澄清常见误区（围绕；关键抓手：结论：问题定义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结论：问题定义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证据：高频误区（当前值80%，目标；补充F=ma与单位N/kg/m/s²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行动：纠偏路径；决策建议：两周内完；含提问/板演/练习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结论：问题定义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证据：高频误区（当前值80%，目标；补充F=...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行动：纠偏路径；决策建议：两周内完；含提问/...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误区对照表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问题树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概念：概念定义｜核心概念与公式·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目标：建立概念并锁定公式与单位（围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本页结论：建立概念并锁定公式与单位（围；关键抓手：结论：概念定义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结论：概念定义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证据：公式单位（当前值68%，目标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行动：适用边界；决策建议：月底前按；含提问/板演/练习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结论：概念定义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证据：公式单位（当前值68%，目标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行动：适用边界；决策建议：月底前按；含提问/...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公式卡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单位对照图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概念：公式结构｜推导与证据链·执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目标：形成可复述的推导证据链（围绕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本页结论：形成可复述的推导证据链（围绕；关键抓手：结论：推导步骤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结论：推导步骤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证据：实验读数（当前值79%，目标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行动：结论校验；决策建议：下季度纳；含提问/板演/练习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结论：推导步骤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证据：实验读数（当前值79%，目标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行动：结论校验；决策建议：下季度纳；含提问/...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推导流程图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概念：单位量纲｜受力分析方法·执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目标：建立受力分析到求解闭环（围绕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本页结论：建立受力分析到求解闭环（围绕；关键抓手：结论：分析步骤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结论：分析步骤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证据：典型陷阱（当前值67%，目标；补充F=ma与单位N/kg/m/s²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行动：解题模板；决策建议：本周完成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结论：分析步骤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证据：典型陷阱（当前值67%，目标；补充F=...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行动：解题模板；决策建议：本周完成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受力图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步骤模板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概念：适用条件｜实验验证与变量控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目标：通过实验验证并理解变量控制（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本页结论：通过实验验证并理解变量控制（；关键抓手：结论：实验设计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结论：实验设计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证据：控制变量（当前值78%，目标；补充F=ma与单位N/kg/m/s²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行动：结果解释；决策建议：两周内完；含提问/板演/练习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结论：实验设计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证据：控制变量（当前值78%，目标；补充F=...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行动：结果解释；决策建议：两周内完；含提问/...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实验装置图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记录表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实验：实验目的｜例题拆解与迁移·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目标：通过例题完成方法迁移（围绕牛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本页结论：通过例题完成方法迁移（围绕牛；关键抓手：结论：已知-求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结论：已知-求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证据：解题步骤（当前值66%，目标；补充F=ma与单位N/kg/m/s²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行动：迁移练习；决策建议：月底前按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结论：已知-求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证据：解题步骤（当前值66%，目标；补充F=...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行动：迁移练习；决策建议：月底前按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例题卡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步骤板书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实验：控制变量｜总结复盘与分层作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目标：收束关键结论并布置分层作业（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本页结论：收束关键结论并布置分层作业（；关键抓手：结论：三句总结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结论：三句总结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证据：作业分层（当前值77%，目标；补充F=ma与单位N/kg/m/s²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行动：下节衔接；决策建议：下季度纳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结论：三句总结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证据：作业分层（当前值77%，目标；补充F=...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行动：下节衔接；决策建议：下季度纳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总结卡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作业清单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教务</dc:title>
  <dc:subject>教务</dc:subject>
  <dc:creator>Daymori</dc:creator>
  <cp:lastModifiedBy>Daymori</cp:lastModifiedBy>
  <cp:revision>1</cp:revision>
  <dcterms:created xsi:type="dcterms:W3CDTF">2026-07-01T01:27:26Z</dcterms:created>
  <dcterms:modified xsi:type="dcterms:W3CDTF">2026-07-01T01:27:26Z</dcterms:modified>
</cp:coreProperties>
</file>