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7DC5F-C691-44B5-8217-5AF18595057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C1E39-B802-4BB6-8D81-5B53A236E9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31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39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03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74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005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6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830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1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C1E39-B802-4BB6-8D81-5B53A236E9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28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2026-07-02T05:26:55Z</dcterms:modified>
</cp:coreProperties>
</file>