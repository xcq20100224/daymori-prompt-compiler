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5CB8A5-6DE2-48B9-ABD1-2D1CB49D2F3C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5B81DC-9CFC-40D0-873C-F829FC3354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45641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用户增长策略现状结构图 先级重排。 图示：用户增长策略现状结构图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5B81DC-9CFC-40D0-873C-F829FC33546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02291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用户增长策略问题分层卡片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5B81DC-9CFC-40D0-873C-F829FC33546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00649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用户增长策略方案架构图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5B81DC-9CFC-40D0-873C-F829FC335460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43207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5B81DC-9CFC-40D0-873C-F829FC335460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38942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5B81DC-9CFC-40D0-873C-F829FC335460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37859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5B81DC-9CFC-40D0-873C-F829FC335460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34364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用户增长策略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用户增长策略提案汇报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7E63FBE-374E-7510-5EA8-411467F90A17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用户增长策略提案汇报 用户增长策略提案汇报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用户增长策略的核心约束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30ECE7CB-3341-93BF-ECE6-E17914D85F7C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7712DC8D-807F-84D4-0ADA-2358C533CB23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用户增长策略的核心约束与机会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用户增长策略当前在目标达成、资源配置与执行路径上存在明显瓶颈。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图示：用户增长策略问题分层卡片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围绕用户增长策略可将问题拆为目标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用户增长策略的分阶段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D275122-E18A-97D4-7F08-B4C5DC24840E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用户增长策略的分阶段落地方案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用户增长策略方案建议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采用“目标对齐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能力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建设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效果验证”三层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架构，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先完成基线与关键能力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用户增长策略方案架构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 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阶段：明确用户增长策略目标与边界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完成用户增长策略试点并跟踪关键指标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建议围绕用户增长策略建立统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164D9D2-8399-025B-3A16-7F629400A693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9E5B0C5-E47C-806F-9D29-C559736B3E96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B3EB292-1D94-5EB9-6AB4-6140411BC090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547366C-0BA0-5F75-6523-3EF7D14EB30E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CE4C57B-56F7-F5A0-4310-A3B43781B45F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575</Words>
  <Application>Microsoft Office PowerPoint</Application>
  <PresentationFormat>宽屏</PresentationFormat>
  <Paragraphs>89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思源黑体 CN Normal</vt:lpstr>
      <vt:lpstr>MiSans Normal</vt:lpstr>
      <vt:lpstr>MiSans ExtraLight</vt:lpstr>
      <vt:lpstr>MiSans Medium</vt:lpstr>
      <vt:lpstr>MiSans</vt:lpstr>
      <vt:lpstr>等线 Light</vt:lpstr>
      <vt:lpstr>MiSans Demibold</vt:lpstr>
      <vt:lpstr>MiSans Semibold</vt:lpstr>
      <vt:lpstr>MiSans Light</vt:lpstr>
      <vt:lpstr>等线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2026-07-08T10:18:36Z</dcterms:modified>
</cp:coreProperties>
</file>