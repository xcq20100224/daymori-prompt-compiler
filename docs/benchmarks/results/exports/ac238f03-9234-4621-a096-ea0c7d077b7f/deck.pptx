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3223D-C8F6-4804-BD5D-5CFD5960565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1C121-99F0-4734-AA23-55111EA9B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4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687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72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41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600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45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C121-99F0-4734-AA23-55111EA9B9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1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D5B67A-21F7-1AD4-55D8-1CBE6C30180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95EBD1-4684-04F1-6E5A-4AFA15F2B1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0DB2D2-7859-821A-D507-D2FC27BB8FC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251AA5-4B04-87E1-ED74-86252BF9C8F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CFA7CB-64D9-D815-7BAA-6C4CF63977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9A9ACA-4325-1716-941D-1ECF9ED314D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A0DF52-CD6C-06D7-4AD6-67F956B503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36952F-4738-4E16-85D7-88DB2A3B49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76A11B-9E3B-4748-C451-25DBB6A83F9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2026-07-08T04:44:11Z</dcterms:modified>
</cp:coreProperties>
</file>