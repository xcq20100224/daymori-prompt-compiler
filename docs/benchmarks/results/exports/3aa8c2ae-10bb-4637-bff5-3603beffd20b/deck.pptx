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C255A-1D4B-425C-AB4C-32399A48025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68DB5-259E-41CF-AF14-4278F16BD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947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8DB5-259E-41CF-AF14-4278F16BDE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12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8DB5-259E-41CF-AF14-4278F16BDE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565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8DB5-259E-41CF-AF14-4278F16BDE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620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8DB5-259E-41CF-AF14-4278F16BDE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038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8DB5-259E-41CF-AF14-4278F16BDE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302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8DB5-259E-41CF-AF14-4278F16BDE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531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BE7F38-430C-F0E9-503D-5A2B32692F5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F4E4C82-84DA-A095-3883-E585F30B83C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4EB396-E796-6D95-6596-0218E54B4A0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F241FD-968A-CAA6-FA06-D56405FEF4E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1756794-0A9F-37D9-5FA5-CA37FF987D4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A7EE5D-FA57-E03C-B1FF-976F7E1AC31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4E5BA4A-8E31-B70C-1336-BB194EB8767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1BD511B-0BB4-DBF0-304D-08B8E570EB7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792204-0F17-311C-C0F9-787B3C3B987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2026-07-09T04:18:02Z</dcterms:modified>
</cp:coreProperties>
</file>