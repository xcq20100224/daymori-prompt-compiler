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DCE52-FEBD-42D9-B965-5B33BCD90C0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EE1F7-12FE-48D1-8C37-2D1F8A0EAD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42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EE1F7-12FE-48D1-8C37-2D1F8A0EAD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913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EE1F7-12FE-48D1-8C37-2D1F8A0EAD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81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EE1F7-12FE-48D1-8C37-2D1F8A0EAD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263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EE1F7-12FE-48D1-8C37-2D1F8A0EAD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898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EE1F7-12FE-48D1-8C37-2D1F8A0EAD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567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EE1F7-12FE-48D1-8C37-2D1F8A0EAD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07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BE2DA5C-B130-5D10-FCE7-18A231143C7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4368EFE-D041-9FB5-121D-D90ED15245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D9D7DCE-BBF9-F6B5-BB45-33F33855A31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5822D0-86A0-C484-4B94-67696339BBB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B00ABF-CC12-50ED-2008-5919CA5CA8B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D94749-4363-6124-C35C-2774CD6B981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9CC504-FA40-E947-B696-9AC0612A54A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C916B9-E652-B37C-0CD9-C0C76E41964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407979-54F1-B48E-044F-D35F88D06A4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2026-07-09T04:36:46Z</dcterms:modified>
</cp:coreProperties>
</file>