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A92CA-0420-4450-A1FF-68AA41CF031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380E2-580F-4D3F-98BA-C3B4ABFDA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62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380E2-580F-4D3F-98BA-C3B4ABFDA4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111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380E2-580F-4D3F-98BA-C3B4ABFDA4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444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380E2-580F-4D3F-98BA-C3B4ABFDA4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74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380E2-580F-4D3F-98BA-C3B4ABFDA4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843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380E2-580F-4D3F-98BA-C3B4ABFDA4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44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380E2-580F-4D3F-98BA-C3B4ABFDA4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97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86377B-17C3-3943-F8CC-576AB71201C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A8B28DE-8B60-F803-701E-8024288E5F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F5268F-7FCC-9290-0F4E-3A6C001333E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6E3D79-01E2-A6E1-1F88-F3998C1A77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90E464-781B-5558-2ADF-91024C6D91C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3E2D60-A43C-0C9B-6B2B-DB31FEECAA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15C7AA-E3A9-B597-135D-DB0BA1BB98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2C2F40-284D-F2D3-7733-571ADCC6EF2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31C4EB-96A3-2329-F4BD-5AE6E22168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2026-07-08T10:16:00Z</dcterms:modified>
</cp:coreProperties>
</file>