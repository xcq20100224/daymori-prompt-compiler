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603E55-DA21-424E-8B33-D973D6C23CF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FAA50-ECA2-4B4D-990E-E896E7748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01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AA50-ECA2-4B4D-990E-E896E7748E9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870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AA50-ECA2-4B4D-990E-E896E7748E9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455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AA50-ECA2-4B4D-990E-E896E7748E9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505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AA50-ECA2-4B4D-990E-E896E7748E9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371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AA50-ECA2-4B4D-990E-E896E7748E9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594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AA50-ECA2-4B4D-990E-E896E7748E9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20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5A0DD7-8FDB-AB55-24BA-2346706DE3E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FF66C9E-9AA1-B528-770D-2D6049323B7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8C1866-81EB-80C9-C499-668637B0150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CD2954-A4DB-0E42-CD94-27A0433D3EE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E92BD8-51DD-E991-1B78-79C65C7F8A5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B9BD9E-0820-825C-7857-6A89E6E4FC2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4A6A34-DB0E-3942-9AA2-1F6F4E84277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D943BE-9609-F3A3-68D3-412B3B4E4F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9087DAB-165B-9CAF-06F4-2935A1AB254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D23412-1B0F-C716-5C89-B1F0A6F21F3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4867F6-38C7-16C3-E093-9E4C41FFBF1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B1D697-2760-8DEF-72AC-E07F2ACBE6F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CD25EB8-35DB-33B0-67C5-5DD322216D9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193EAB-EA5D-47B4-7712-EF3FEDCAF5F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B1B525-EC83-B4FA-C0DC-90CC3FD8138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2026-07-08T14:19:22Z</dcterms:modified>
</cp:coreProperties>
</file>