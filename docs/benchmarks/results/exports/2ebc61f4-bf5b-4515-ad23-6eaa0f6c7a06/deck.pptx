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FA963D-8FB8-4FB1-BBB9-E251FEEE9C0A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C840D5-41F4-445A-8679-FDEF9168B5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03668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C840D5-41F4-445A-8679-FDEF9168B5D1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3389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C840D5-41F4-445A-8679-FDEF9168B5D1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36511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C840D5-41F4-445A-8679-FDEF9168B5D1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31187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C840D5-41F4-445A-8679-FDEF9168B5D1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91750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C840D5-41F4-445A-8679-FDEF9168B5D1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34806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C840D5-41F4-445A-8679-FDEF9168B5D1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52153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F2D3F9E-3514-2D8B-05C7-3321F8D99676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66AC12C1-49C9-C22E-1055-E804F3C5143C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533410A8-F971-1073-F23C-0E5ACAA6487B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6BB03C1-89E7-4BBE-536A-7CBB3A268795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8FF45F3-07EA-9E3B-CDDB-D52F1E329840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7A1A615-F44F-DDF9-963D-5D8471EFD522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44BA88F-E5BA-C2D1-24EF-B966EC57C52C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BC4C339-10E9-E19C-46C0-A3E04C2B7C1A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9465912-BD95-D715-E3CB-9C49497948A7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等线</vt:lpstr>
      <vt:lpstr>MiSans Medium</vt:lpstr>
      <vt:lpstr>思源黑体 CN Normal</vt:lpstr>
      <vt:lpstr>MiSans ExtraLight</vt:lpstr>
      <vt:lpstr>等线 Light</vt:lpstr>
      <vt:lpstr>MiSans</vt:lpstr>
      <vt:lpstr>Arial</vt:lpstr>
      <vt:lpstr>MiSans Demibold</vt:lpstr>
      <vt:lpstr>MiSans Light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2026-07-07T08:21:41Z</dcterms:modified>
</cp:coreProperties>
</file>