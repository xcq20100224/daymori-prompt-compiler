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F1797-FFF6-4B30-8504-C63841CBDFC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8F49F-4FDE-4083-99F8-63F52F631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04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8F49F-4FDE-4083-99F8-63F52F631EC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095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8F49F-4FDE-4083-99F8-63F52F631EC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08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8F49F-4FDE-4083-99F8-63F52F631EC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50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8F49F-4FDE-4083-99F8-63F52F631E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3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8F49F-4FDE-4083-99F8-63F52F631EC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822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8F49F-4FDE-4083-99F8-63F52F631EC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00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EF28C7-868E-9335-B374-2030D3DCB7A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D3E2A3-2094-4072-3EAE-F37010C8BD1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1A824B-81A2-A757-96AA-A74C82E2A4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1DD4B2-9DAB-67B9-72F9-B0A5770C7A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62DF6C-B458-C9B2-0D74-B1285FD17E0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0471AF-BA9C-91EE-7E26-438ACF66A03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31E221-6956-A7D0-55C1-1ADCEE3A138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973AD6-AC53-A3E5-9258-6DC39410CE7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99F7C0-1EEC-EA05-80C6-AC522A36A9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Light</vt:lpstr>
      <vt:lpstr>等线 Light</vt:lpstr>
      <vt:lpstr>思源黑体 CN Normal</vt:lpstr>
      <vt:lpstr>Arial</vt:lpstr>
      <vt:lpstr>MiSans Normal</vt:lpstr>
      <vt:lpstr>MiSans Medium</vt:lpstr>
      <vt:lpstr>MiSans</vt:lpstr>
      <vt:lpstr>MiSans ExtraLight</vt:lpstr>
      <vt:lpstr>等线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2026-07-09T04:39:11Z</dcterms:modified>
</cp:coreProperties>
</file>