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A5BB6-1004-414B-A4C6-B6B86239481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7EC31-0610-4532-AD4E-678C432F2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12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EC31-0610-4532-AD4E-678C432F2F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814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EC31-0610-4532-AD4E-678C432F2F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569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EC31-0610-4532-AD4E-678C432F2F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488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EC31-0610-4532-AD4E-678C432F2F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0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EC31-0610-4532-AD4E-678C432F2F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035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A7EC31-0610-4532-AD4E-678C432F2F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309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客户留存提升方案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91D6C4-BF30-1B7A-CC1D-71E98C44F78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E164F57-C8EC-1956-2AED-E5EB5D5287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A5C3505-C3D5-B1D9-4FAC-3BC6E15D690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D11C30-0219-AA13-C838-709D2A2ABFC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3CF9BC-23EF-5E4F-44A9-9B12DDB454E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4F08CC-D5E4-A290-47AD-21B0785B51E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6762F4-7909-B254-AF96-DAD581F4B45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6A7400D-F4EF-91E4-6724-6D35BD832D3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ADF95A-825F-8197-BBDB-A4D6FBA8FDC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560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2026-07-08T04:53:39Z</dcterms:modified>
</cp:coreProperties>
</file>