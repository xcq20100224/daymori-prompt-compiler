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756CBF-FD2A-43EC-93DC-1902CBFB96C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826D5-28C3-43A4-9C7E-1CFCF0D8F5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327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</a:t>
            </a:r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826D5-28C3-43A4-9C7E-1CFCF0D8F5B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6673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ABTest2_1783519150484</a:t>
            </a:r>
            <a:r>
              <a:rPr lang="zh-CN" altLang="en-US"/>
              <a:t>现状结构图 效率与可持续性将同步承压，需要先完成问题分层与优先级重排。 图示： </a:t>
            </a:r>
            <a:r>
              <a:rPr lang="en-US" altLang="zh-CN"/>
              <a:t>ABTest2_1783519150484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826D5-28C3-43A4-9C7E-1CFCF0D8F5B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7837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ABTest2_1783519150484</a:t>
            </a:r>
            <a:r>
              <a:rPr lang="zh-CN" altLang="en-US"/>
              <a:t>问题分层卡片 义、流程协同、 执行能力与反馈闭环四个层面。 先聚焦高频高影响环节， 再逐步覆盖复杂场景， 可显著降低试点风险。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826D5-28C3-43A4-9C7E-1CFCF0D8F5B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355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ABTest2_1783519150484</a:t>
            </a:r>
            <a:r>
              <a:rPr lang="zh-CN" altLang="en-US"/>
              <a:t>方案架构图 验证”三层架构， 先完成基线与关键能力 建设， 再通过迭代机制优化质 量， 形成可复制的执行闭环。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826D5-28C3-43A4-9C7E-1CFCF0D8F5B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8581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826D5-28C3-43A4-9C7E-1CFCF0D8F5B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90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826D5-28C3-43A4-9C7E-1CFCF0D8F5B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2224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826D5-28C3-43A4-9C7E-1CFCF0D8F5B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6534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ABTest2_1783519150484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ABTest2_1783519150484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提案汇报 内容由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ABTest2_178</a:t>
            </a:r>
          </a:p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3519150484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的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BD25D9C-D8DE-54E9-D5A7-35F4B45FC0B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ABTest2_1783519150484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当前在目标达成、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资源配置与执行路径上存在明显瓶颈。若继续沿用现有方式，成本、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ABTest2_17835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19150484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问题分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ABTest2_178351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9150484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可将问题拆为目标定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ABTest2_17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8351915048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/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…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8351915048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8351915048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ABTest2_178351915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ABTest2_178351915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ABTest2_1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783519150484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F9590E9-701F-2AF4-BB54-11109ED4D2A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58E3BF-3AD7-5065-C9BC-54AC7557D43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9AB3EB3-2E73-D4F8-697D-07A3999FFC5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76BD8D-32D2-4D11-F8A6-26FF75F8A4A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EE78A88-21BF-6DF6-89BB-32E2DC2BB2E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439</Words>
  <Application>Microsoft Office PowerPoint</Application>
  <PresentationFormat>宽屏</PresentationFormat>
  <Paragraphs>84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2026-07-08T14:00:04Z</dcterms:modified>
</cp:coreProperties>
</file>