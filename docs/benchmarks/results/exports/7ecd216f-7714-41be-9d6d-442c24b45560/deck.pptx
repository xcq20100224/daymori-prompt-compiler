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80130-9046-4888-A088-1105D6CCE2A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7082F1-47C2-42F4-B4D4-932D48E2EC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036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46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94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085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914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306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7082F1-47C2-42F4-B4D4-932D48E2EC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7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20BBFA-DE99-952F-D3A6-229E8363FBA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B2FEDEA-CFB8-F4D9-026E-C8FEE9E918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B86AE3-2F35-335E-5437-5347DFB7CA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A219D2-E617-68DE-5FBD-11597F76C04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E2F202-83E6-9BBE-0ABE-11CB9BC63DB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30F32A-5CFF-F5D4-CA9A-3C6032827A7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7ADA6D-FD50-2754-24FD-A60EEBB5E08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01E66C-C5BF-F010-4032-5AB1494ACC0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257A32-8541-82E8-7BCF-987C6DECB77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2026-07-07T04:04:57Z</dcterms:modified>
</cp:coreProperties>
</file>