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3F8981-CD60-4AD4-AB72-771D7E90E2E1}" type="datetimeFigureOut">
              <a:rPr lang="zh-CN" altLang="en-US" smtClean="0"/>
              <a:t>2026/7/2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B5E1FA-FE4D-4C32-A707-565FBA17DB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93846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auto • </a:t>
            </a:r>
            <a:r>
              <a:rPr lang="zh-CN" altLang="en-US"/>
              <a:t>关键点</a:t>
            </a:r>
            <a:r>
              <a:rPr lang="en-US" altLang="zh-CN"/>
              <a:t>C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B5E1FA-FE4D-4C32-A707-565FBA17DB8F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4375323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auto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B5E1FA-FE4D-4C32-A707-565FBA17DB8F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9800619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auto • </a:t>
            </a:r>
            <a:r>
              <a:rPr lang="zh-CN" altLang="en-US"/>
              <a:t>关键点</a:t>
            </a:r>
            <a:r>
              <a:rPr lang="en-US" altLang="zh-CN"/>
              <a:t>C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B5E1FA-FE4D-4C32-A707-565FBA17DB8F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258146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auto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B5E1FA-FE4D-4C32-A707-565FBA17DB8F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018215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auto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B5E1FA-FE4D-4C32-A707-565FBA17DB8F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9702267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auto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B5E1FA-FE4D-4C32-A707-565FBA17DB8F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2241797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auto • </a:t>
            </a:r>
            <a:r>
              <a:rPr lang="zh-CN" altLang="en-US"/>
              <a:t>关键点</a:t>
            </a:r>
            <a:r>
              <a:rPr lang="en-US" altLang="zh-CN"/>
              <a:t>C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B5E1FA-FE4D-4C32-A707-565FBA17DB8F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7484677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auto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B5E1FA-FE4D-4C32-A707-565FBA17DB8F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9680315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auto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B5E1FA-FE4D-4C32-A707-565FBA17DB8F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8766037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auto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B5E1FA-FE4D-4C32-A707-565FBA17DB8F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82195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ExtraLight" pitchFamily="2" charset="-122"/>
                <a:ea typeface="MiSans ExtraLight" pitchFamily="2" charset="-122"/>
                <a:cs typeface="+mn-ea"/>
                <a:sym typeface="+mn-lt"/>
              </a:rPr>
              <a:t>LOGO</a:t>
            </a: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20XX</a:t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zh-CN" altLang="en-US" sz="66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工作总结汇报</a:t>
            </a:r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2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WORK REPORT</a:t>
            </a:r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OfficePLUS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时间：</a:t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202X/05/01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保证每页都有可见标题与正文 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关键点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</a:t>
            </a:r>
          </a:p>
          <a:p>
            <a:pPr algn="r" defTabSz="914400">
              <a:lnSpc>
                <a:spcPct val="150000"/>
              </a:lnSpc>
              <a:defRPr/>
            </a:pP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关键点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B...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958C4308-F802-1808-DD8A-5679D2D64174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第</a:t>
            </a:r>
            <a:r>
              <a:rPr lang="en-US" altLang="zh-CN"/>
              <a:t>1</a:t>
            </a:r>
            <a:r>
              <a:rPr lang="zh-CN" altLang="en-US"/>
              <a:t>页：封面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6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目录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3600" dirty="0">
                <a:solidFill>
                  <a:schemeClr val="accent2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CONTENT</a:t>
            </a:r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阶段工作概述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项目成果展示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工作完成进度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未来工作规划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第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页：目录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7A68CA38-A16E-1292-7445-5F6EE1FB85CD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第</a:t>
            </a:r>
            <a:r>
              <a:rPr lang="en-US" altLang="zh-CN"/>
              <a:t>2</a:t>
            </a:r>
            <a:r>
              <a:rPr lang="zh-CN" altLang="en-US"/>
              <a:t>页：目录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r>
              <a:rPr lang="zh-CN" altLang="en-US" sz="5867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阶段工作概述</a:t>
            </a: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保证每页都有可见标题与正文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关键点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关键点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B...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 defTabSz="914377">
              <a:defRPr/>
            </a:pP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01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5E818E4-85B3-4E3A-1D29-AE8B49993C9E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第</a:t>
            </a:r>
            <a:r>
              <a:rPr lang="en-US" altLang="zh-CN"/>
              <a:t>3</a:t>
            </a:r>
            <a:r>
              <a:rPr lang="zh-CN" altLang="en-US"/>
              <a:t>页：概述</a:t>
            </a: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第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4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页：问题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8A6F86C8-793F-2008-5C49-D645B8087095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第</a:t>
            </a:r>
            <a:r>
              <a:rPr lang="en-US" altLang="zh-CN"/>
              <a:t>4</a:t>
            </a:r>
            <a:r>
              <a:rPr lang="zh-CN" altLang="en-US"/>
              <a:t>页：问题</a:t>
            </a:r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3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C2C9BE5-B73C-7D99-7548-63AC26143DA2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第</a:t>
            </a:r>
            <a:r>
              <a:rPr lang="en-US" altLang="zh-CN"/>
              <a:t>5</a:t>
            </a:r>
            <a:r>
              <a:rPr lang="zh-CN" altLang="en-US"/>
              <a:t>页：方案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第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6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页：执行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D6A946DA-1407-9250-A991-8A3EBA649786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第</a:t>
            </a:r>
            <a:r>
              <a:rPr lang="en-US" altLang="zh-CN"/>
              <a:t>6</a:t>
            </a:r>
            <a:r>
              <a:rPr lang="zh-CN" altLang="en-US"/>
              <a:t>页：执行</a:t>
            </a: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r>
              <a:rPr lang="zh-CN" altLang="en-US" sz="5867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工作完成进度</a:t>
            </a: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保证每页都有可见标题与正文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关键点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关键点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B...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 defTabSz="914377">
              <a:defRPr/>
            </a:pP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02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4BF5135-EED8-70B0-107D-B5580F031D3B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第</a:t>
            </a:r>
            <a:r>
              <a:rPr lang="en-US" altLang="zh-CN"/>
              <a:t>7</a:t>
            </a:r>
            <a:r>
              <a:rPr lang="zh-CN" altLang="en-US"/>
              <a:t>页：进度</a:t>
            </a: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第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8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页：结果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2D334B58-DFE3-7894-EBA8-2C0AB9E3834E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第</a:t>
            </a:r>
            <a:r>
              <a:rPr lang="en-US" altLang="zh-CN"/>
              <a:t>8</a:t>
            </a:r>
            <a:r>
              <a:rPr lang="zh-CN" altLang="en-US"/>
              <a:t>页：结果</a:t>
            </a: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请在此输入您的文字内容或者粘贴复制的文本到此处，请在此输入您的文字内容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>输入标题</a:t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请在此输入您的文字内容或者粘贴复制的文本到此处，请在此输入您的文字内容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输入标题</a:t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请在此输入您的文字内容或者粘贴复制的文本到此处，请在此输入您的文字内容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输入标题</a:t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请在此输入您的文字内容或者粘贴复制的文本到此处，请在此输入您的文字内容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>输入标题</a:t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407EDF5E-067D-F1C8-E2B3-D357DFC597A7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第</a:t>
            </a:r>
            <a:r>
              <a:rPr lang="en-US" altLang="zh-CN"/>
              <a:t>9</a:t>
            </a:r>
            <a:r>
              <a:rPr lang="zh-CN" altLang="en-US"/>
              <a:t>页：总结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第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页：致谢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70BD4E85-C120-8EB2-3419-AD6DD68B8F3E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第</a:t>
            </a:r>
            <a:r>
              <a:rPr lang="en-US" altLang="zh-CN"/>
              <a:t>10</a:t>
            </a:r>
            <a:r>
              <a:rPr lang="zh-CN" altLang="en-US"/>
              <a:t>页：致谢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30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303</Words>
  <Application>Microsoft Office PowerPoint</Application>
  <PresentationFormat>宽屏</PresentationFormat>
  <Paragraphs>77</Paragraphs>
  <Slides>10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等线</vt:lpstr>
      <vt:lpstr>MiSans</vt:lpstr>
      <vt:lpstr>MiSans Demibold</vt:lpstr>
      <vt:lpstr>等线 Light</vt:lpstr>
      <vt:lpstr>MiSans ExtraLight</vt:lpstr>
      <vt:lpstr>MiSans Light</vt:lpstr>
      <vt:lpstr>Arial</vt:lpstr>
      <vt:lpstr>MiSans Semibold</vt:lpstr>
      <vt:lpstr>思源黑体 CN Normal</vt:lpstr>
      <vt:lpstr>MiSans Medium</vt:lpstr>
      <vt:lpstr>MiSans Normal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2026-07-02T05:56:09Z</dcterms:modified>
</cp:coreProperties>
</file>