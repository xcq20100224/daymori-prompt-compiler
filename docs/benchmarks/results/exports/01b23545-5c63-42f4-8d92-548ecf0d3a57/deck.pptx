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3B7EC-B2C8-4741-B25A-F9C96790582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11A69-E43C-45C6-8754-021C3824C4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18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512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ABTest2_1783519446982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834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465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847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021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929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E11A69-E43C-45C6-8754-021C3824C42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43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ABTest2_1783519446982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3519446982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EDB1AE-AC92-C59B-27C5-516E07EB4FE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8351944698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783519446982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11011E-17A1-6A68-5EBD-1542EDA2BA1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577E3C-5F25-655B-B94B-1E98B398811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93EFA0-F8FC-1041-7327-BD4ADA17653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C264AD-9510-A93F-D088-9B571E12D10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5D1777-B922-D671-9BF2-0D4B4A7C16F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2026-07-08T14:06:27Z</dcterms:modified>
</cp:coreProperties>
</file>