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导入：情境导入｜牛顿第二定律：力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理解F=ma及其应用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896AE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关键要点：结论：力决定物体加速度 ｜ 证据：F=ma，单位N=kg·m/ ｜ 行动：本节提问：力与质量关系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本页结论：理解F=ma及其应用；关键抓手：结论：力决定物体加速度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ED7D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导入：学习目标｜知识框架总览·标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目标：建立整体知识结构（围绕牛顿第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本页结论：建立整体知识结构（围绕牛顿第；关键抓手：结论：模块划分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结论：模块划分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2BBCA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证据：先后顺序（当前值80%，目标；补充F=ma与单位N/kg/m/s²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行动：重点标注；决策建议：两周内完；含提问/板演/练习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结论：模块划分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证据：先后顺序（当前值80%，目标；补充F=...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行动：重点标注；决策建议：两周内完；含提问/...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896AE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框架图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目录导航条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EC5D2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ED7D3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概念：概念定义｜牛顿第二定律本质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目标：深入理解F=ma物理意义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本页结论：深入理解F=ma物理意义；关键抓手：结论：力是物体加速度的原因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结论：力是物体加速度的原因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2BBCA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证据：F=ma，单位N=kg·m/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行动：板演推导过程（本节5分钟）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结论：力是物体加速度的原因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证据：F=ma，单位N=kg·m/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行动：板演推导过程（本节5分钟）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公式推导图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单位关系表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EC5D2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ED7D3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概念：公式结构｜方法步骤拆解·标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目标：形成可复用解题或操作步骤（围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本页结论：形成可复用解题或操作步骤（围；关键抓手：结论：步骤1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结论：步骤1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2BBCA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证据：步骤2（当前值79%，目标值；补充F=ma与单位N/kg/m/s²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行动：步骤3；决策建议：下季度纳入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结论：步骤1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证据：步骤2（当前值79%，目标值；补充F=...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行动：步骤3；决策建议：下季度纳入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896AE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步骤编号标签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EC5D2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ED7D3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概念：单位量纲｜课堂互动与练习·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目标：通过互动巩固理解（围绕牛顿第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本页结论：通过互动巩固理解（围绕牛顿第；关键抓手：结论：互动问题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结论：互动问题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2BBCA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证据：练习任务（当前值67%，目标；补充F=ma与单位N/kg/m/s²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行动：即时反馈；决策建议：本周完成；含提问/板演/练习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结论：互动问题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证据：练习任务（当前值67%，目标；补充F=...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行动：即时反馈；决策建议：本周完成；含提问/...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896AE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题目区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反馈统计图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EC5D2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ED7D3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概念：适用条件｜实验验证（牛顿第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目标：完成知识回顾并布置后续任务（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本页结论：完成知识回顾并布置后续任务（；关键抓手：结论：本节总结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结论：本节总结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2BBCA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证据：作业要求（当前值78%，目标；补充F=ma与单位N/kg/m/s²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行动：下节预告；决策建议：两周内完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结论：本节总结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证据：作业要求（当前值78%，目标；补充F=...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行动：下节预告；决策建议：两周内完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896AE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总结清单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作业提交指引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EC5D2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ED7D3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实验：实验目的｜验证牛顿第二定律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目标：通过实验数据验证F=ma关系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本页结论：通过实验数据验证F=ma关系；关键抓手：结论：力与加速度成正比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结论：力与加速度成正比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2BBCA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证据：F=2N，m=0.5kg，a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行动：本节板演计算过程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结论：力与加速度成正比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证据：F=2N，m=0.5kg，a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行动：本节板演计算过程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实验数据表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力与加速度关系图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EC5D2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ED7D3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实验：控制变量｜策略拆解（牛顿第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目标：把策略拆成可执行动作包（围绕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本页结论：把策略拆成可执行动作包（围绕；关键抓手：结论：动作优先级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结论：动作优先级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2BBCA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证据：动作路径（当前值77%，目标；补充F=ma与单位N/kg/m/s²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行动：阶段目标；决策建议：下季度纳；含提问/板演/练习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结论：动作优先级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证据：动作路径（当前值77%，目标；补充F=...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行动：阶段目标；决策建议：下季度纳；含提问/...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896AE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策略路径图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优先级矩阵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EC5D2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ED7D3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牛顿第二定律 - 教务</dc:title>
  <dc:subject>教务</dc:subject>
  <dc:creator>Daymori</dc:creator>
  <cp:lastModifiedBy>Daymori</cp:lastModifiedBy>
  <cp:revision>1</cp:revision>
  <dcterms:created xsi:type="dcterms:W3CDTF">2026-07-02T01:26:43Z</dcterms:created>
  <dcterms:modified xsi:type="dcterms:W3CDTF">2026-07-02T01:26:43Z</dcterms:modified>
</cp:coreProperties>
</file>