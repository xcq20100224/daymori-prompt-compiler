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47B69-F0E2-4EFD-8610-23DCC14BA46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CE2E37-B246-42C4-865E-77DB07C32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011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产品经理职业规划现状结构图 先级重排。 图示：产品经理职业规划现状结构图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2E37-B246-42C4-865E-77DB07C322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113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2E37-B246-42C4-865E-77DB07C322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2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2E37-B246-42C4-865E-77DB07C322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93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2E37-B246-42C4-865E-77DB07C322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004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2E37-B246-42C4-865E-77DB07C322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185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2E37-B246-42C4-865E-77DB07C3221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6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产品经理职业规划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产品经理职业规划提案汇报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C1426E-6F36-CF14-04F6-B7F16DB9C0E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产品经理职业规划提案汇报 产品经理职业规划提案汇报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产品经理职业规划的核心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07B9123-424E-EE7A-747F-69FE44DF05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B7D8E2-1A5E-5E0C-327D-FC721EC5EAA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产品经理职业规划当前在目标达成、资源配置与执行路径上存在明显瓶颈。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图示：产品经理职业规划问题分层卡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围绕产品经理职业规划可将问题拆为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产品经理职业规划的分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33A210-2095-CF0B-A346-EFC3CE435C7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产品经理职业规划方案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产品经理职业规划方案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阶段：明确产品经理职业规划目标与边界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完成产品经理职业规划试点并跟踪关键指标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建议围绕产品经理职业规划建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10ECC9-F3B0-D394-5708-8B23954BAF8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861D18-3AB7-5E9C-675C-C8C49FEA233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4080B6-8A05-3716-D90D-5EA5588E010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866D31-19FC-A457-5433-74BE277F715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B78881-DDB6-F28B-46ED-6241C024C8C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Medium</vt:lpstr>
      <vt:lpstr>MiSans Normal</vt:lpstr>
      <vt:lpstr>等线</vt:lpstr>
      <vt:lpstr>等线 Light</vt:lpstr>
      <vt:lpstr>思源黑体 CN Normal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2026-07-08T11:19:29Z</dcterms:modified>
</cp:coreProperties>
</file>