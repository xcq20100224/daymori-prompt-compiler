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34390-5624-48BE-8758-0FF548E099D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AD922-77A8-48FE-9449-C13644214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914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D922-77A8-48FE-9449-C136442144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51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D922-77A8-48FE-9449-C1364421441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128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D922-77A8-48FE-9449-C136442144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283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D922-77A8-48FE-9449-C136442144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529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D922-77A8-48FE-9449-C1364421441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691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D922-77A8-48FE-9449-C136442144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454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D922-77A8-48FE-9449-C136442144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685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AD922-77A8-48FE-9449-C136442144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867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建立服务稳定性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SLO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升级学习动机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2026-07-02T05:28:34Z</dcterms:modified>
</cp:coreProperties>
</file>