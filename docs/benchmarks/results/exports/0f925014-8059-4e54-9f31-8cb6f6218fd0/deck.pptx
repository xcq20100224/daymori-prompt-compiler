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E16C55-F9A9-4A44-87E5-240657B0DF3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079F6-F245-4CBC-8E79-AB14DBE721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643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079F6-F245-4CBC-8E79-AB14DBE721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466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079F6-F245-4CBC-8E79-AB14DBE721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374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079F6-F245-4CBC-8E79-AB14DBE721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058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079F6-F245-4CBC-8E79-AB14DBE721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353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079F6-F245-4CBC-8E79-AB14DBE7210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567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079F6-F245-4CBC-8E79-AB14DBE7210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830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6522D4-0BD0-5F2E-E36D-4234C81429D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E533F7D-DB80-00DB-0D02-E35B2828A6F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331AF16-CCF9-ED74-F105-44610B51B3A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2D649A-A2A3-EA72-0FA1-119CA5933C4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9796865-F494-728F-94D2-7113436B55E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C9CF97-63E8-DE05-AE23-A6DA0B4D5B2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E73C5F-91D8-70D0-3C17-E549AE66194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5082F15-DA8B-E108-0291-894570C19E9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A38BE0-0923-892B-6A61-E0FD22618BA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Demibold</vt:lpstr>
      <vt:lpstr>MiSans</vt:lpstr>
      <vt:lpstr>MiSans ExtraLight</vt:lpstr>
      <vt:lpstr>MiSans Light</vt:lpstr>
      <vt:lpstr>等线</vt:lpstr>
      <vt:lpstr>等线 Light</vt:lpstr>
      <vt:lpstr>MiSans Medium</vt:lpstr>
      <vt:lpstr>MiSans Normal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2026-07-08T05:04:39Z</dcterms:modified>
</cp:coreProperties>
</file>