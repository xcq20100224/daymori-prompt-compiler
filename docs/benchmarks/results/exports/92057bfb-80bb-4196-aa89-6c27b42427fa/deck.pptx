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C432F-FEFF-4683-85BB-5DF445DB420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A4B3F-DC50-4EAD-8824-1B14115665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145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A4B3F-DC50-4EAD-8824-1B14115665A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11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A4B3F-DC50-4EAD-8824-1B14115665A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772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A4B3F-DC50-4EAD-8824-1B14115665A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583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A4B3F-DC50-4EAD-8824-1B14115665A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576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A4B3F-DC50-4EAD-8824-1B14115665A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110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A4B3F-DC50-4EAD-8824-1B14115665A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520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20113A-C017-67E2-4590-639C6677C42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BAF4DC9-E8D5-6658-282F-BA20FB62FFD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24D0C23-F84A-2599-F6D2-D1C32E1F9A1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BCC91F-9CEB-5737-5A27-9B4156D2B5D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F7293C0-C944-54C9-8622-1DC2C21A36B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59B363-04E9-86C7-6BD5-E182E834152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316449-2993-9C2B-CC25-EAB072F90D2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C74E8D9-1762-F612-ED7E-2757122B0F5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7D713E-5157-EF0B-87DE-DD3DFE6B45F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2026-07-09T02:29:42Z</dcterms:modified>
</cp:coreProperties>
</file>