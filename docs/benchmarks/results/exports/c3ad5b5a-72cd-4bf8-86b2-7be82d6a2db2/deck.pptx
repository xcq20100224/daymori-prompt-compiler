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F2C349-D29C-4AA2-BDBE-E44F7ED4317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476122-0B1B-4E1B-B3D7-E75435B115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023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76122-0B1B-4E1B-B3D7-E75435B1156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340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76122-0B1B-4E1B-B3D7-E75435B1156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743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76122-0B1B-4E1B-B3D7-E75435B1156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19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76122-0B1B-4E1B-B3D7-E75435B1156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134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76122-0B1B-4E1B-B3D7-E75435B1156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829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76122-0B1B-4E1B-B3D7-E75435B1156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471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DD92639-E5F0-24C4-B72A-FF4CB7B4F5F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BD24FC3-4084-1260-07A3-30F5552C0AF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A4893F7-88D2-29AC-382C-FFFF0F9A987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E5382B-E954-7F28-800A-DE1899B89D2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45B86D5-D8B4-3041-25B1-47E68712726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E336F8-783A-F264-72F4-CBAE4780AE9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B0657F1-9679-1A02-8F0D-43AAD9CB3CC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8778CC8-802F-2655-3DAD-B77F91F939E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F014F0F-EA11-1069-72DB-BE88DEBED33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2026-07-08T05:12:11Z</dcterms:modified>
</cp:coreProperties>
</file>