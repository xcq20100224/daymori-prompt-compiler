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31FB9-3820-4C8D-98EA-2443BA4443A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07159-940D-4A32-860D-B3F4F4E01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8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07159-940D-4A32-860D-B3F4F4E018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068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07159-940D-4A32-860D-B3F4F4E018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07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07159-940D-4A32-860D-B3F4F4E018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27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07159-940D-4A32-860D-B3F4F4E018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829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07159-940D-4A32-860D-B3F4F4E018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49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07159-940D-4A32-860D-B3F4F4E018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119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382D8F-EFD5-87B2-14F9-99D1EF668A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F0CC5B-D8E5-FF92-2947-C91DB98BF1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25864F-226C-4B62-146B-440E9C5F4C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0695DA-6736-82AD-B964-092AED78BFE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8C8BCAF-A915-C032-8603-F73EDCCFFC4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DE13FE-34EC-EE0B-AB57-A10DF1B1294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203088-F871-EA85-5669-18B3F23830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FF3B5B-C4C3-0179-B12E-4A68E9E4646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4D5565-9C90-15A3-7579-37C75FAF42B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2026-07-08T12:03:55Z</dcterms:modified>
</cp:coreProperties>
</file>