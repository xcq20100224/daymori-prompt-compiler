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52CE5-6476-4473-9595-E2931D37E6C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8BEF40-B38C-4E4E-8C83-594FEA91ED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691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供应链优化实施计划现状结构图 需要先完成问题分层与优先级重排。 图示：供应链优化实施计划现状结构图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8BEF40-B38C-4E4E-8C83-594FEA91EDB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547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8BEF40-B38C-4E4E-8C83-594FEA91EDB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7631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8BEF40-B38C-4E4E-8C83-594FEA91EDB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729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8BEF40-B38C-4E4E-8C83-594FEA91EDB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507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8BEF40-B38C-4E4E-8C83-594FEA91EDB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21109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8BEF40-B38C-4E4E-8C83-594FEA91EDB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843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供应链优化实施计划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供应链优化实施计划提案汇报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4F8C6F1-0345-331B-9A1A-498768C0A08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供应链优化实施计划提案汇报 供应链优化实施计划提案汇报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供应链优化实施计划的核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1034217-A353-C338-5ECA-761FDC5B413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02E849E-196A-18D4-083E-A10F23222AE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供应链优化实施计划当前在目标达成、资源配置与执行路径上存在明显瓶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颈。若继续沿用现有方式，成本、效率与可持续性将同步承压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图示：供应链优化实施计划问题分层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卡片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围绕供应链优化实施计划可将问题拆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为目标定义、流程协同、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供应链优化实施计划的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832086B-FE4A-72AF-B389-107F53444F0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案建议采用“目标对齐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阶段：明确供应链优化实施计划目标与边界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完成供应链优化实施计划试点并跟踪关键指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建议围绕供应链优化实施计划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F2F88E6-F2A8-AD6E-796C-21EA14E20FB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3CD0A1B-F027-18CD-BD65-31549EFD149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6E053BB-1EFE-E92E-9978-935AAF7CF89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27CC55B-96A5-61CE-C77D-1E6C18426F1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AE4C1F2-758D-38BB-871B-9FF1196FDC8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528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</vt:lpstr>
      <vt:lpstr>MiSans ExtraLight</vt:lpstr>
      <vt:lpstr>等线 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2026-07-08T13:12:29Z</dcterms:modified>
</cp:coreProperties>
</file>