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4CCCB-8EC5-440C-AD36-969AC4BC2E5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A6002-2FD7-4683-99F4-C46FCD5A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1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A6002-2FD7-4683-99F4-C46FCD5A3F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423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A6002-2FD7-4683-99F4-C46FCD5A3F6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998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A6002-2FD7-4683-99F4-C46FCD5A3F6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85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A6002-2FD7-4683-99F4-C46FCD5A3F6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53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A6002-2FD7-4683-99F4-C46FCD5A3F6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780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A6002-2FD7-4683-99F4-C46FCD5A3F6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74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8EF7AA4-C828-DEB6-2BAC-8F15B81C769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4262169-9AA7-E5A6-C6CB-805B0B09AC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3DC164-AADB-ABA6-B0E0-28C5162623F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A36DBD-41C2-646D-D111-04D7848D0B9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B150296-C9B5-5F46-0FE9-4CE0393D04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7F5B0D-3801-4BEF-22D1-437563E421E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C57B3D-9CAE-360F-66F2-74DCB229016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72E321-3D3C-C9DF-3B0E-1BD453EA3EF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435C5E-371E-1BFE-D5B0-8ED4DCB56CC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2026-07-09T02:10:25Z</dcterms:modified>
</cp:coreProperties>
</file>