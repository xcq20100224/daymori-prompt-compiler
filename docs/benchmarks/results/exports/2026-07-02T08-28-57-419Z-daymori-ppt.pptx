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AE0F73-3603-4343-923D-E38268A9FF63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AF1118-E096-4EA5-8FE2-D65D2A00BD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8063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AF1118-E096-4EA5-8FE2-D65D2A00BD9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327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AF1118-E096-4EA5-8FE2-D65D2A00BD9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22669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AF1118-E096-4EA5-8FE2-D65D2A00BD9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4228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AF1118-E096-4EA5-8FE2-D65D2A00BD9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52638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AF1118-E096-4EA5-8FE2-D65D2A00BD9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55457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AF1118-E096-4EA5-8FE2-D65D2A00BD9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83492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AF1118-E096-4EA5-8FE2-D65D2A00BD9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4588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AF1118-E096-4EA5-8FE2-D65D2A00BD9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066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导入：一次函数为什么重要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建立一次函数学习动机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764F834-FABD-43BB-55D7-B0F8DB16554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261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Semibold</vt:lpstr>
      <vt:lpstr>等线 Light</vt:lpstr>
      <vt:lpstr>MiSans</vt:lpstr>
      <vt:lpstr>MiSans Demibold</vt:lpstr>
      <vt:lpstr>Arial</vt:lpstr>
      <vt:lpstr>MiSans Light</vt:lpstr>
      <vt:lpstr>思源黑体 CN Normal</vt:lpstr>
      <vt:lpstr>MiSans Normal</vt:lpstr>
      <vt:lpstr>MiSans Medium</vt:lpstr>
      <vt:lpstr>等线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2026-07-02T08:28:55Z</dcterms:modified>
</cp:coreProperties>
</file>