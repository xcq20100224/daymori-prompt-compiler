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2BB493-DBA9-4993-A6F0-342D1185EEB8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76421A-C9C3-4874-81A6-B544F7EEF7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45788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6421A-C9C3-4874-81A6-B544F7EEF74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05327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运营层”能力缺口， 先打通知识与工单系统， 再优化策略引擎与反馈学习流程。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6421A-C9C3-4874-81A6-B544F7EEF74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18308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6421A-C9C3-4874-81A6-B544F7EEF74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98361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6421A-C9C3-4874-81A6-B544F7EEF74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98964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6421A-C9C3-4874-81A6-B544F7EEF74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61320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6421A-C9C3-4874-81A6-B544F7EEF74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4693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客服降本增效方案提案汇报：成本结构优化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285CDDB-421C-E4A8-8934-2104E2792D00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13118C04-942D-A180-816D-26776F96144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BD0FDC4-AE0D-D909-2B89-37343A06D4A3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客服降本增效方案当前问题并非单点故障，而是流程协同与质量兜底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不足。若直接大规模上线，可能引发体验波动，应先通过小范围试点验证风险边界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客服降本增效方案应拆解“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数据层、模型层、编排层、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DBAAFC3-D115-A103-B795-F1EEA1A03BAD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阶段：建立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客服降本增效方案成本基线与分层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客服降本增效方案自动化覆盖并压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阶段：按成本收益曲线持续优化投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案建立收益看板，至少覆盖单次服务成本、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一次解决率、平均响应时长与满意度，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按周复盘并动态调整资源投入。 图示：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3471019-6F61-DCDA-C675-E6D0DB1C2DC2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1D4BDD2-884C-C1CA-0C55-40D96FCD462C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8617A97-04FD-DD5B-69FF-FCC8E12BFB93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48FFC77-0CBA-AC29-1C29-257B13AD0776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6CB69B6-ADBA-0334-68C0-4B3646D4C692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604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 Light</vt:lpstr>
      <vt:lpstr>MiSans</vt:lpstr>
      <vt:lpstr>MiSans Demibold</vt:lpstr>
      <vt:lpstr>MiSans ExtraLight</vt:lpstr>
      <vt:lpstr>MiSans Light</vt:lpstr>
      <vt:lpstr>MiSans Semibold</vt:lpstr>
      <vt:lpstr>思源黑体 CN Normal</vt:lpstr>
      <vt:lpstr>Arial</vt:lpstr>
      <vt:lpstr>MiSans Medium</vt:lpstr>
      <vt:lpstr>MiSans Normal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2026-07-09T04:16:35Z</dcterms:modified>
</cp:coreProperties>
</file>