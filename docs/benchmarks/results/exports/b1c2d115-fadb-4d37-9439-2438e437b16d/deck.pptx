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teaching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牛顿第二定律课堂讲解关键议题3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围绕当前主题给出完整说明，先描述现状与问题，...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（本页强调不同场景）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围绕当前主题给出完整说明，先描述现状与问题，...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牛顿第二定律课堂讲解关键议题6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目标：围绕当前主题给出完整说明，先描述现状与问题，再解释关键依据，最后明确可执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围绕当前主题给出完整说明，先描述现状与问题，再解释关键依据，最后明确可执行动作，确保这一页的信息能够直接支持决策或讲解。（本页强调不同场景）；课堂抓手：围绕当前主题给出完整说明，先描述现状与问题，再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围绕当前主题给出完整说明，先描述现状与问题，再解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围绕当前主题给出完整说明，先描述现状与问题，...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目标：当前流程存在重复沟通和响应延迟。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本页重点：当前流程存在重复沟通和响应延迟。；课堂抓手：当前流程存在重复沟通和响应延迟。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当前流程存在重复沟通和响应延迟。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当前流程存在重复沟通和响应延迟。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演讲备注：示例图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目标：如果目标是先降本，应该优先推进哪一类场景？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本页重点：如果目标是先降本，应该优先推进哪一类场景？；课堂抓手：高频标准化问题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高频标准化问题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CBDBF9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低频复杂问题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所有场景同时推进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高频标准化问题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低频复杂问题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所有场景同时推进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演讲备注：练习卡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目标：形成统一结论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本页重点：形成统一结论；课堂抓手：核心问题已被结构化识别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核心问题已被结构化识别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CBDBF9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方案具备分阶段落地路径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收益指标可持续跟踪验证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核心问题已被结构化识别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方案具备分阶段落地路径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收益指标可持续跟踪验证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D3E1FA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演讲备注：总结图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D9E5FA"/>
          </a:solidFill>
          <a:ln w="12700">
            <a:solidFill>
              <a:srgbClr val="AFC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Q&amp;A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AFC8F5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牛顿第二定律课堂讲解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牛顿第二定律课堂讲解 - 教务</dc:title>
  <dc:subject>教务</dc:subject>
  <dc:creator>Daymori</dc:creator>
  <cp:lastModifiedBy>Daymori</cp:lastModifiedBy>
  <cp:revision>1</cp:revision>
  <dcterms:created xsi:type="dcterms:W3CDTF">2026-07-06T01:02:36Z</dcterms:created>
  <dcterms:modified xsi:type="dcterms:W3CDTF">2026-07-06T01:02:36Z</dcterms:modified>
</cp:coreProperties>
</file>