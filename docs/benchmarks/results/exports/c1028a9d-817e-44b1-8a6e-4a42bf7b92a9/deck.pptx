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67598-F730-4480-B69B-DDB31BEF0D5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860A2-546B-460C-88EC-8CAF80930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676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860A2-546B-460C-88EC-8CAF809304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620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860A2-546B-460C-88EC-8CAF80930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584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860A2-546B-460C-88EC-8CAF809304E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317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860A2-546B-460C-88EC-8CAF809304E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715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860A2-546B-460C-88EC-8CAF809304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348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860A2-546B-460C-88EC-8CAF809304E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472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E78E9B-93A8-226F-6E3D-11E482BB784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3060F88-F706-16FB-2F34-0832CE5DF4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E7CEE9-447E-EA24-E457-57F47E8E5FC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E1C595-2C07-760A-EAF9-29E3CB48E2D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87C9A6-E6B2-B749-76EF-C5913C821D4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F03096-80BA-EF7C-8539-AD60DBBE2EE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DD3749-AEA3-408D-4283-3AF7FBF5B52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AB8446-A1C1-BAFE-595B-84002082891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9EACAE-8AD0-E6B7-B038-3D7DE5DA21A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2026-07-08T12:40:49Z</dcterms:modified>
</cp:coreProperties>
</file>