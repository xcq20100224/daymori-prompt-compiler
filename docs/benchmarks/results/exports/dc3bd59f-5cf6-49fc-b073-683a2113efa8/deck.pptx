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9D238-9B2D-4611-9BDE-2C001B04AE0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7985C-CD67-4BEF-8EE3-BFFF396F26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2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93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06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45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5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353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7985C-CD67-4BEF-8EE3-BFFF396F260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510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BEAF1B-F7E9-06EF-321C-199C245C83A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E81F4B5-803B-CA09-7C2F-CF2FD55FCA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EBACD1-E6E1-C74B-6716-C47F43A1CF2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C68859-BBEF-98C8-7425-84BB2854A21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A83A6C-2DBD-6BE5-629B-638B682C1C9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0DA604-A705-630C-3BFD-13E4ECAAE4E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307720-DCC4-555D-B501-5739DFA7BEA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023A50-7F5E-98E9-D45A-4AFEFC4D563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FDE2A5-76C9-FB1E-B64A-0DCC18036AB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等线</vt:lpstr>
      <vt:lpstr>MiSans Normal</vt:lpstr>
      <vt:lpstr>等线 Light</vt:lpstr>
      <vt:lpstr>Arial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2026-07-08T12:48:57Z</dcterms:modified>
</cp:coreProperties>
</file>