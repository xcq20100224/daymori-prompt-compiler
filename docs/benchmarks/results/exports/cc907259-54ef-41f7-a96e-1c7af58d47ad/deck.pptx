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47EB9-E5F8-44DA-B692-3F988E908EE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CE272-51A8-4421-9921-92BFD55E05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72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41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694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531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21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61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CE272-51A8-4421-9921-92BFD55E05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75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C6D324-B714-C267-2035-20515EF3B4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85581A-A298-FEC9-3EC5-986B02915F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488D9B-CBAB-DDFE-3513-DF3C862DA40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4333EE-D768-8794-385E-A13DB392E8B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2673C4-DF30-AB2F-A6DB-B3910E0582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AC29F4-96CD-16E8-0DCA-016BA93FE0E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8C1608-EF75-D4A7-074F-C8DA105D2FC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7FB06F-0F1C-CAD9-0B48-B740D272525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A07829-60B3-909D-1AAB-ABA684F088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2026-07-08T12:21:48Z</dcterms:modified>
</cp:coreProperties>
</file>