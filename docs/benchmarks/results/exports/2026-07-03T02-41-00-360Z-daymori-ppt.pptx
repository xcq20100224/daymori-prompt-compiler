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封面：牛顿第二定律课堂讲解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ACDB221-6C68-EDC0-B80E-DA0A69C4C7C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结论：本章聚焦目录与学习路径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BABE80-9A4F-6B29-28C8-8CB4FCCC99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71DA87-A55E-E5E5-24B9-D036CDAA5A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BB4123-FD5A-638F-AD6B-EBE9953DC62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722EC9-B9B7-6169-8AA8-C51542663DF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0D526C-9CDA-1F00-0FF8-5BEE585BFB9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8C0CCF-9AEE-89FC-1E3C-CAE7C6BE824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</a:t>
            </a:r>
            <a:r>
              <a:rPr lang="en-US" altLang="zh-CN">
                <a:cs typeface="思源黑体 CN Normal" panose="020B0400000000000000" charset="-122"/>
              </a:rPr>
              <a:t>1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F07CDE-B758-2756-111D-DBBAFBFD93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</a:t>
            </a:r>
            <a:r>
              <a:rPr lang="en-US" altLang="zh-CN"/>
              <a:t>2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72E8D8-3653-AF66-BBBA-18DE51FF27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34270F-64BB-5957-A945-426E761D60F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结论：本章聚焦课堂小结：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C43AEE-1862-C58F-EC7B-8731FBB881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1612</Words>
  <Application>Microsoft Office PowerPoint</Application>
  <PresentationFormat>宽屏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2026-07-03T02:40:58Z</dcterms:modified>
</cp:coreProperties>
</file>