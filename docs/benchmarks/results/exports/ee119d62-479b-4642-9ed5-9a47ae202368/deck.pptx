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154EE5-BB36-4C69-AEDA-D7BFCD906CDB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0443A1-F453-4932-87B2-2E21E0B7E3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68252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0443A1-F453-4932-87B2-2E21E0B7E31E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6432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0443A1-F453-4932-87B2-2E21E0B7E31E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49370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0443A1-F453-4932-87B2-2E21E0B7E31E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19569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0443A1-F453-4932-87B2-2E21E0B7E31E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34988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0443A1-F453-4932-87B2-2E21E0B7E31E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53970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0443A1-F453-4932-87B2-2E21E0B7E31E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24878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7B8B3C5-3876-4FF0-B04F-30101C55790D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2DD29347-133D-D9B4-BE4B-49795B212340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3ED36A4-DC73-D331-1CAE-90C2BA319D2F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275D5B3-6176-884A-91C4-5EA75FCC775E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23DC0AB-5882-DE6A-22DF-29EAA876CE55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5A2BF1C-172F-4084-83DA-A655C97FE72B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821BFC2-EDB4-A851-5DFC-44737E286635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3D5F025-0453-CBDA-A74C-5AC828600184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AABA6AB-840A-73AC-A2B2-C3BFE02C83ED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等线</vt:lpstr>
      <vt:lpstr>MiSans Medium</vt:lpstr>
      <vt:lpstr>思源黑体 CN Normal</vt:lpstr>
      <vt:lpstr>MiSans ExtraLight</vt:lpstr>
      <vt:lpstr>等线 Light</vt:lpstr>
      <vt:lpstr>MiSans</vt:lpstr>
      <vt:lpstr>Arial</vt:lpstr>
      <vt:lpstr>MiSans Demibold</vt:lpstr>
      <vt:lpstr>MiSans Light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2026-07-07T08:14:59Z</dcterms:modified>
</cp:coreProperties>
</file>