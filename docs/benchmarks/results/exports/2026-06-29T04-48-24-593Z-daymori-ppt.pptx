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75488"/>
            <a:ext cx="11064240" cy="182880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classroom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40680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董事会摘要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481328"/>
            <a:ext cx="9966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9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导入：情境导入｜牛顿第二定律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激发兴趣，引入课题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977640"/>
            <a:ext cx="9966960" cy="1143000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4315968"/>
            <a:ext cx="9555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关键要点：结论：牛顿第二定律是经典力学的核心 ｜ 证据：一辆静止小车受2N推力后速度 ｜ 行动：提问：力如何影响运动？本节探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266944"/>
            <a:ext cx="9966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本页结论：激发兴趣，引入课题；关键抓手：结论：牛顿第二定律是经典力学的核心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1/20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导入：学习目标｜课堂目标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关键目标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目标：明确本节学习目标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本页结论：明确本节学习目标；关键抓手：结论：理解加速度与力、质量的关系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结论：理解加速度与力、质量的关系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证据：通过三个实验数据点推导比例关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行动：板演目标，请学生齐读；本节内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结论：理解加速度与力、质量的关系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证据：通过三个实验数据点推导比例关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行动：板演目标，请学生齐读；本节内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目标列表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概念：概念定义｜概念：从生活到公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数据证据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目标：用直观实例建立力与加速度的初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本页结论：用直观实例建立力与加速度的初；关键抓手：结论：物体加速度与所受合外力成正比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结论：物体加速度与所受合外力成正比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证据：弹簧测力计拉小车实验，F=2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行动：课堂提问：若F=60N，a=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结论：物体加速度与所受合外力成正比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证据：弹簧测力计拉小车实验，F=2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行动：课堂提问：若F=60N，a=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弹簧测力计拉小车动图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F与a的数据表对比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概念：公式结构｜牛顿第一定律回顾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目标：建立新旧联系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本页结论：建立新旧联系；关键抓手：结论：物体不受力时保持匀速直线运动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结论：物体不受力时保持匀速直线运动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证据：伽利略理想斜面实验，小球从同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行动：提问：若外力不为零？引出加速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结论：物体不受力时保持匀速直线运动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证据：伽利略理想斜面实验，小球从同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行动：提问：若外力不为零？引出加速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斜面实验示意图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概念：单位量纲｜定性猜想：力与加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执行动作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目标：提出假设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本页结论：提出假设；关键抓手：结论：力越大，加速度越大（控制质量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结论：力越大，加速度越大（控制质量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证据：实验：1N、2N、3N时小车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行动：学生分组讨论猜测规律；本节完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结论：力越大，加速度越大（控制质量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证据：实验：1N、2N、3N时小车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行动：学生分组讨论猜测规律；本节完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猜想板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数据记录表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概念：适用条件｜实验一：质量一定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目标：设计控制变量实验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本页结论：设计控制变量实验；关键抓手：结论：保持质量0.5kg不变，改变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结论：保持质量0.5kg不变，改变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证据：F=1N→a=0.4m/s²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行动：演示实验，请学生记数；本节内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结论：保持质量0.5kg不变，改变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证据：F=1N→a=0.4m/s²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行动：演示实验，请学生记数；本节内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实验装置照片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打点计时器纸带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实验：实验目的｜实验数据表格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目标：整理实验数据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本页结论：整理实验数据；关键抓手：结论：F/N：1→a/(m/s²)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结论：F/N：1→a/(m/s²)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证据：三次实验加速度比值1:2:3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行动：学生独立填表，同桌互查；本节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结论：F/N：1→a/(m/s²)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证据：三次实验加速度比值1:2:3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行动：学生独立填表，同桌互查；本节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数据表格模板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7/20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实验：控制变量｜数据分析：a-F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目标：用图像处理数据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本页结论：用图像处理数据；关键抓手：结论：a-F图像为过原点直线，斜率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结论：a-F图像为过原点直线，斜率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证据：点(1,0.4)、(2,0.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行动：板演描点作图，提问“斜率的物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结论：a-F图像为过原点直线，斜率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证据：点(1,0.4)、(2,0.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行动：板演描点作图，提问“斜率的物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空白坐标系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描点动画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8/20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实验：数据记录｜结论：a∝F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目标：通过实验一数据验证加速度与合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本页结论：通过实验一数据验证加速度与合；关键抓手：结论：当物体质量保持不变时，加速度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结论：当物体质量保持不变时，加速度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证据：拉力从0.5N→1.5N，加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行动：在教材第9页空白处手写正比公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结论：当物体质量保持不变时，加速度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证据：拉力从0.5N→1.5N，加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行动：在教材第9页空白处手写正比公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课堂动作：第9页可安排30秒提问+60秒板演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折线图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柱状图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9/20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实验：结论提炼｜实验二：力一定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目标：探究m与a的关系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本页结论：探究m与a的关系；关键抓手：结论：保持拉力F=2N不变，改变小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结论：保持拉力F=2N不变，改变小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证据：m=0.5kg→a=1.0m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行动：演示实验，学生记录数据；本节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结论：保持拉力F=2N不变，改变小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证据：m=0.5kg→a=1.0m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行动：演示实验，学生记录数据；本节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课堂动作：第10页可安排30秒提问+60秒板演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不同质量小车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纸带数据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例题：基础例题｜a与m反比关系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目标：分析a与m关系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本页结论：分析a与m关系；关键抓手：结论：加速度与质量成反比，即a∝1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结论：加速度与质量成反比，即a∝1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证据：合力F=10N时，m=2kg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行动：建议学生在2分钟内计算表格中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结论：加速度与质量成反比，即a∝1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证据：合力F=10N时，m=2kg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行动：建议学生在2分钟内计算表格中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课堂动作：第11页可安排30秒提问+60秒板演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实验数据表（F=10N，含m、a、a×m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a-m反比例图像（标注数据点）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11/20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例题：中档例题｜牛顿第二定律表达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目标：得出公式F=ma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本页结论：得出公式F=ma；关键抓手：结论：物体加速度与受力成正比，与质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结论：物体加速度与受力成正比，与质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证据：综合实验一（a∝F）和实验二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行动：教师板演推导F=ma，学生记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结论：物体加速度与受力成正比，与质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证据：综合实验一（a∝F）和实验二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行动：教师板演推导F=ma，学生记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课堂动作：第12页可安排30秒提问+60秒板演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公式F=ma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单位关系图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12/20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例题：综合例题｜公式解析与注意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目标：理解矢量性和瞬时性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本页结论：理解矢量性和瞬时性；关键抓手：结论：F、a、m统一SI单位，F与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结论：F、a、m统一SI单位，F与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证据：力F=2N，m=0.5kg，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行动：提问“如果力撤销，a如何变化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结论：F、a、m统一SI单位，F与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证据：力F=2N，m=0.5kg，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行动：提问“如果力撤销，a如何变化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课堂动作：第13页可安排30秒提问+60秒板演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矢量方向示意图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13/20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例题：步骤拆解｜单位与量纲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目标：掌握基本单位换算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本页结论：掌握基本单位换算；关键抓手：结论：1N=1kg·m/s²，力是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结论：1N=1kg·m/s²，力是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证据：由F=ma得1N=1kg×(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行动：板演单位推导，学生独立完成换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结论：1N=1kg·m/s²，力是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证据：由F=ma得1N=1kg×(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行动：板演单位推导，学生独立完成换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课堂动作：第14页可安排30秒提问+60秒板演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单位换算表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14/20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易错：易错点1｜例题1：已知力求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目标：应用公式简单计算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本页结论：应用公式简单计算；关键抓手：结论：物体质量2kg，受4N水平拉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结论：物体质量2kg，受4N水平拉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证据：a=F/m=4N/2kg=2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行动：学生板演，教师点评；本节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结论：物体质量2kg，受4N水平拉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证据：a=F/m=4N/2kg=2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行动：学生板演，教师点评；本节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课堂动作：第15页可安排30秒提问+60秒板演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题目文字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受力分析图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15/20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易错：易错点2｜例题2：受力分析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目标：多力作用合成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本页结论：多力作用合成；关键抓手：结论：物体受两个共线力F1=6N右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结论：物体受两个共线力F1=6N右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证据：m=1kg，a=4m/s²向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行动：请学生画受力图并计算；本节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结论：物体受两个共线力F1=6N右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证据：m=1kg，a=4m/s²向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行动：请学生画受力图并计算；本节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课堂动作：第16页可安排30秒提问+60秒板演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受力分析图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合成步骤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16/20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练习：当堂练习｜课堂练习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目标：检测掌握情况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本页结论：检测掌握情况；关键抓手：结论：质量0.8kg物体受6N推力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结论：质量0.8kg物体受6N推力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证据：a=6N/0.8kg=7.5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行动：同桌互批，5组同学展示；本节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结论：质量0.8kg物体受6N推力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证据：a=6N/0.8kg=7.5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行动：同桌互批，5组同学展示；本节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课堂动作：第17页可安排30秒提问+60秒板演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练习题纸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17/20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练习：分层巩固｜实验模拟与视频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目标：巩固实验操作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本页结论：巩固实验操作；关键抓手：结论：虚拟实验平台可重复验证a-F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结论：虚拟实验平台可重复验证a-F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证据：模拟200次实验数据，a/F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行动：播放视频，提问“为什么加砝码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结论：虚拟实验平台可重复验证a-F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证据：模拟200次实验数据，a/F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行动：播放视频，提问“为什么加砝码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课堂动作：第18页可安排30秒提问+60秒板演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虚拟实验界面截图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18/20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小结：知识小结｜本课总结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目标：梳理核心知识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本页结论：梳理核心知识；关键抓手：结论：牛顿第二定律 F=ma 是力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结论：牛顿第二定律 F=ma 是力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证据：实验数据支持正比与反比关系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行动：请学生总结，教师补充；本节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结论：牛顿第二定律 F=ma 是力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证据：实验数据支持正比与反比关系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行动：请学生总结，教师补充；本节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课堂动作：第19页可安排30秒提问+60秒板演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92440" y="5047488"/>
            <a:ext cx="2926080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523036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思维导图框架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19/20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小结：作业拓展｜作业与拓展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目标：巩固和延伸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本页结论：巩固和延伸；关键抓手：结论：课后完成课本习题 1～4，思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结论：课后完成课本习题 1～4，思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证据：典型例题中电梯上行a=0.5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行动：布置家庭实验测物体质量（扩展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结论：课后完成课本习题 1～4，思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证据：典型例题中电梯上行a=0.5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行动：布置家庭实验测物体质量（扩展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课堂动作：第20页可安排30秒提问+60秒板演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92440" y="5047488"/>
            <a:ext cx="2926080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523036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作业列表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拓展思考题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20/20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初二物理牛顿第二定律 - classroom</dc:title>
  <dc:subject>classroom</dc:subject>
  <dc:creator>Daymori</dc:creator>
  <cp:lastModifiedBy>Daymori</cp:lastModifiedBy>
  <cp:revision>1</cp:revision>
  <dcterms:created xsi:type="dcterms:W3CDTF">2026-06-29T04:48:24Z</dcterms:created>
  <dcterms:modified xsi:type="dcterms:W3CDTF">2026-06-29T04:48:24Z</dcterms:modified>
</cp:coreProperties>
</file>