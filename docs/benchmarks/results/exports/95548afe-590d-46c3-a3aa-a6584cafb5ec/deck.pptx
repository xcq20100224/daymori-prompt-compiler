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0456B-F25B-41A1-BBB9-360ECC3771B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FD49C-8B08-4C28-AEFD-1279064C46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38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FD49C-8B08-4C28-AEFD-1279064C46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525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FD49C-8B08-4C28-AEFD-1279064C46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6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FD49C-8B08-4C28-AEFD-1279064C46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16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FD49C-8B08-4C28-AEFD-1279064C46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765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FD49C-8B08-4C28-AEFD-1279064C46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840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FD49C-8B08-4C28-AEFD-1279064C46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39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A838D3-C559-17A9-1FDE-D5A8F5AD3BC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77AEFB5-3665-BEAD-E856-DB0256BBB8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49CC3A-4378-F720-B588-F6D0DF589A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34AC6B-8A7D-6B24-1E5B-EE4348D723A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AB2586-F69F-B447-0278-44AC5964CC1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8A73BD-4121-45B3-5028-597D395815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16C833-CB55-E164-5176-6302C041D4C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1EA449-8287-8474-8D29-664DB07E807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1BECF9-D36E-B634-600A-B3EE74F0550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2026-07-08T12:45:41Z</dcterms:modified>
</cp:coreProperties>
</file>