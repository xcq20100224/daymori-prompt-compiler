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4B5EAB-39A7-4291-B28A-80126618F347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DD6753-B5F7-42A9-AC94-F23D30B6CF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379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D6753-B5F7-42A9-AC94-F23D30B6CF1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410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D6753-B5F7-42A9-AC94-F23D30B6CF1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6078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D6753-B5F7-42A9-AC94-F23D30B6CF1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1448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D6753-B5F7-42A9-AC94-F23D30B6CF1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464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D6753-B5F7-42A9-AC94-F23D30B6CF1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510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D6753-B5F7-42A9-AC94-F23D30B6CF1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9545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173D51B-A207-600A-91EA-0E2D50B319F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5F52286-38D7-63E5-719B-4C410A70D48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6E90984-F34E-7690-DF8E-3DD0293FF84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204401-FDFF-00CF-E099-E523B94F3DC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2E8BA23-1200-F0DC-78E3-D9B017616D4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BBE5961-CD1D-56C0-3504-B6DD4A06855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1231406-D06B-0C74-D778-E7F9A741D2F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1B551EF-4ADC-15BD-40C6-B53887D3DBE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130B876-E968-F146-8F7E-56FA4E92A33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2026-07-07T08:26:02Z</dcterms:modified>
</cp:coreProperties>
</file>