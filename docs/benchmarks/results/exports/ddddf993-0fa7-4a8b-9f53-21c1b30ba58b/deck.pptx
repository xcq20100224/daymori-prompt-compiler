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43468B-333B-46DD-AD17-B1BF1B4154E8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B565E-6100-4E13-996C-986618CCD7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02992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用户增长运营方案现状结构图 先级重排。 图示：用户增长运营方案现状结构图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5B565E-6100-4E13-996C-986618CCD7F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84694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5B565E-6100-4E13-996C-986618CCD7F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92435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5B565E-6100-4E13-996C-986618CCD7F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1221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5B565E-6100-4E13-996C-986618CCD7FA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98751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5B565E-6100-4E13-996C-986618CCD7FA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21258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5B565E-6100-4E13-996C-986618CCD7FA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79832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用户增长运营方案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用户增长运营方案提案汇报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9B6C119-48A3-57B8-188F-8F8DB6FFBEDF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用户增长运营方案提案汇报 用户增长运营方案提案汇报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用户增长运营方案的核心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5D5CD425-CBBA-AA27-B33A-6656D35FEBC0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CEB47ED-C654-F85C-8644-CB760B7069DD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用户增长运营方案当前在目标达成、资源配置与执行路径上存在明显瓶颈。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图示：用户增长运营方案问题分层卡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围绕用户增长运营方案可将问题拆为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用户增长运营方案的分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0C70B0E-6F91-95D3-B891-8FAC8E509F37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用户增长运营方案方案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用户增长运营方案方案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建议采用“目标对齐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效果验证”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阶段：明确用户增长运营方案目标与边界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完成用户增长运营方案试点并跟踪关键指标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建议围绕用户增长运营方案建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5BADCF0-1BE8-FDC3-6A7D-16C8AE7D01FF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33A5126-1453-B527-48E3-48F8A39EB3B6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A605235-270C-96E9-829E-198C2CCFFBB7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22AB03C-950B-3BDA-074E-66DDEB1DE33A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F86E24B-2A31-50BD-EBD4-1B815C362D51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529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MiSans Semibold</vt:lpstr>
      <vt:lpstr>等线 Light</vt:lpstr>
      <vt:lpstr>MiSans</vt:lpstr>
      <vt:lpstr>MiSans Demibold</vt:lpstr>
      <vt:lpstr>MiSans Light</vt:lpstr>
      <vt:lpstr>思源黑体 CN Normal</vt:lpstr>
      <vt:lpstr>MiSans Normal</vt:lpstr>
      <vt:lpstr>MiSans Medium</vt:lpstr>
      <vt:lpstr>Arial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2026-07-08T13:09:06Z</dcterms:modified>
</cp:coreProperties>
</file>