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387B8-6728-44F2-B7AA-C359B89B7E7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EFBD9-7B92-4F06-BC54-8EB7485EE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329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EFBD9-7B92-4F06-BC54-8EB7485EEDF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66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EFBD9-7B92-4F06-BC54-8EB7485EEDF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728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EFBD9-7B92-4F06-BC54-8EB7485EEDF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51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EFBD9-7B92-4F06-BC54-8EB7485EEDF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049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EFBD9-7B92-4F06-BC54-8EB7485EEDF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024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EFBD9-7B92-4F06-BC54-8EB7485EEDF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50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1FB8C5D-872F-1912-24D4-86B98A81CB4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022DE9C-055D-4CD9-D6A7-0982CCCB71A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4847CE-A3A8-982B-74BC-B839491AE45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7B7855C-D0CB-8026-D8D1-06EB53D0A3A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1643BD-2524-1F90-B886-7D2103DF59E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5B72F5-53DE-75D1-1C56-6428F6E1C74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3CDA633-3FE9-414D-6615-B75E6A5DE79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C22301-FA54-1831-859D-BABF43909F1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EF6440-6686-9D7D-032F-2DC51C94724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Arial</vt:lpstr>
      <vt:lpstr>MiSans Semibold</vt:lpstr>
      <vt:lpstr>思源黑体 CN Normal</vt:lpstr>
      <vt:lpstr>等线</vt:lpstr>
      <vt:lpstr>等线 Light</vt:lpstr>
      <vt:lpstr>MiSans Medium</vt:lpstr>
      <vt:lpstr>MiSans Normal</vt:lpstr>
      <vt:lpstr>MiSans Demibold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2026-07-08T05:00:55Z</dcterms:modified>
</cp:coreProperties>
</file>