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5D50E-7739-43F7-95FB-7DA4EC4D8B4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4A736-0D48-4C34-95F7-5085E0D80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023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4A736-0D48-4C34-95F7-5085E0D80B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872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4A736-0D48-4C34-95F7-5085E0D80B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542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4A736-0D48-4C34-95F7-5085E0D80B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875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4A736-0D48-4C34-95F7-5085E0D80B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872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4A736-0D48-4C34-95F7-5085E0D80B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077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4A736-0D48-4C34-95F7-5085E0D80B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977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6012D4-6FAC-4C8D-3361-D71570045E3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E86B726-4C11-F7DE-0ED9-9053478D370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3DFAC5E-A065-8848-BE55-0FF1AE00C13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C3D77B-88AC-42BC-D17B-51882C70A81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B318A9-36A1-E28B-C359-9ADD2CAC865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1E1654-5864-849C-D9A4-3D9AEE0DDDC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551635-C046-D99E-3047-CE24A5A6422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0B195A-7285-12B2-8080-257A659E883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97311A-40CF-837B-2348-0D08A9CC72C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2026-07-08T13:01:45Z</dcterms:modified>
</cp:coreProperties>
</file>