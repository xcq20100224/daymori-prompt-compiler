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15B48-0B8E-4136-BB3F-C28650BBA7A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DC46C-F943-4477-85F2-2CD72C86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46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116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938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992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36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077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244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412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DC46C-F943-4477-85F2-2CD72C8633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44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Q3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增长复盘为什么重要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E3832EE-9595-0C21-4E10-D3B8F41941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2026-07-02T08:38:28Z</dcterms:modified>
</cp:coreProperties>
</file>