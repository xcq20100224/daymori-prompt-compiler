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AAE93B-8542-4A43-AB6A-062F44F8F21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B1583-BE10-44F3-8B5D-F21EC04EE5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321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B1583-BE10-44F3-8B5D-F21EC04EE58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316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B1583-BE10-44F3-8B5D-F21EC04EE58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415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B1583-BE10-44F3-8B5D-F21EC04EE58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376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B1583-BE10-44F3-8B5D-F21EC04EE58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23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B1583-BE10-44F3-8B5D-F21EC04EE58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886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B1583-BE10-44F3-8B5D-F21EC04EE58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521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D31672-40F8-C662-C9DF-158B0612FE0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B09C223-FF04-71E4-9B46-C13A91DB21C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A911B16-6828-3E64-8682-72A593F90EA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4EB0DE-5384-17CA-C057-103ACF578FE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46B441E-24BC-275C-FC3B-14EB1D25B34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33B0B5-3FDC-1DFD-14B4-4827F0FB02C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78A65C-8481-431A-6CE3-F62727BFCE2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A65B740-D42A-C423-5E6B-75EFA80B2F9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8C24B1-9E15-EAE1-2EC8-30031DACE99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MiSans Medium</vt:lpstr>
      <vt:lpstr>MiSans Demibold</vt:lpstr>
      <vt:lpstr>MiSans</vt:lpstr>
      <vt:lpstr>MiSans Normal</vt:lpstr>
      <vt:lpstr>等线</vt:lpstr>
      <vt:lpstr>MiSans ExtraLight</vt:lpstr>
      <vt:lpstr>等线 Light</vt:lpstr>
      <vt:lpstr>MiSans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2026-07-08T12:44:27Z</dcterms:modified>
</cp:coreProperties>
</file>