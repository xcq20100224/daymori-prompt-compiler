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2486C-8548-4E5E-89BB-A7F525E115E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31C4A-1E55-4B07-83A0-B8E1C16ADA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97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31C4A-1E55-4B07-83A0-B8E1C16ADA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038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31C4A-1E55-4B07-83A0-B8E1C16ADA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444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31C4A-1E55-4B07-83A0-B8E1C16ADA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054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31C4A-1E55-4B07-83A0-B8E1C16ADA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874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31C4A-1E55-4B07-83A0-B8E1C16ADA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442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31C4A-1E55-4B07-83A0-B8E1C16ADA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98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78EC99-5EEC-4BF0-0EC5-25A54693DF3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950B5FD-B136-0261-E58D-E771F02CEBC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C2FD53-DB2A-0D38-72CD-97B3C53A56F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00B980-0934-B8E8-51C1-C49AD3309C8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4997054-3A5C-2F75-7DAE-1D08A64799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817D60-2033-6C89-DB82-2D23B4229C0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21D2FA-864A-8764-E44E-5AA33629980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C33E19B-B573-D4F3-92FF-4DF42FAEEAA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CA4FF4-8A46-3491-04CA-1285BA80337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思源黑体 CN Normal</vt:lpstr>
      <vt:lpstr>MiSans Normal</vt:lpstr>
      <vt:lpstr>MiSans Medium</vt:lpstr>
      <vt:lpstr>等线 Light</vt:lpstr>
      <vt:lpstr>MiSans</vt:lpstr>
      <vt:lpstr>MiSans ExtraLight</vt:lpstr>
      <vt:lpstr>MiSans Demibold</vt:lpstr>
      <vt:lpstr>MiSans Semibold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2026-07-08T12:30:53Z</dcterms:modified>
</cp:coreProperties>
</file>