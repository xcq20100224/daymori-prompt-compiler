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EBC38-E5DB-480D-8EB6-C5ED831F5BE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FC802-2C0C-4F5A-A771-5761EF2956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899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501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37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4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766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456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FC802-2C0C-4F5A-A771-5761EF2956A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39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8FD9712-6563-EFA8-2702-9CB864F6353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533A156-CE14-7C0C-11DF-CF1B18E033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A727A81-7EB7-6845-7735-C21165EE64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F7C40C-6DEF-DBCA-463A-BC46D67FDA7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6782B2-E50E-C762-4020-85542D25612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FE67911-807B-06F2-326F-3577D320B33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BB153B-47CE-3A70-94E4-D3B5D8ADFA7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DAE658E-0314-BCA6-2248-A9726D5E12F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40906C-CE3B-1C98-0D46-1CE0B83F62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2026-07-07T07:50:46Z</dcterms:modified>
</cp:coreProperties>
</file>