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93A23-74B9-4614-AF58-5A08A77F186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ED078-1C0C-4C4A-B3B4-04525AB871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20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366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160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255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047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1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71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790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D078-1C0C-4C4A-B3B4-04525AB871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876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导入：新品上市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90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天战役为什么重要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建立新品上市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90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天战役学习动机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8CA9513-C89F-9DA0-4D7E-FAF72FD41A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Demibold</vt:lpstr>
      <vt:lpstr>MiSans Light</vt:lpstr>
      <vt:lpstr>Arial</vt:lpstr>
      <vt:lpstr>等线</vt:lpstr>
      <vt:lpstr>MiSans Semibold</vt:lpstr>
      <vt:lpstr>思源黑体 CN Normal</vt:lpstr>
      <vt:lpstr>等线 Light</vt:lpstr>
      <vt:lpstr>MiSans Normal</vt:lpstr>
      <vt:lpstr>MiSans ExtraLight</vt:lpstr>
      <vt:lpstr>MiSans Medium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2026-07-02T08:10:50Z</dcterms:modified>
</cp:coreProperties>
</file>