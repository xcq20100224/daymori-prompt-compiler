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F68DA2-DC04-4030-8BD6-BC56999DD86E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61A53-2326-4468-ADA9-C20BB14BF7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375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64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71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39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490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451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95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484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 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36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349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123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行动：本节先讲解后提问，安排</a:t>
            </a:r>
            <a:r>
              <a:rPr lang="en-US" altLang="zh-CN"/>
              <a:t>1</a:t>
            </a:r>
            <a:r>
              <a:rPr lang="zh-CN" altLang="en-US"/>
              <a:t>分钟练习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856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332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706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7063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989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证据：本章通过</a:t>
            </a:r>
            <a:r>
              <a:rPr lang="en-US" altLang="zh-CN"/>
              <a:t>2</a:t>
            </a:r>
            <a:r>
              <a:rPr lang="zh-CN" altLang="en-US"/>
              <a:t>组数据与</a:t>
            </a:r>
            <a:r>
              <a:rPr lang="en-US" altLang="zh-CN"/>
              <a:t>1</a:t>
            </a:r>
            <a:r>
              <a:rPr lang="zh-CN" altLang="en-US"/>
              <a:t>道例题验证结论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096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4957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5207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6678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行动：先讲解后提问，安排</a:t>
            </a:r>
            <a:r>
              <a:rPr lang="en-US" altLang="zh-CN"/>
              <a:t>2</a:t>
            </a:r>
            <a:r>
              <a:rPr lang="zh-CN" altLang="en-US"/>
              <a:t>分钟同伴复述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61A53-2326-4468-ADA9-C20BB14BF7A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721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结论：本章聚焦封面：牛顿第二定律课堂讲解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6CA2D5C-EB1B-A30F-0BAC-3056D7721C1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758AAB5-C09F-1161-19BD-ED182192C9B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结论：本章聚焦目录与学习路径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结论：本章聚焦问题引入与知识回顾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1621B9-DACA-7266-88A0-E912D5380841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87F030-6D29-C173-AD50-954E281033A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证据：以</a:t>
            </a:r>
            <a:r>
              <a:rPr lang="en-US" altLang="zh-CN" sz="1000"/>
              <a:t>2</a:t>
            </a:r>
            <a:r>
              <a:rPr lang="zh-CN" altLang="en-US" sz="1000"/>
              <a:t>组数据和</a:t>
            </a:r>
            <a:r>
              <a:rPr lang="en-US" altLang="zh-CN" sz="1000"/>
              <a:t>1</a:t>
            </a:r>
            <a:r>
              <a:rPr lang="zh-CN" altLang="en-US" sz="1000"/>
              <a:t>道例题验证本页结论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66DEB4-6191-9FD8-4911-EC665E2A51F3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结论：本章聚焦实验探究与定律发现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证据：以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组数据和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道例题验证本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页结论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914A456-189E-0706-212E-1E8E68EBE28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4B7155-12E7-FC48-C5DF-81A0C3A1462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结论：本章聚焦例题应用：从理论到计算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证据：本章通过</a:t>
            </a:r>
            <a:r>
              <a:rPr lang="en-US" altLang="zh-CN" sz="1000"/>
              <a:t>2</a:t>
            </a:r>
            <a:r>
              <a:rPr lang="zh-CN" altLang="en-US" sz="1000"/>
              <a:t>组数据与</a:t>
            </a:r>
            <a:r>
              <a:rPr lang="en-US" altLang="zh-CN" sz="1000"/>
              <a:t>1</a:t>
            </a:r>
            <a:r>
              <a:rPr lang="zh-CN" altLang="en-US" sz="1000"/>
              <a:t>道例题验证结论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EEEA91-99BC-89C1-A8BE-260F569EF721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8E4A95-0236-6439-435F-00904EAC05FE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证据：完整步骤题得分率显著高于跳步题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结论：本章聚焦课堂总结与分层作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业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结论：本章聚焦课堂小结：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知识结构图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证据：本章通过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组数据与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道例题验证结论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186E2A-F5A7-D16D-E71F-49B97E58ABE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结论：本章聚焦课堂收束与下节预告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证据：本章通过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组数据与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道例题验证结论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1545</Words>
  <Application>Microsoft Office PowerPoint</Application>
  <PresentationFormat>宽屏</PresentationFormat>
  <Paragraphs>164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ExtraLight</vt:lpstr>
      <vt:lpstr>MiSans Light</vt:lpstr>
      <vt:lpstr>MiSans Semibold</vt:lpstr>
      <vt:lpstr>思源黑体 CN Normal</vt:lpstr>
      <vt:lpstr>MiSans Medium</vt:lpstr>
      <vt:lpstr>MiSans Normal</vt:lpstr>
      <vt:lpstr>Arial</vt:lpstr>
      <vt:lpstr>等线</vt:lpstr>
      <vt:lpstr>MiSans</vt:lpstr>
      <vt:lpstr>MiSans Demibold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2026-07-03T02:17:13Z</dcterms:modified>
</cp:coreProperties>
</file>