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7CCD3-5CC1-4D91-9519-F3B6DA61E77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9A3FF-1CEA-4476-9514-0346278CD9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398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9A3FF-1CEA-4476-9514-0346278CD9D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235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9A3FF-1CEA-4476-9514-0346278CD9D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794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9A3FF-1CEA-4476-9514-0346278CD9D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604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9A3FF-1CEA-4476-9514-0346278CD9D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760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9A3FF-1CEA-4476-9514-0346278CD9D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509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9A3FF-1CEA-4476-9514-0346278CD9D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516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9681B0-505F-F7DF-970C-C165F166314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F98323F-DD01-D19F-D8EE-2BBFFB8A4A5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E03E17-5E28-1773-B7EE-7639E21D349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48201C-9660-5E27-2923-C47DFCCD9E8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ACB6597-A831-02A1-FDB6-5750B664B44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0BE1AB-73E6-3CB6-3C00-B39E33A0235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ABCF82-3F1C-6F27-28EA-842CF7650D1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41DC6E2-2295-0202-DE55-F122CE1E486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2B154B-79F0-44C5-C3ED-937B2D1EE53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2026-07-08T05:15:38Z</dcterms:modified>
</cp:coreProperties>
</file>