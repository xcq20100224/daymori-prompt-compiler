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C32055-AC7A-496A-A597-2ABA645B4C51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7C7EC-2510-4F7B-B32D-210AF77976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663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C7EC-2510-4F7B-B32D-210AF77976C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11435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C7EC-2510-4F7B-B32D-210AF77976C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200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C7EC-2510-4F7B-B32D-210AF77976C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775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C7EC-2510-4F7B-B32D-210AF77976C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154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C7EC-2510-4F7B-B32D-210AF77976C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99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C7EC-2510-4F7B-B32D-210AF77976C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6650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C7EC-2510-4F7B-B32D-210AF77976C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9502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C7EC-2510-4F7B-B32D-210AF77976C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7371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导入：供应链降本计划为什么重要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建立供应链降本计划学习动机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06A9C74-07B4-B926-2AD3-0E873930976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269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思源黑体 CN Normal</vt:lpstr>
      <vt:lpstr>MiSans Normal</vt:lpstr>
      <vt:lpstr>MiSans Medium</vt:lpstr>
      <vt:lpstr>等线</vt:lpstr>
      <vt:lpstr>Arial</vt:lpstr>
      <vt:lpstr>MiSans ExtraLight</vt:lpstr>
      <vt:lpstr>等线 Light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2026-07-02T08:09:52Z</dcterms:modified>
</cp:coreProperties>
</file>