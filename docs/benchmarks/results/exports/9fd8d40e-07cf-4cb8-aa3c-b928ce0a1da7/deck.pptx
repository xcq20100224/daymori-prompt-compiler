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CA8F8-64E6-4897-9417-7B56FE8BB59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EECC9-D752-4989-848B-38709DCC5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50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29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95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88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780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59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ECC9-D752-4989-848B-38709DCC578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2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1815D9-68D6-47B0-E6E0-98CA64F8FC0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AE66A6-9A64-E124-98EE-6F803E86AD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2C486B8-38C5-D6DA-42E4-0F01D66E73A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55F7EB-1B8F-1C26-CEB0-98F4AFD914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CEEC7C-49FD-C06E-BE96-93FB6CD15E6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F9201C-DF89-7BA1-9BD4-12F6EDE383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66063D-8132-1F28-710A-017243CDFD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E3F29C-4293-4DBE-EAF7-7B00BF6693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738522-C0CA-6328-6B4A-8CEB2AA31D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2026-07-08T12:07:22Z</dcterms:modified>
</cp:coreProperties>
</file>