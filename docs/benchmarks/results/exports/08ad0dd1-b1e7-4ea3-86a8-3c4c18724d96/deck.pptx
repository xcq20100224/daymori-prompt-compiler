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70B0F-62D9-41E9-A784-E19E40828D6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5D9FD-7712-4CF6-A256-07BB3B398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425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5D9FD-7712-4CF6-A256-07BB3B39847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60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5D9FD-7712-4CF6-A256-07BB3B3984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854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5D9FD-7712-4CF6-A256-07BB3B3984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661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5D9FD-7712-4CF6-A256-07BB3B3984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994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5D9FD-7712-4CF6-A256-07BB3B39847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050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5D9FD-7712-4CF6-A256-07BB3B39847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436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207880-00F4-3C00-A7F5-95DE9190700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079DAA5-CFB0-4F0E-1763-BADFA4CB2CC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D14A00A-CA98-E1AA-A1FB-A1E27D870A8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8E2107-05B9-C788-DE37-A4A0DF535EA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DC0CA2-FD02-A27A-5801-CE569B53A97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335DCB-C02F-AFB4-769F-50EB5CD0C3C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D3FAA8-BD47-F26B-F74A-EE8BFF6C6CE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6FA0311-97DE-BA94-74FD-9B4C895637D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67C839-8FAB-BFDA-5F1F-CD190AF49F5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2026-07-08T11:57:53Z</dcterms:modified>
</cp:coreProperties>
</file>