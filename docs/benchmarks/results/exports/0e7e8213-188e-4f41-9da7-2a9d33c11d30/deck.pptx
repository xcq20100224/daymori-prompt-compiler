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1A2591-A54C-4F6B-8E8A-75A5B884EEF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884BE-FBB0-42F6-8881-59D1604311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527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用户增长运营现状结构图 优先级重排。 图示：用户增长运营现状结构图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884BE-FBB0-42F6-8881-59D16043114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426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用户增长运营问题分层卡片 执行能力与反馈闭环四个层面。 先聚焦高频高影响环节， 再逐步覆盖复杂场景， 可显著降低试点风险。 图示： 用户增长运营问题分层卡片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884BE-FBB0-42F6-8881-59D16043114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898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用户增长运营方案架构图 建设， 再通过迭代机制优化质 量， 形成可复制的执行闭环。 图示： 用户增长运营方案架构 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884BE-FBB0-42F6-8881-59D16043114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402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884BE-FBB0-42F6-8881-59D16043114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11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884BE-FBB0-42F6-8881-59D16043114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3040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884BE-FBB0-42F6-8881-59D16043114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011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用户增长运营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76359C9-9062-9922-2231-0AA0250BC2C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用户增长运营提案汇报 用户增长运营提案汇报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用户增长运营的核心约束与机会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6294FCA-6CED-7806-7D8A-90E21F36A9D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0F3BE95-EE0F-5A20-74C3-417FE8F2AFF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用户增长运营当前在目标达成、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围绕用户增长运营可将问题拆</a:t>
            </a:r>
          </a:p>
          <a:p>
            <a:pPr algn="ctr"/>
            <a:r>
              <a:rPr lang="zh-CN" altLang="en-US" sz="1000"/>
              <a:t>为目标定义、流程协同、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A474884-EAE7-8A88-9A09-7AAD622B50C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D5DD38-7A3D-7826-84C3-618D2FDBAF9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围绕用户增长运营可将问题拆为目标定义、流程协同、执行能力与反馈闭环四个层面。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用户增长运营的分阶段落地方案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E8417A-D708-67CC-F510-A15445AB492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用户增长运营方案建议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E4C09BD-F7DF-074A-9699-16460F962D4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阶段：明确用户增长运营目标与边界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阶段：完成用户增长运营试点并跟踪关键指标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建议围绕用户增长运营建立统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11FE305-3503-B9D0-DA78-F15C85EBA1F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4F7313-A1D2-6EFD-2307-1EA71D24834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建议围绕用户增长运营建立统一指标集，至少覆盖效率、质量、成本与稳定性四类指标。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FA6B88D-81B9-ADD9-A785-1D15EDD12B1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C2FD236-B4C5-CEDD-5080-30E6AD1365C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86D04C5-B2C0-C2EA-7D6E-4B2DA79279E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66DB8CE-3EBC-7AA2-2B1F-0636E74202A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ADED6D6-97EF-BAF3-789E-AD14FBFA696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B836FB6-9C90-6940-C813-F6837B8B31C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D7F50DC-3BEA-1E0D-8617-8C653EE4E3D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545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思源黑体 CN Normal</vt:lpstr>
      <vt:lpstr>MiSans Normal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2026-07-08T14:14:46Z</dcterms:modified>
</cp:coreProperties>
</file>