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85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86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87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8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5.xlsx"/></Relationships>
</file>

<file path=ppt/charts/_rels/chart8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6.xlsx"/></Relationships>
</file>

<file path=ppt/charts/_rels/chart8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7.xlsx"/></Relationships>
</file>

<file path=ppt/charts/chart8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商业汇报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导入：新品上市90天战役为什么重要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建立新品上市90天战役学习动机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本页结论：建立新品上市90天战役学习动机；关键抓手：结论：先明确问题场景再进入知识点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新品上市90天战役 - 商业汇报</dc:title>
  <dc:subject>商业汇报</dc:subject>
  <dc:creator>Daymori</dc:creator>
  <cp:lastModifiedBy>Daymori</cp:lastModifiedBy>
  <cp:revision>1</cp:revision>
  <dcterms:created xsi:type="dcterms:W3CDTF">2026-07-03T00:39:09Z</dcterms:created>
  <dcterms:modified xsi:type="dcterms:W3CDTF">2026-07-03T00:39:09Z</dcterms:modified>
</cp:coreProperties>
</file>