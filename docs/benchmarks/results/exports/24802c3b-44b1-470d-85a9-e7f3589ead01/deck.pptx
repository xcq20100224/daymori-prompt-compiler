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A1CA7B-4401-446E-9498-53DF15F3337D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3E68F9-06AE-4B11-AE34-ABB0042FEC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97673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产品上市策略分析现状结构图 先级重排。 图示：产品上市策略分析现状结构图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3E68F9-06AE-4B11-AE34-ABB0042FEC5C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355462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产品上市策略分析问题分层卡片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3E68F9-06AE-4B11-AE34-ABB0042FEC5C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305073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产品上市策略分析方案架构图 先完成基线与关键能力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3E68F9-06AE-4B11-AE34-ABB0042FEC5C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485244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3E68F9-06AE-4B11-AE34-ABB0042FEC5C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3412033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3E68F9-06AE-4B11-AE34-ABB0042FEC5C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6729349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3E68F9-06AE-4B11-AE34-ABB0042FEC5C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857255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产品上市策略分析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产品上市策略分析提案汇报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1D32D6E2-622A-9B1F-1527-D6790332B6BF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产品上市策略分析提案汇报 产品上市策略分析提案汇报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产品上市策略分析的核心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8319879F-F6BB-C3B0-D6E9-5AF99D7ED7F6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877FCF9A-6AFF-834F-7DC3-F44A6C1D0FD5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产品上市策略分析的核心约束与机会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产品上市策略分析当前在目标达成、资源配置与执行路径上存在明显瓶颈。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若继续沿用现有方式，成本、效率与可持续性将同步承压，需要先完成问题分层与优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图示：产品上市策略分析问题分层卡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片 内容由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围绕产品上市策略分析可将问题拆为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目标定义、流程协同、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产品上市策略分析的分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AE197E2-FF8C-3E92-E3AF-72814EF9467C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产品上市策略分析的分阶段落地方案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产品上市策略分析方案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架构图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产品上市策略分析方案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建议采用“目标对齐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能力建设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效果验证”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三层架构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阶段：明确产品上市策略分析目标与边界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完成产品上市策略分析试点并跟踪关键指标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阶段：复盘优化后推进规模化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建议围绕产品上市策略分析建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立统一指标集，至少覆盖效率、质量、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成本与稳定性四类指标。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只有当关键指标持续改善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F56D83B2-0900-D9B6-47AE-2FCFE8860D63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2A6FF1E5-D50D-1F7C-2C6C-BE333D1C5D73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1A642A09-806F-BC1C-A1B8-4AA4C8DF78C3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BDEAD4F9-BB24-B425-03FE-5544DAD2102D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8C8DDBF9-9B5D-9BAA-7908-FF4099400B9F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529</Words>
  <Application>Microsoft Office PowerPoint</Application>
  <PresentationFormat>宽屏</PresentationFormat>
  <Paragraphs>83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思源黑体 CN Normal</vt:lpstr>
      <vt:lpstr>MiSans Medium</vt:lpstr>
      <vt:lpstr>MiSans Normal</vt:lpstr>
      <vt:lpstr>等线</vt:lpstr>
      <vt:lpstr>等线 Light</vt:lpstr>
      <vt:lpstr>Arial</vt:lpstr>
      <vt:lpstr>MiSans Demibold</vt:lpstr>
      <vt:lpstr>MiSans</vt:lpstr>
      <vt:lpstr>MiSans ExtraLight</vt:lpstr>
      <vt:lpstr>MiSans Light</vt:lpstr>
      <vt:lpstr>MiSans Semibold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2026-07-08T12:46:13Z</dcterms:modified>
</cp:coreProperties>
</file>