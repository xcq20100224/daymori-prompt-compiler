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47FBF-EA24-4848-B263-8CC739BD761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A23B0-74CB-4345-A8C9-7F7497804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19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A23B0-74CB-4345-A8C9-7F74978045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693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ABTest1_1783519086508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A23B0-74CB-4345-A8C9-7F74978045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271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A23B0-74CB-4345-A8C9-7F74978045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77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A23B0-74CB-4345-A8C9-7F74978045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35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A23B0-74CB-4345-A8C9-7F74978045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48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A23B0-74CB-4345-A8C9-7F74978045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312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A23B0-74CB-4345-A8C9-7F74978045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580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ABTest1_1783519086508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ABTest1_1783519086508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3519086508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F1AAB55-6267-2035-16AA-25506CD846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ABTest1_1783519086508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19086508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9086508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8351908650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8351908650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8351908650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783519086508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D5BB37-FA5E-E9F9-9F4E-86342809A8F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DC3668-DE7B-35D6-D37C-645E06D4BA6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5B13C8-B35D-3BCE-64E6-6902A17B5E1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88048F-A7C9-7084-6CCD-04A4B3C25FE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28550F-F3C1-3FB7-2B8D-F42C76666C6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2026-07-08T13:58:37Z</dcterms:modified>
</cp:coreProperties>
</file>