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embeddedFontLst>
    <p:embeddedFont>
      <p:font typeface="MiSans Demibold" panose="02010600030101010101" charset="-122"/>
      <p:bold r:id="rId6"/>
    </p:embeddedFont>
    <p:embeddedFont>
      <p:font typeface="MiSans ExtraLight" panose="02010600030101010101" charset="-122"/>
      <p:regular r:id="rId7"/>
    </p:embeddedFont>
    <p:embeddedFont>
      <p:font typeface="MiSans Normal" panose="02010600030101010101" charset="-122"/>
      <p:regular r:id="rId8"/>
    </p:embeddedFont>
    <p:embeddedFont>
      <p:font typeface="MiSans Semibold" panose="02010600030101010101" charset="-122"/>
      <p:bold r:id="rId9"/>
    </p:embeddedFont>
    <p:embeddedFont>
      <p:font typeface="等线" panose="02010600030101010101" pitchFamily="2" charset="-122"/>
      <p:regular r:id="rId10"/>
      <p:bold r:id="rId11"/>
    </p:embeddedFont>
    <p:embeddedFont>
      <p:font typeface="等线 Light" panose="02010600030101010101" pitchFamily="2" charset="-122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23093-6525-46A5-ABA8-663C01999C9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DA40E-67B4-4171-A648-9508C291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5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?????????,???90?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DA40E-67B4-4171-A648-9508C2915B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660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DA40E-67B4-4171-A648-9508C2915B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434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DA40E-67B4-4171-A648-9508C2915B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164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??????:????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?????????????????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F=ma ????????????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??:N = kg�m/s�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????:?????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?????? a ? F?m ???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????????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????????????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380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a ? F ????? m 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??????????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?????????????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</Words>
  <Application>Microsoft Office PowerPoint</Application>
  <PresentationFormat>宽屏</PresentationFormat>
  <Paragraphs>40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MiSans ExtraLight</vt:lpstr>
      <vt:lpstr>MiSans Semibold</vt:lpstr>
      <vt:lpstr>等线</vt:lpstr>
      <vt:lpstr>Arial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2026-07-02T02:26:21Z</dcterms:modified>
</cp:coreProperties>
</file>