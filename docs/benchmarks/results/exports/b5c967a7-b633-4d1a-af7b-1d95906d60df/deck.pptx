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BB5D3-FA70-4356-9A6B-44970C6DA6B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F3988-7DC0-4933-BE27-250D2F701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2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672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03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8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66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958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F3988-7DC0-4933-BE27-250D2F7010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92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8CDB81-F4D4-0578-780A-8680585067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5184AAF-561C-91C0-9A78-1EB874FA24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4B48D8-F58C-89B8-74EF-E687F302973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7BD502-F2E7-E24E-F758-209B3E9D951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2FBEB4-2442-896E-E7AD-2929DA7364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8BFC16-7DFD-52CE-F523-4263609B06B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E43A42-3614-AB92-A734-91F2FB33DE4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A8DAA9-F78A-205C-E5F0-CCCC1CBD758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89D562-1E12-7504-702B-8800CC701B1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2026-07-09T02:13:18Z</dcterms:modified>
</cp:coreProperties>
</file>