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03109-C396-46C5-B908-076DA4F8973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00D43-39C8-4AA5-9AAC-AE5D86CB54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985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00D43-39C8-4AA5-9AAC-AE5D86CB545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507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00D43-39C8-4AA5-9AAC-AE5D86CB545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92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00D43-39C8-4AA5-9AAC-AE5D86CB545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577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00D43-39C8-4AA5-9AAC-AE5D86CB545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015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00D43-39C8-4AA5-9AAC-AE5D86CB545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004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00D43-39C8-4AA5-9AAC-AE5D86CB545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202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25A289-B9F2-9908-B8E1-BDE8E1CC4D0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D7DE075-F413-26FC-23D2-4399B780C1B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9DB4807-28A2-95F1-4E3F-89C0B83CD01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2F74A3-97E9-E60C-D21B-F8F3AD7C253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A69F9EF-CEC2-95FF-C71F-567B2686663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E1ACFE-72CE-95C9-C8C0-95A30B2A839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CB3D090-AD25-D736-4D3D-CEC22FD6857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6A4B86-9759-183D-1529-C37A57EE451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35A970-1607-9D6D-42CB-9775F311C15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2026-07-08T12:29:08Z</dcterms:modified>
</cp:coreProperties>
</file>