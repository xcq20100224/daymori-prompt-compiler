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2D18-6884-43C1-8E83-D1665CA4DCF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1B046-4B57-4BCF-916B-FEFA9C2C5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42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094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743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745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21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068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1B046-4B57-4BCF-916B-FEFA9C2C51D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55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FA65BE-3F7F-5B43-3D35-9D90B08D7F4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7B2DDD4-0988-963C-4CC9-E5AB2252C3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CEFBAD-C946-ED51-96EB-2BF7A65A805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C2E989-7364-A788-2DD2-5C88C96862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41FEFB-A844-8AE2-F2E0-CFFF368B30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CB3818-90F9-11F3-7F0E-B4D596A5089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44AD60-2892-246D-2609-AAF5F864E1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3AE3D9-5BE2-7824-09B3-263CAC1E87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770142-C949-CD97-C4F7-B90D6474CFA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C3FBCC-EBB2-83FE-2434-4BA1A9897D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B47CE0-6AFB-371D-E779-15F7863AEC4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B00B79-6D91-40E7-4712-4DEB25BFD4D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81FF3F-2A09-7FAC-2417-1D4EDA78CFC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B7D9DD5-D80D-D5A6-9245-FA3ED893A0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B4275E-7DA1-1BF9-9047-C4FCB5971A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4C67D8-7ED4-132D-E872-B3D9E180FC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2026-07-08T14:06:15Z</dcterms:modified>
</cp:coreProperties>
</file>