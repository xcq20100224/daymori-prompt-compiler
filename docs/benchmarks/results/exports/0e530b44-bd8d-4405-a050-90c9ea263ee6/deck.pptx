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8A96C4-294D-4B04-8796-A45CA87A101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0D1197-E9FB-4B2B-AC33-EF12FB9ED7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753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D1197-E9FB-4B2B-AC33-EF12FB9ED74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51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D1197-E9FB-4B2B-AC33-EF12FB9ED74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088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D1197-E9FB-4B2B-AC33-EF12FB9ED74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685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D1197-E9FB-4B2B-AC33-EF12FB9ED74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322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D1197-E9FB-4B2B-AC33-EF12FB9ED74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393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D1197-E9FB-4B2B-AC33-EF12FB9ED74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095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CABD187-0304-7910-1984-947CFEF0F9C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1905187-1FA4-58E7-E408-E0B7F25CF3F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0DA9B45-E0DC-CCEE-220A-4BF14B83ACE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C6A694-43E6-B5B1-B67E-6BE20300A92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DF2F862-0A36-87CD-DBAA-3B4DCCA8315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9060D15-2035-5BBA-B25A-A69A9A6C9B9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022C132-BE0F-6C13-9879-8CF5315DA2B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4808379-7B96-F664-FF66-55FD468CC82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A7CA9E-0DAB-1C08-D6A4-F63D270BE35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 Light</vt:lpstr>
      <vt:lpstr>思源黑体 CN Normal</vt:lpstr>
      <vt:lpstr>等线 Light</vt:lpstr>
      <vt:lpstr>MiSans Normal</vt:lpstr>
      <vt:lpstr>MiSans Medium</vt:lpstr>
      <vt:lpstr>MiSans</vt:lpstr>
      <vt:lpstr>MiSans ExtraLight</vt:lpstr>
      <vt:lpstr>MiSans Demibold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2026-07-08T12:44:56Z</dcterms:modified>
</cp:coreProperties>
</file>