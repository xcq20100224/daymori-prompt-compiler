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0D2D00-1B3B-47EF-B506-7D1BF07DB089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9BBCD1-51D9-4DBC-961D-D1F1449E5E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94652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核心</a:t>
            </a:r>
            <a:r>
              <a:rPr lang="en-US" altLang="zh-CN"/>
              <a:t>…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9BBCD1-51D9-4DBC-961D-D1F1449E5EC7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03505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ABTest1_1783519260466</a:t>
            </a:r>
            <a:r>
              <a:rPr lang="zh-CN" altLang="en-US"/>
              <a:t>现状结构图 效率与可持续性将同步承压，需要先完成问题分层与优先级重排。 图示： </a:t>
            </a:r>
            <a:r>
              <a:rPr lang="en-US" altLang="zh-CN"/>
              <a:t>ABTest1_1783519260466</a:t>
            </a:r>
            <a:r>
              <a:rPr lang="zh-CN" altLang="en-US"/>
              <a:t>现状结</a:t>
            </a:r>
            <a:r>
              <a:rPr lang="en-US" altLang="zh-CN"/>
              <a:t>… </a:t>
            </a:r>
            <a:r>
              <a:rPr lang="zh-CN" altLang="en-US"/>
              <a:t>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9BBCD1-51D9-4DBC-961D-D1F1449E5EC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31963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ABTest1_1783519260466</a:t>
            </a:r>
            <a:r>
              <a:rPr lang="zh-CN" altLang="en-US"/>
              <a:t>问题分层卡片 义、流程协同、 执行能力与反馈闭环四个层面。 先聚焦高频高影响环节， 再逐步覆盖复杂场景， 可显著降低试点风险。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9BBCD1-51D9-4DBC-961D-D1F1449E5EC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64907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ABTest1_1783519260466</a:t>
            </a:r>
            <a:r>
              <a:rPr lang="zh-CN" altLang="en-US"/>
              <a:t>方案架构图 验证”三层架构， 先完成基线与关键能力 建设， 再通过迭代机制优化质 量， 形成可复制的执行闭环。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9BBCD1-51D9-4DBC-961D-D1F1449E5EC7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05821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9BBCD1-51D9-4DBC-961D-D1F1449E5EC7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77689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只有当关键指标持续改善，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9BBCD1-51D9-4DBC-961D-D1F1449E5EC7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6014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9BBCD1-51D9-4DBC-961D-D1F1449E5EC7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62666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ABTest1_1783519260466</a:t>
            </a:r>
            <a:endParaRPr lang="zh-CN" altLang="en-US" sz="2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ABTest1_1783519260466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提案汇报 内容由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ABTest1_178</a:t>
            </a:r>
          </a:p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3519260466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的</a:t>
            </a: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3ECC3D65-09D4-938B-9391-FC1A47B5D1DC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ABTest1_1783519260466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当前在目标达成、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资源配置与执行路径上存在明显瓶颈。若继续沿用现有方式，成本、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ABTest1_17835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19260466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问题分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…...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ABTest1_178351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9260466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可将问题拆为目标定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ABTest1_17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8351926046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6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…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ABTest1_17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8351926046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6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…...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ABTest1_17</a:t>
            </a:r>
          </a:p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8351926046</a:t>
            </a:r>
          </a:p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6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方案建议采用“目标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ABTest1_178351926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ABTest1_178351926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ABTest1_1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783519260466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建立统一指标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A911B90-A4E5-28D5-658B-75C0A69D6235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6DE7114-6D64-9957-1CFB-C07A1C8D01AC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A4EDBCC-D3C0-0549-4C69-401931F6CD4C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A8E078A-2AFE-91F6-4E03-A7DAB7A0B2F6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D9E1C5B-1AD5-731C-B9D4-B2ED060BD58A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439</Words>
  <Application>Microsoft Office PowerPoint</Application>
  <PresentationFormat>宽屏</PresentationFormat>
  <Paragraphs>84</Paragraphs>
  <Slides>10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思源黑体 CN Normal</vt:lpstr>
      <vt:lpstr>Arial</vt:lpstr>
      <vt:lpstr>MiSans Medium</vt:lpstr>
      <vt:lpstr>MiSans Normal</vt:lpstr>
      <vt:lpstr>等线</vt:lpstr>
      <vt:lpstr>等线 Light</vt:lpstr>
      <vt:lpstr>MiSans</vt:lpstr>
      <vt:lpstr>MiSans Demibold</vt:lpstr>
      <vt:lpstr>MiSans ExtraLight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2026-07-08T14:02:48Z</dcterms:modified>
</cp:coreProperties>
</file>