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C8947-E195-4034-A10B-50F5FCB7B01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B3FB3-E197-4E68-80DA-64C23235D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284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3FB3-E197-4E68-80DA-64C23235DC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461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3FB3-E197-4E68-80DA-64C23235DC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778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3FB3-E197-4E68-80DA-64C23235DC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302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3FB3-E197-4E68-80DA-64C23235DC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120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3FB3-E197-4E68-80DA-64C23235DC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3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3FB3-E197-4E68-80DA-64C23235DC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03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7B0FD6-8616-C2F1-AFE9-483BDF771A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3153F03-F6CB-72A5-4AAB-84E24307510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2CB885-FAED-AD56-BE8F-979E3319D9E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D6E101-3B7C-C9C0-8F37-9D63434C1D4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8EB20B-143A-EC26-8C63-00F0F4D8B88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C92C83-C404-95C9-9654-FBF08B4877A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0242BF-BD58-468D-835F-180D601CEE9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A03E16-DC9D-CD32-FAF4-D7467C71D53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D2904C-2126-EF01-3B63-F4033BB81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2026-07-08T04:28:21Z</dcterms:modified>
</cp:coreProperties>
</file>