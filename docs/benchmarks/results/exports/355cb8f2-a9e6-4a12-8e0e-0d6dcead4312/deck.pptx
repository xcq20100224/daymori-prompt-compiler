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BF687-CACF-415E-AA7C-66870DAB122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8C6F9-DF3A-4CE7-8C2C-3E9824B11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65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03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ABTest1_1783519531809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832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074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ABTest1_1783519531809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85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271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8C6F9-DF3A-4CE7-8C2C-3E9824B11D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04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ABTest1_1783519531809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3519531809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15E647-82F4-D2B8-3C5E-5075886587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ABTest1_1783519531809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9531809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8351953180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8351953180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ABTest1_178351953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783519531809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E9731C-8237-4D32-A642-C6F47E1D56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898737-1E2C-0ED4-1B87-C469F09429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FAD2C0-2240-1500-3E1F-9F98C0148B2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CB6302-834F-AD4A-C4BC-D12F6BEE640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77CC5E-CA27-94C5-E8BB-906A8C7D18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2026-07-08T14:06:21Z</dcterms:modified>
</cp:coreProperties>
</file>