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6A1B-5019-4180-B7D1-8E16034A825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DE659-EAA7-486F-9210-5EA4BECAA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97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DE659-EAA7-486F-9210-5EA4BECAA86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933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DE659-EAA7-486F-9210-5EA4BECAA86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375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DE659-EAA7-486F-9210-5EA4BECAA86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329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DE659-EAA7-486F-9210-5EA4BECAA86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456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DE659-EAA7-486F-9210-5EA4BECAA86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665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DE659-EAA7-486F-9210-5EA4BECAA86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553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7280E9-A003-103D-65F3-24763872C6E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0ED192A-828C-7B7B-73DC-CA4E2FA39AC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4067BCD-69F0-2CC2-DD15-309FB9606FB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4909B9-A7FD-A082-2923-4DCB3EB0531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89427A-FE83-CA3C-5A5A-D488C1EB66F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1CCB2E-4DD1-A5AC-89F2-C020AA10B6C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69CA13-211E-CE91-1BA8-91C86B9B3C0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DB3650-099B-39E5-71D0-D1F908AC2F1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D92B78-2CD1-2A3D-70AA-0BBE7E7AE09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2026-07-08T12:26:33Z</dcterms:modified>
</cp:coreProperties>
</file>