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D1C6B-AFAE-44FF-8EE7-5D2AAAD01BF5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6C537E-FCDC-401E-902C-8477BBDB5E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065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6C537E-FCDC-401E-902C-8477BBDB5E8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297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6C537E-FCDC-401E-902C-8477BBDB5E8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431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6C537E-FCDC-401E-902C-8477BBDB5E8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000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6C537E-FCDC-401E-902C-8477BBDB5E8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49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6C537E-FCDC-401E-902C-8477BBDB5E8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883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6C537E-FCDC-401E-902C-8477BBDB5E8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315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8EA83F7-B84D-D517-37E6-53AB2DE22C3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8A6DB93-0F39-21E9-181C-DCA34C39E7B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F31E23A-D7D0-AA53-EF6B-3A5650195B5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C9D309-40B0-1F46-6244-39C8AA9A22D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9E7BF7F-7C79-CB4C-5C8E-87A793D4868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8460493-6C08-5346-EA09-D555858AF84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0CB7B83-B05C-5CB9-989C-E3D205DA99A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9F1D119-1CA8-8929-EE1E-039E0B5255E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A0C0C43-B9BF-C59B-38B7-9DF0B3638C0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2026-07-09T02:32:06Z</dcterms:modified>
</cp:coreProperties>
</file>