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BC5F-5279-4357-8FF2-88514E95F939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61844-64BE-4102-8E50-36C85BE43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83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36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641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361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912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116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523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12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61844-64BE-4102-8E50-36C85BE434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176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导入：呼吸作用为什么重要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0CAB1CA-6E6E-18CD-7650-5D4B15ABB3C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2026-07-02T08:27:38Z</dcterms:modified>
</cp:coreProperties>
</file>