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3E4700-5903-4E33-B1C6-E82C74BFEA1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FCD14-3F1C-4EFA-BFFC-ACA088790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221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DFCD14-3F1C-4EFA-BFFC-ACA088790B1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189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DFCD14-3F1C-4EFA-BFFC-ACA088790B1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113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DFCD14-3F1C-4EFA-BFFC-ACA088790B1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824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DFCD14-3F1C-4EFA-BFFC-ACA088790B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616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DFCD14-3F1C-4EFA-BFFC-ACA088790B1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316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DFCD14-3F1C-4EFA-BFFC-ACA088790B1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995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DFCD14-3F1C-4EFA-BFFC-ACA088790B1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913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DFCD14-3F1C-4EFA-BFFC-ACA088790B1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274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导入：压强与浮力为什么重要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建立压强与浮力学习动机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D1D6EDC-99C5-BA21-8C62-97373461D27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MiSans Light</vt:lpstr>
      <vt:lpstr>等线</vt:lpstr>
      <vt:lpstr>Arial</vt:lpstr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2026-07-02T08:15:13Z</dcterms:modified>
</cp:coreProperties>
</file>