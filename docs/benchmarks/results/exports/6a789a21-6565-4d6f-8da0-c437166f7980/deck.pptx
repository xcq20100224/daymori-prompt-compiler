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FE03B-A4D8-4999-8AE7-5BA542FF1DD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A0096-DC32-4537-96F9-8C0B2A86E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51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A0096-DC32-4537-96F9-8C0B2A86E7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25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A0096-DC32-4537-96F9-8C0B2A86E7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879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A0096-DC32-4537-96F9-8C0B2A86E7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847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A0096-DC32-4537-96F9-8C0B2A86E7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86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A0096-DC32-4537-96F9-8C0B2A86E7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40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A0096-DC32-4537-96F9-8C0B2A86E7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49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5D3D54-C69A-ED36-EDF4-443615570FA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F43EB0A-6413-64C5-4638-B183F657AF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0FF6B5-6104-92BE-9A1B-64AD394AC4E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9032DA-96F9-4F27-EB7C-37ED024C2FC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B7C6FA-A22E-24BD-3F43-3CA35241DFD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CC6CD1-801D-8D1C-A852-0BA6C832CB9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E30B21-5750-7431-68B9-5045B17B512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6B694B-8E1C-FDED-419B-07760BB253B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5DD67A-0068-01DE-43C7-B30CD8C9389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2026-07-07T08:17:29Z</dcterms:modified>
</cp:coreProperties>
</file>