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824A2-6E32-4753-B2BF-713E6B80ABF2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6B3811-B6F9-4006-AEA0-9718ADADFA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914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B3811-B6F9-4006-AEA0-9718ADADFA9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776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B3811-B6F9-4006-AEA0-9718ADADFA9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517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B3811-B6F9-4006-AEA0-9718ADADFA9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6842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B3811-B6F9-4006-AEA0-9718ADADFA9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533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B3811-B6F9-4006-AEA0-9718ADADFA9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380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B3811-B6F9-4006-AEA0-9718ADADFA9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1391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B42A270-5915-4EEB-107B-58441DE500F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09C4D21-2A4B-D7CE-57D8-01D4C93FA5F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BEFDD90-36BC-AA49-7DB1-9BF5BAA6D6A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BB75BF2-3812-CBE6-6A46-5D061748A29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FE12176-8806-229D-39D4-014296B3370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AAFC454-D519-2338-6BB7-C77CDB8964D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412F84D-4741-CA10-4354-A68DF6F7E03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CFBC6D1-78DC-D303-B6F2-43C32D7C1D6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FBD8DCB-D738-753D-225B-EEC7D37B802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MiSans Medium</vt:lpstr>
      <vt:lpstr>MiSans ExtraLight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2026-07-07T04:06:27Z</dcterms:modified>
</cp:coreProperties>
</file>