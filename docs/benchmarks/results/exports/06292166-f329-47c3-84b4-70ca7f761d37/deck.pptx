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89196-2B40-4ED2-83EB-A9A6BACE74B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4FDF2-1211-4BAE-89E4-4AF1CABB55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08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4FDF2-1211-4BAE-89E4-4AF1CABB55E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5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4FDF2-1211-4BAE-89E4-4AF1CABB55E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564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4FDF2-1211-4BAE-89E4-4AF1CABB55E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239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4FDF2-1211-4BAE-89E4-4AF1CABB55E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9038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4FDF2-1211-4BAE-89E4-4AF1CABB55E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961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04FDF2-1211-4BAE-89E4-4AF1CABB55E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742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E5CC9B-1F9E-3B11-5D2A-DB30C69A58B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99B454E-E61E-4BC5-F233-881DEBAD2C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069386C-3CC9-D7D4-9994-54A98C4394B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5740218-F188-5EE0-BE6A-4A1907B9636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88C001-C9B0-0C85-AC35-C921ADDA915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777341-8B23-EE10-5D15-A044C37B7E7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081925-BE1A-ECFF-150B-94836ED5CA1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D2E4447-FFDF-32CB-49FF-6185F9C98F9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E8A870-9502-4128-DB02-808D33A68B0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2026-07-08T12:37:17Z</dcterms:modified>
</cp:coreProperties>
</file>