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0B01B-F0D7-45EC-9A89-47B64D5E29B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A8385-C9CB-4AD1-B015-6DDFB6876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28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8385-C9CB-4AD1-B015-6DDFB6876EB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178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8385-C9CB-4AD1-B015-6DDFB6876EB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6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8385-C9CB-4AD1-B015-6DDFB6876EB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88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8385-C9CB-4AD1-B015-6DDFB6876EB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285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8385-C9CB-4AD1-B015-6DDFB6876EB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061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A8385-C9CB-4AD1-B015-6DDFB6876E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26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A623F7-0792-9B04-331F-A49CB8EF9AC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2E2639-D715-B2AB-2801-CE5AA4C8F07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BAAAD6-9D90-F46D-1818-ED87B7BEF67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6FAE00-008A-1465-4601-E1BC5135D95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9E22C2-7559-B2F1-5C0C-8CDC49F6079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F9CD92-6521-73F8-4959-4B7095E94F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DD34E1-6ECC-4F74-6108-489DC833342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CC3F24-3262-33EA-A43C-7061CA35C5F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AC1430-54F6-A2E6-5A63-36FA1EA5DAE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2026-07-08T05:09:31Z</dcterms:modified>
</cp:coreProperties>
</file>