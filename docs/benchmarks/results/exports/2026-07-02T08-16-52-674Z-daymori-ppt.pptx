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6AF25-C6B4-4CF4-8B25-6974AFDB539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98C50-3B2B-4B84-99AE-EA66FB9941C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9685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26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9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674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01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60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3266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974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98C50-3B2B-4B84-99AE-EA66FB9941C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90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导入：暑期活动转化复盘为什么重要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建立暑期活动转化复盘学习动机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343EFD4-C49E-AF93-4143-6D032064E0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2026-07-02T08:16:12Z</dcterms:modified>
</cp:coreProperties>
</file>