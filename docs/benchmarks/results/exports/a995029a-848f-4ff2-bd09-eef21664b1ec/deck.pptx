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A394B5-8C4A-49D6-A676-031483840310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3619FE-8DB6-4715-AD52-B47A18229F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08473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企业数字化转型路线图现状结构图 需要先完成问题分层与优先级重排。 图示：企业数字化转型路线图现状结构图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3619FE-8DB6-4715-AD52-B47A18229FE4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61320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3619FE-8DB6-4715-AD52-B47A18229FE4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06725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3619FE-8DB6-4715-AD52-B47A18229FE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12677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3619FE-8DB6-4715-AD52-B47A18229FE4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59901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3619FE-8DB6-4715-AD52-B47A18229FE4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00069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3619FE-8DB6-4715-AD52-B47A18229FE4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68917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企业数字化转型路线图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企业数字化转型路线图提案汇报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D5935DC-C6CC-C881-661D-702D346DC400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企业数字化转型路线图提案汇报 企业数字化转型路线图提案汇报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06FDAF16-F5AB-FECD-F78F-39EC8896526A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2F9D356-3B01-602E-2BC6-ABF7C043B330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3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9D5C4A4-6D6F-27AF-C126-BCDED39F7A98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企业数字化转型路线图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E44B886-990B-9298-5B9E-04412BD721A4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861BF1F-0E37-A62F-1F6A-9FA5A81DA1AA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277971-FF1E-AF8D-43EA-6C210B00601E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A5491C9-1A49-217F-A2A3-CA680C501534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45DB75B-CA9C-ED58-59ED-EB3443250058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320</Words>
  <Application>Microsoft Office PowerPoint</Application>
  <PresentationFormat>宽屏</PresentationFormat>
  <Paragraphs>61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Medium</vt:lpstr>
      <vt:lpstr>MiSans Normal</vt:lpstr>
      <vt:lpstr>等线</vt:lpstr>
      <vt:lpstr>等线 Light</vt:lpstr>
      <vt:lpstr>MiSans</vt:lpstr>
      <vt:lpstr>MiSans Demibold</vt:lpstr>
      <vt:lpstr>Arial</vt:lpstr>
      <vt:lpstr>MiSans ExtraLight</vt:lpstr>
      <vt:lpstr>MiSans Light</vt:lpstr>
      <vt:lpstr>MiSans Semibold</vt:lpstr>
      <vt:lpstr>思源黑体 CN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2026-07-08T12:53:15Z</dcterms:modified>
</cp:coreProperties>
</file>