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E7076-667D-4541-B0F1-FFD9C8E5760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A3041-81A2-4921-9C6B-604C8B6922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852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A3041-81A2-4921-9C6B-604C8B6922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639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A3041-81A2-4921-9C6B-604C8B6922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293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A3041-81A2-4921-9C6B-604C8B6922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328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A3041-81A2-4921-9C6B-604C8B6922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143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A3041-81A2-4921-9C6B-604C8B6922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640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A3041-81A2-4921-9C6B-604C8B6922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6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3BC802-E15A-03CB-2236-5CAC3E0DAE2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413866-1AC4-8E07-FFF9-255D4B37114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182F3D-3641-6E17-0566-3ED75D991EE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E94DFD-B9C4-0684-0F01-7ABEA8A3C83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E6786B-012D-8837-C4C0-8F938D533F2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AF7FA4-9B0D-672E-7ED8-39F88759339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2773B0-FADF-9176-8A78-FD1781824E6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6B0DC4-2C19-F14A-376B-6E39622249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C50749-8B66-CD4D-79D7-26323328502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2026-07-08T05:20:41Z</dcterms:modified>
</cp:coreProperties>
</file>