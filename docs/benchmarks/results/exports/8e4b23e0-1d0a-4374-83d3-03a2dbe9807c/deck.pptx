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51E5D7-FD78-450C-A1CC-56ED1070FA8F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1DF914-8D3A-4F5C-81E7-280D5AABFF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1987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供应链优化现状结构图 优先级重排。 图示：供应链优化现状结构图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1DF914-8D3A-4F5C-81E7-280D5AABFF7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15783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供应链优化问题分层卡片 执行能力与反馈闭环四个层面。 先聚焦高频高影响环节， 再逐步覆盖复杂场景， 可显著降低试点风险。 图示： 供应链优化问题分层卡片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1DF914-8D3A-4F5C-81E7-280D5AABFF7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14382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供应链优化方案架构图 建设， 再通过迭代机制优化质 量， 形成可复制的执行闭环。 图示： 供应链优化方案架构图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1DF914-8D3A-4F5C-81E7-280D5AABFF7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41182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1DF914-8D3A-4F5C-81E7-280D5AABFF7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77624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1DF914-8D3A-4F5C-81E7-280D5AABFF7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18544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1DF914-8D3A-4F5C-81E7-280D5AABFF7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30005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供应链优化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供应链优化提案汇报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396087D-1191-6380-F8CC-15C90BE9038A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供应链优化提案汇报 供应链优化提案汇报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供应链优化的核心约束与机会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62149586-B4BC-239A-79B3-127C8C6AF05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F17D451-119C-AFF6-F5E6-C3F0CE5C02CB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现状背景 供应链优化当前在目标达成、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资源配置与执行路径上存在明显瓶颈。若继续沿用现有方式，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成本、效率与可持续性将同步承压，需要先完成问题分层与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...</a:t>
            </a: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000"/>
              <a:t>围绕供应链优化可将问题拆为</a:t>
            </a:r>
          </a:p>
          <a:p>
            <a:pPr algn="ctr"/>
            <a:r>
              <a:rPr lang="zh-CN" altLang="en-US" sz="1000"/>
              <a:t>目标定义、流程协同、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06044AE-859B-5009-C2B7-DE96239B18E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8142B9F-EC92-FADA-E5F0-4EE448F79092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围绕供应链优化可将问题拆为目标定义、流程协同、执行能力与反馈闭环四个层面。</a:t>
            </a:r>
          </a:p>
          <a:p>
            <a:r>
              <a:rPr lang="zh-CN" altLang="en-US" sz="1000"/>
              <a:t>先聚焦高频高影响环节，再逐步覆盖复杂场景，可显著降低试点风险。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供应链优化的分阶段落地方案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602BCE6-294E-1951-99DA-77531D33625A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供应链优化方案建议采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用“目标对齐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能力建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设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效果验证”三层架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构，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1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58E2222-2F06-4CF6-691C-896D3DA389C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实施路径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阶段：明确供应链优化目标与边界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2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阶段：完成供应链优化试点并跟踪关键指标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复盘优化后推进规模化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00"/>
              <a:t>价值评估 建议围绕供应链优化建立统一</a:t>
            </a:r>
          </a:p>
          <a:p>
            <a:pPr>
              <a:lnSpc>
                <a:spcPct val="150000"/>
              </a:lnSpc>
            </a:pPr>
            <a:r>
              <a:rPr lang="zh-CN" altLang="en-US" sz="1000"/>
              <a:t>指标集，至少覆盖效率、质量、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70FD1A2-A4D3-684F-CC9D-D100365200F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F445E13-BDC1-C70C-624D-5AC925CD3F0F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价值评估 价值评估 建议围绕供应链优化建立统一指标集，至少覆盖效率、质量、成本与稳定性四类指标。</a:t>
            </a:r>
          </a:p>
          <a:p>
            <a:r>
              <a:rPr lang="zh-CN" altLang="en-US" sz="1000"/>
              <a:t>只有当关键指标持续改善，才进入下一阶段投入。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6D61460-DBDF-D486-D251-873A55BF64A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D081885-0F58-CEEA-E95A-8C151417662C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44071E3-E53C-375F-A506-D9175485AFBE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5683188-B30A-5CD2-29AA-CA40613EC6D8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1F8E33B-5603-949F-D41E-A74634AB065C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C89F3E1-6940-60DC-D7A8-3D44F8E08F8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54F26D0-B069-F2E6-6DC7-C33DCF7580B2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547</Words>
  <Application>Microsoft Office PowerPoint</Application>
  <PresentationFormat>宽屏</PresentationFormat>
  <Paragraphs>58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Demibold</vt:lpstr>
      <vt:lpstr>MiSans Normal</vt:lpstr>
      <vt:lpstr>等线 Light</vt:lpstr>
      <vt:lpstr>Arial</vt:lpstr>
      <vt:lpstr>思源黑体 CN Normal</vt:lpstr>
      <vt:lpstr>MiSans ExtraLight</vt:lpstr>
      <vt:lpstr>MiSans Semibold</vt:lpstr>
      <vt:lpstr>等线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2026-07-08T14:29:23Z</dcterms:modified>
</cp:coreProperties>
</file>