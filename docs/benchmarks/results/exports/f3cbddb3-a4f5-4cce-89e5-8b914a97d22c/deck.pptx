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4BCB0-2081-464D-B9F2-E2792BEF87B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B78DE-6904-4170-BE70-9E89A9EB79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004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B78DE-6904-4170-BE70-9E89A9EB79E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537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B78DE-6904-4170-BE70-9E89A9EB79E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716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B78DE-6904-4170-BE70-9E89A9EB79E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255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B78DE-6904-4170-BE70-9E89A9EB79E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520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B78DE-6904-4170-BE70-9E89A9EB79E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953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B78DE-6904-4170-BE70-9E89A9EB79E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272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50CC59-2BA3-6452-39A6-5681566F2D4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974D1A7-E03B-CBA7-7B53-8AAAA85079C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C65AEDC-CA57-5967-3FC5-B50F89F6902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A2CBB6-5AD3-57FC-D9E3-DFB4502BC62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365199B-EBFB-C20C-6550-9E2C1A65ED3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44A25C-2BC7-1218-F98B-90140208A7E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BD4791A-5C01-C76E-A44C-4B257FF489D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A12CBBE-EF63-07D3-0437-C02D588A499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13B084-9BDE-AE4F-CA2E-6AF524114F2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2026-07-08T05:15:58Z</dcterms:modified>
</cp:coreProperties>
</file>