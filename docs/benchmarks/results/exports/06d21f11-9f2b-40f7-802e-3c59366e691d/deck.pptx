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DDC06-A857-4BC4-A603-93308B54FEF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20207-E6EE-4739-9A14-D9832B56F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192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20207-E6EE-4739-9A14-D9832B56F2B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232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20207-E6EE-4739-9A14-D9832B56F2B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266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20207-E6EE-4739-9A14-D9832B56F2B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7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20207-E6EE-4739-9A14-D9832B56F2B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716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20207-E6EE-4739-9A14-D9832B56F2B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652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20207-E6EE-4739-9A14-D9832B56F2B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427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CF2BC2-61DC-2068-12BF-C10A3DD81F8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1B0803A-1308-BAEF-6370-84C2B9B99C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9FE3784-39FD-4D0E-D2B1-3D189D0AE8F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782DD9-F01B-DD81-FF4F-1944EB23667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BAA4AE-7B82-C19A-6F7F-D17E6478096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5C855C-530F-970D-4580-55FA88DD10A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B0501FA-AFD3-3C0A-7A72-2090D25397C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B893DF-A461-30F7-0D5F-5EFF2029128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CDFB85-71A6-78F3-3720-8604CC6C591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2026-07-08T10:18:27Z</dcterms:modified>
</cp:coreProperties>
</file>