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4D486-24D7-4A19-BF08-43F471442D2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506CB-DC9B-4217-BA25-D60F8EA21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506CB-DC9B-4217-BA25-D60F8EA21D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276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506CB-DC9B-4217-BA25-D60F8EA21D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89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506CB-DC9B-4217-BA25-D60F8EA21D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26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506CB-DC9B-4217-BA25-D60F8EA21D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574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506CB-DC9B-4217-BA25-D60F8EA21D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96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506CB-DC9B-4217-BA25-D60F8EA21D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246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E02839-67F1-FC75-6707-E31E069AE25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4C926D2-954F-BEB6-5368-8BEC99F443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3B73FF-95F1-2FDA-6479-3FE27BA5610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504E04-7E2C-05B3-2EF1-27684E4311F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578370-D84E-BEC7-E3DB-D31B44B0957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E43D07-6062-A334-E237-552679BE790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886018-BD81-E25F-A5EB-C4FF241D736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C31A24-21E6-34B6-EC43-D1346B71B2B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EEFA5A-8707-7E14-2333-B2D2DE95DDF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2026-07-08T12:41:14Z</dcterms:modified>
</cp:coreProperties>
</file>