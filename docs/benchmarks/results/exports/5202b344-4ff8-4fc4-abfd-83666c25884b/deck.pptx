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4488-8648-44FC-B80C-AA5DD63C1E11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62C77-E789-4CB3-92B2-6247C5DF9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449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62C77-E789-4CB3-92B2-6247C5DF988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278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62C77-E789-4CB3-92B2-6247C5DF98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98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62C77-E789-4CB3-92B2-6247C5DF988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373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62C77-E789-4CB3-92B2-6247C5DF988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486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62C77-E789-4CB3-92B2-6247C5DF988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140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62C77-E789-4CB3-92B2-6247C5DF988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561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7012F1-3461-A30E-9EFA-EE5B035B659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30245E-20D5-973B-D270-44EACC571B7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26DAE3B-3FC2-6D58-FBAD-1E1AB37250F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516276-50A8-AAF6-FE93-051DE07560F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2069B4-B06A-6623-32AE-40A5085F3AD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31A21A-492A-14FF-1D0C-0153B003C09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9761198-EDB7-1512-226C-543553FCCF3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7A89CAE-D07F-72AF-7821-86DF110E898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710775-1580-1E37-3000-0EA99E4E9C2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2026-07-07T08:28:31Z</dcterms:modified>
</cp:coreProperties>
</file>