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C4C79B-BD27-47A3-8D59-7796862BEA1E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231FB7-5D34-4B77-B79C-B0A799FAE6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4745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231FB7-5D34-4B77-B79C-B0A799FAE65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53737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231FB7-5D34-4B77-B79C-B0A799FAE65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64768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231FB7-5D34-4B77-B79C-B0A799FAE65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04820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231FB7-5D34-4B77-B79C-B0A799FAE65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54307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231FB7-5D34-4B77-B79C-B0A799FAE65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27226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231FB7-5D34-4B77-B79C-B0A799FAE65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40843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B1ADAD2-7838-B1EE-E0E1-47C788F085CF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B93BBDD9-252E-F201-76D4-C0BD71A4622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8C93CA6-EE71-AE68-0F25-A71914C467F8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1C8C055-FE03-CEA3-C748-6970DAC434F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2C9ADFD-773C-0D5D-6A49-966D441B163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4FCA6F2-FC91-C576-36CF-37B05C0DF899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C30DB38-EF40-F5FE-009D-8558434BC664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62F1F30-FF7B-131A-7F2D-0842AFA97D3E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3B28D0E-6060-CD94-9608-57AF41A886F1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ExtraLight</vt:lpstr>
      <vt:lpstr>等线 Light</vt:lpstr>
      <vt:lpstr>MiSans</vt:lpstr>
      <vt:lpstr>MiSans Demibold</vt:lpstr>
      <vt:lpstr>MiSans Light</vt:lpstr>
      <vt:lpstr>MiSans Normal</vt:lpstr>
      <vt:lpstr>MiSans Semibold</vt:lpstr>
      <vt:lpstr>等线</vt:lpstr>
      <vt:lpstr>Arial</vt:lpstr>
      <vt:lpstr>MiSans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2026-07-08T12:43:00Z</dcterms:modified>
</cp:coreProperties>
</file>