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75D3A-2D21-47DF-AAD9-E1F41056C2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CD34C-6460-4F74-99AC-FDE7220826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402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CD34C-6460-4F74-99AC-FDE7220826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18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CD34C-6460-4F74-99AC-FDE7220826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19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CD34C-6460-4F74-99AC-FDE7220826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137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CD34C-6460-4F74-99AC-FDE7220826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170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CD34C-6460-4F74-99AC-FDE7220826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23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CD34C-6460-4F74-99AC-FDE7220826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87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358962-9119-812E-2698-FB7A559DD94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864F2CB-93D2-A461-91F6-4CA2ACF8AB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11C9F8-8B1F-D172-CD00-EC0919B861B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7D6570-87E1-F440-E7F0-06E56D56395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23742D-2C04-5AF6-FF21-961E5BF24B2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839F6D-8FAC-AEE3-5E05-B28555A0C3E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21771A-3F0D-B4C9-FC00-B2D6CDBCD3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AD459D-F273-B5E0-645E-8197956C60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5076ED-0691-D5F4-DCA2-F007A2B6264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702980-F28C-BAD5-FE2E-621B97C678D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6F99E5-E1C8-0006-FA30-24AD38BA89D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981E96F-E648-79EF-EDCD-A5E07B2E221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9DD934-3DB9-833C-C5A7-CF3EAECF554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A0BBB03-35AA-7449-1D88-2F5E2E41B92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E25FCB-D1E9-5CE9-729F-50BFC10FC2B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3098F21-D5B2-735A-F651-A43837C91E3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2026-07-08T14:07:47Z</dcterms:modified>
</cp:coreProperties>
</file>