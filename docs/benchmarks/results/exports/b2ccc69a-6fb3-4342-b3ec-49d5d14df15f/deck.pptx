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24D3D9-67CF-45C5-8BD1-2AB26BAD11E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F58421-8B30-43DA-8D0F-DDA84AAFCD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4841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F58421-8B30-43DA-8D0F-DDA84AAFCD9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004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F58421-8B30-43DA-8D0F-DDA84AAFCD9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15873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F58421-8B30-43DA-8D0F-DDA84AAFCD9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1079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F58421-8B30-43DA-8D0F-DDA84AAFCD9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54797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F58421-8B30-43DA-8D0F-DDA84AAFCD9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8509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F58421-8B30-43DA-8D0F-DDA84AAFCD9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2260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599A0A-CA84-FCF0-0136-2FA6104FEAE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866D69C-E9E7-08ED-1ABF-B68DECFA7D9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727D3E3-187F-3153-6519-C44ACAD3C39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A5C42AA-A353-FE9C-7B82-80E96C8CFDF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AF3F4C6-F2FD-AA15-40CD-1CFC7371E78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A468A6A-DCB9-D3D8-93C5-36529A3D13A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DFF141C-268E-4A31-165E-7BF3F98DF7D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E7E31C9-BED5-35F8-79D9-831FE33991E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2B5BCF4-6EE1-5843-C04A-1E9E242A5C2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2026-07-08T04:59:29Z</dcterms:modified>
</cp:coreProperties>
</file>