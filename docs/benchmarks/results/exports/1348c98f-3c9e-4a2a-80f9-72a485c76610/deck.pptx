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9E193-1E41-47FD-9A09-CBB321CC8FD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969D9C-DBBE-4156-988F-AEF0983531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682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69D9C-DBBE-4156-988F-AEF0983531F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20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69D9C-DBBE-4156-988F-AEF0983531F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0651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69D9C-DBBE-4156-988F-AEF0983531F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7602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69D9C-DBBE-4156-988F-AEF0983531F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72950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69D9C-DBBE-4156-988F-AEF0983531F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46404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69D9C-DBBE-4156-988F-AEF0983531F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089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F7B9835-BD96-20E3-52A8-B7BE6C1F1E5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E827587-BFC3-4622-119B-E28393C871A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2D68012-5D65-6D53-5BCF-B69BDC57B9F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75FF676-6253-0486-24B1-76E5EECA3B2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ABAB9FB-F6AF-D0F7-9E3C-C422A0AB3AF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2C6C7BC-10A9-1031-5C7A-82A869AA017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1D45D04-0BCC-2792-FF22-3A9A3A668BB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9AA4E60-0C10-A205-6A28-6898EE679E8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579C856-AFAE-61F9-5A07-967F02A2825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2026-07-08T05:08:21Z</dcterms:modified>
</cp:coreProperties>
</file>