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FCA8B3-5013-4AD7-9C26-59B1BB2F9CFF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137974-B1E4-45C5-A00A-EB9C3DF8DD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8279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37974-B1E4-45C5-A00A-EB9C3DF8DD7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67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37974-B1E4-45C5-A00A-EB9C3DF8DD7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62394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37974-B1E4-45C5-A00A-EB9C3DF8DD7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70513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37974-B1E4-45C5-A00A-EB9C3DF8DD7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02986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37974-B1E4-45C5-A00A-EB9C3DF8DD7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54931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37974-B1E4-45C5-A00A-EB9C3DF8DD7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1138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E34C0BC-F5A8-2FC7-B1BF-396A1EA3EE34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F9FE7D4-D5F6-3C85-67A0-542843E7057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BA1448E-CBB3-32D9-F021-567F34AEABB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229FA95-99E0-CBB8-758B-D0BDA6CF7C5B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AC3BDE0-5502-6E1C-530E-1CB7E029E0CF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8EFA7ED-8EE0-EB4C-9668-0B5C7659FAFF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356DA03-062A-EAA7-B837-E43C474C486E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FA16FB5-E8DF-ABDB-D79C-6F13B287A692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216CAD4-8ED3-CFD6-8579-FFFDFDCF8672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等线</vt:lpstr>
      <vt:lpstr>MiSans Normal</vt:lpstr>
      <vt:lpstr>MiSans Medium</vt:lpstr>
      <vt:lpstr>MiSans ExtraLight</vt:lpstr>
      <vt:lpstr>等线 Light</vt:lpstr>
      <vt:lpstr>Arial</vt:lpstr>
      <vt:lpstr>MiSans Semibold</vt:lpstr>
      <vt:lpstr>MiSans</vt:lpstr>
      <vt:lpstr>MiSans Demibold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2026-07-07T08:36:38Z</dcterms:modified>
</cp:coreProperties>
</file>