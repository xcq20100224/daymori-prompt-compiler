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F1E0A-A8E6-49FD-8451-1D88EA11F507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25EC6E-B8E1-4E6F-BE85-669E44212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001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5EC6E-B8E1-4E6F-BE85-669E44212AA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450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5EC6E-B8E1-4E6F-BE85-669E44212AA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304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5EC6E-B8E1-4E6F-BE85-669E44212AA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88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5EC6E-B8E1-4E6F-BE85-669E44212AA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503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5EC6E-B8E1-4E6F-BE85-669E44212AA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951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25EC6E-B8E1-4E6F-BE85-669E44212AA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140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6D0C11-44FB-3585-0FE2-A208484726B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8CCCE37-9988-6E74-B68D-FEC5D848E0A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E41620-0E19-BB1B-C83C-7CF1015EF30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2F26FC-BBFC-0EB7-E27E-0348AE8D0B4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D667A12-D6C4-97B0-F1E1-038B9B9FE82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5FB826-4649-DDAD-1547-C77D065BC9A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683B76A-1CB9-84CA-9331-D68BE266A71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441E223-C313-EEAD-0A4F-6281BC2C2DB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BCF8D6-600E-0F48-F52E-921F8A298D0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2026-07-07T08:01:12Z</dcterms:modified>
</cp:coreProperties>
</file>