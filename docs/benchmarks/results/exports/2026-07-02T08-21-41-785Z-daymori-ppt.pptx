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8FB28-6794-46F1-9D70-D713B5A29A0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B6DCB-E1B2-4D96-810F-F9E580CB5F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3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8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073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252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979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385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566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0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B6DCB-E1B2-4D96-810F-F9E580CB5F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71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导入：酸碱中和反应为什么重要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49890D9-E613-CBBE-C867-E1D6F081F0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Semibold</vt:lpstr>
      <vt:lpstr>Arial</vt:lpstr>
      <vt:lpstr>思源黑体 CN Normal</vt:lpstr>
      <vt:lpstr>MiSans Normal</vt:lpstr>
      <vt:lpstr>MiSans ExtraLight</vt:lpstr>
      <vt:lpstr>MiSans Medium</vt:lpstr>
      <vt:lpstr>等线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2026-07-02T08:21:17Z</dcterms:modified>
</cp:coreProperties>
</file>