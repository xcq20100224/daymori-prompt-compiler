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5E8D9-6D62-4C6D-842C-E7FA61BF0F5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D0CB1-B315-486E-AE07-17A657D6C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4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0CB1-B315-486E-AE07-17A657D6C5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33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0CB1-B315-486E-AE07-17A657D6C5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66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0CB1-B315-486E-AE07-17A657D6C5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568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0CB1-B315-486E-AE07-17A657D6C5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63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0CB1-B315-486E-AE07-17A657D6C5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156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0CB1-B315-486E-AE07-17A657D6C5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51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213EA4-7395-FB33-2619-59D116D6EBA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F05C5D3-68A7-AC7C-4027-59E795E16C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084CF4-C665-F8F1-9757-81FD2C22581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40FA7B-8E30-576F-EE08-DA6DD0CBB47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CE0414-0F32-BE52-684C-A2978BC53D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025AB0-53F8-21CF-102C-9714C1C494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073344-51E5-E015-4232-9FE2681A7DA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ED4163-312D-3008-813D-D826DA0DCF7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096E80-E6AB-63B9-989B-9A4142C4B3A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2026-07-08T05:05:08Z</dcterms:modified>
</cp:coreProperties>
</file>