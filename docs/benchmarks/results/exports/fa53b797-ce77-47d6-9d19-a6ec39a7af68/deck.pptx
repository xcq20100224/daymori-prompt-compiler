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B0EDB0-7F7F-4971-9CD7-70C6EE4733DD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3A9BAC-1962-4405-9B85-86174DEA0F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710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A9BAC-1962-4405-9B85-86174DEA0FB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1192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A9BAC-1962-4405-9B85-86174DEA0FB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252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A9BAC-1962-4405-9B85-86174DEA0FB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840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A9BAC-1962-4405-9B85-86174DEA0FB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37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A9BAC-1962-4405-9B85-86174DEA0FB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802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A9BAC-1962-4405-9B85-86174DEA0FB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19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0D014C-FCA7-CE8B-1114-B65D4067038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A91B133-4FE8-2043-A44D-DC78D9196B9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D6CAA07-467A-C8A6-9BCE-F5D8D81A0F8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E6FE2C-9F01-B04E-ADA8-99C2247381F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2C34761-F2BE-8FA6-D0FD-3EC6351F425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A7A652-2C20-8291-4AF1-C2B90DDC851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8ABD76F-9F8A-E733-511B-ADE9DBCDEE0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0B23095-EE97-1614-7CAE-D7DF4E80124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959FD2-3A69-9C1D-0309-398C5E9598F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2026-07-07T08:05:14Z</dcterms:modified>
</cp:coreProperties>
</file>