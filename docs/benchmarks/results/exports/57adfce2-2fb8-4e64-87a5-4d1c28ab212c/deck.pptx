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03A10-F8EC-41B4-98B7-A01CF9E05B0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329B9-0289-4BC9-82B0-A9E061B35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12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329B9-0289-4BC9-82B0-A9E061B3533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14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329B9-0289-4BC9-82B0-A9E061B3533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355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329B9-0289-4BC9-82B0-A9E061B3533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529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329B9-0289-4BC9-82B0-A9E061B3533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986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329B9-0289-4BC9-82B0-A9E061B3533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127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329B9-0289-4BC9-82B0-A9E061B3533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454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23FFB9F-1214-8B41-5772-A6D5C0CA6E7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3F5C9A7-0636-C437-6384-855D75F154E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7D56148-5481-73AE-1FF4-6D7B9FDC5B7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5B9929-ACE9-D22A-10D2-F5BA2134A1D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A333000-5D97-B9FD-683F-1FCE81B8346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3E8E84-F9A3-6B2E-FEAF-65DEE2D3BFF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2AAEB64-B0B9-9008-4FEA-36CB94B912B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E59C320-EB89-DD00-777D-1E8E0D3F762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CE188E-158F-3DD4-8848-36F7D06B1AA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2026-07-08T12:58:16Z</dcterms:modified>
</cp:coreProperties>
</file>