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01784-E10C-4D9D-AF22-B508EA3B2D0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951DC-4CFE-48BA-873C-55547DB31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27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951DC-4CFE-48BA-873C-55547DB31D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111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951DC-4CFE-48BA-873C-55547DB31DE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460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951DC-4CFE-48BA-873C-55547DB31D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04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951DC-4CFE-48BA-873C-55547DB31D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149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951DC-4CFE-48BA-873C-55547DB31DE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992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951DC-4CFE-48BA-873C-55547DB31D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672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951DC-4CFE-48BA-873C-55547DB31DE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586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951DC-4CFE-48BA-873C-55547DB31DE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85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导入：牛顿第二定律为什么重要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ABBBF8-C599-5B1C-296E-C1D9AD1ACC1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Medium</vt:lpstr>
      <vt:lpstr>MiSans Normal</vt:lpstr>
      <vt:lpstr>Arial</vt:lpstr>
      <vt:lpstr>MiSans Semibold</vt:lpstr>
      <vt:lpstr>思源黑体 CN Normal</vt:lpstr>
      <vt:lpstr>MiSans</vt:lpstr>
      <vt:lpstr>MiSans Demibold</vt:lpstr>
      <vt:lpstr>MiSans ExtraLight</vt:lpstr>
      <vt:lpstr>MiSans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2026-07-02T08:12:32Z</dcterms:modified>
</cp:coreProperties>
</file>