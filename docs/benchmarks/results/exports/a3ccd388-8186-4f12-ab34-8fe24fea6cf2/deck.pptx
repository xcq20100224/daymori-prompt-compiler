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50A5F-D4AD-4E5C-9D14-3143AC383DB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096C7-32A6-41D9-AF56-7FAAEF4C4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95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096C7-32A6-41D9-AF56-7FAAEF4C49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15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096C7-32A6-41D9-AF56-7FAAEF4C49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14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096C7-32A6-41D9-AF56-7FAAEF4C49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166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096C7-32A6-41D9-AF56-7FAAEF4C49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781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096C7-32A6-41D9-AF56-7FAAEF4C494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394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096C7-32A6-41D9-AF56-7FAAEF4C494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354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FBBD39-4DF5-234B-01D1-91458A8EED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ED5C3E7-FEB6-8251-8816-92007D7EC4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DB6E21-1BFD-F60D-B169-DA4FB5EB5E1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C1AA5C-AC55-A23F-977C-FEBC18AEC3A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E2B094-ED86-7414-C831-E5BDE73863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70AF24-BA04-2FF5-ACDF-4C04FE089E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2393B8-B364-3F6B-31FD-D61176061DE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7BF82E-F1D3-1AB0-B0F5-98325517DC6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6AF04D-838A-7067-2386-0041B849B0B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2026-07-07T08:29:01Z</dcterms:modified>
</cp:coreProperties>
</file>