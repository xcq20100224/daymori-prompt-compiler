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163F7-B527-4B62-AF5F-9FE5F5B90816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8D2198-1068-4286-87CD-9AF9B4981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588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D2198-1068-4286-87CD-9AF9B4981D7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630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D2198-1068-4286-87CD-9AF9B4981D7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575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D2198-1068-4286-87CD-9AF9B4981D7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269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D2198-1068-4286-87CD-9AF9B4981D7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15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D2198-1068-4286-87CD-9AF9B4981D7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8477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D2198-1068-4286-87CD-9AF9B4981D7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750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26A6AB-CBEA-61F3-A443-5205A5F1BCE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B749A66-191F-DFB9-F810-83340CB05E0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7E0406B-7D00-95B6-E020-90670B03339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6DCBFC-0007-334F-788F-A974CFAB476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6515309-7BA9-BE7B-7888-3831CBCB0BD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56783D4-5438-29EE-CCAD-D2D6CA50B3C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B53C491-1D53-9ABC-FDCC-99FA6F36106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1A16631-54BE-7444-FE22-C34E5A8A42F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D4BCA2C-6D1F-CA87-199A-9CB3792612C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2026-07-07T08:25:50Z</dcterms:modified>
</cp:coreProperties>
</file>