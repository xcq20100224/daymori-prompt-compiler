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embeddedFontLst>
    <p:embeddedFont>
      <p:font typeface="MiSans Demibold" panose="02010600030101010101" charset="-122"/>
      <p:bold r:id="rId5"/>
    </p:embeddedFont>
    <p:embeddedFont>
      <p:font typeface="MiSans ExtraLight" panose="02010600030101010101" charset="-122"/>
      <p:regular r:id="rId6"/>
    </p:embeddedFont>
    <p:embeddedFont>
      <p:font typeface="MiSans Normal" panose="02010600030101010101" charset="-122"/>
      <p:regular r:id="rId7"/>
    </p:embeddedFont>
    <p:embeddedFont>
      <p:font typeface="等线" panose="02010600030101010101" pitchFamily="2" charset="-122"/>
      <p:regular r:id="rId8"/>
      <p:bold r:id="rId9"/>
    </p:embeddedFont>
    <p:embeddedFont>
      <p:font typeface="等线 Light" panose="02010600030101010101" pitchFamily="2" charset="-122"/>
      <p:regular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70781-D18B-48F3-8A45-1F1B0ACC4317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912F5-082E-4356-81ED-8EA6480754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383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先讲变量定义再讲比例关系 </a:t>
            </a:r>
            <a:r>
              <a:rPr lang="en-US" altLang="zh-CN"/>
              <a:t>• </a:t>
            </a:r>
            <a:r>
              <a:rPr lang="zh-CN" altLang="en-US"/>
              <a:t>证据：</a:t>
            </a:r>
            <a:r>
              <a:rPr lang="en-US" altLang="zh-CN"/>
              <a:t>m=2kg </a:t>
            </a:r>
            <a:r>
              <a:rPr lang="zh-CN" altLang="en-US"/>
              <a:t>物体受 </a:t>
            </a:r>
            <a:r>
              <a:rPr lang="en-US" altLang="zh-CN"/>
              <a:t>6N </a:t>
            </a:r>
            <a:r>
              <a:rPr lang="zh-CN" altLang="en-US"/>
              <a:t>力时 </a:t>
            </a:r>
            <a:r>
              <a:rPr lang="en-US" altLang="zh-CN"/>
              <a:t>a=3m/s^2</a:t>
            </a:r>
            <a:r>
              <a:rPr lang="zh-CN" altLang="en-US"/>
              <a:t>，受 </a:t>
            </a:r>
            <a:r>
              <a:rPr lang="en-US" altLang="zh-CN"/>
              <a:t>10N </a:t>
            </a:r>
            <a:r>
              <a:rPr lang="zh-CN" altLang="en-US"/>
              <a:t>力时 </a:t>
            </a:r>
            <a:r>
              <a:rPr lang="en-US" altLang="zh-CN"/>
              <a:t>a=5m/s^2 • </a:t>
            </a:r>
            <a:r>
              <a:rPr lang="zh-CN" altLang="en-US"/>
              <a:t>行动：本节进行提问与板演，课后完成 </a:t>
            </a:r>
            <a:r>
              <a:rPr lang="en-US" altLang="zh-CN"/>
              <a:t>3 </a:t>
            </a:r>
            <a:r>
              <a:rPr lang="zh-CN" altLang="en-US"/>
              <a:t>题计算练习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912F5-082E-4356-81ED-8EA64807545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306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要求单位换算写全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912F5-082E-4356-81ED-8EA64807545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642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让学生理解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的物理意义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结论：受力越大，加速度越大；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质量越大，加速度越小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121</Words>
  <Application>Microsoft Office PowerPoint</Application>
  <PresentationFormat>宽屏</PresentationFormat>
  <Paragraphs>22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MiSans ExtraLight</vt:lpstr>
      <vt:lpstr>Arial</vt:lpstr>
      <vt:lpstr>等线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2026-07-02T05:08:07Z</dcterms:modified>
</cp:coreProperties>
</file>