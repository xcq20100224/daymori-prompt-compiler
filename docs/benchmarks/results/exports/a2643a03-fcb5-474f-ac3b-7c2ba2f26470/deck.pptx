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14FB7F-4FBC-4BC2-B906-01F77DCD2FA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86B1C-9BBD-46B9-8063-FB193BDB0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668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86B1C-9BBD-46B9-8063-FB193BDB036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11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86B1C-9BBD-46B9-8063-FB193BDB036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218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86B1C-9BBD-46B9-8063-FB193BDB036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015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86B1C-9BBD-46B9-8063-FB193BDB036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431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86B1C-9BBD-46B9-8063-FB193BDB036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513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86B1C-9BBD-46B9-8063-FB193BDB036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812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0EC7E6A-B454-9106-BD00-1A586FA6AF0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C8DE4D2-DF9E-21D8-7016-A94352B35A3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C255BC0-B6F9-4FEA-E3F4-5642CD44610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31AB65-09B6-2FB3-4ECD-63BDFE5FF8D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AD0AF39-CE57-D9B8-0028-03E3A206E75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D50FB6E-CCC6-2FC9-1F96-900904E7B1F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12E9B21-006B-03D6-03B7-15A1240C685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F977462-9ED2-6D02-58E1-5BC129ED019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047FD0F-B225-E1C6-D119-4072932E791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Semibold</vt:lpstr>
      <vt:lpstr>思源黑体 CN Normal</vt:lpstr>
      <vt:lpstr>MiSans Medium</vt:lpstr>
      <vt:lpstr>MiSans Normal</vt:lpstr>
      <vt:lpstr>MiSans</vt:lpstr>
      <vt:lpstr>MiSans Demibold</vt:lpstr>
      <vt:lpstr>等线</vt:lpstr>
      <vt:lpstr>MiSans ExtraLight</vt:lpstr>
      <vt:lpstr>等线 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2026-07-08T04:51:15Z</dcterms:modified>
</cp:coreProperties>
</file>