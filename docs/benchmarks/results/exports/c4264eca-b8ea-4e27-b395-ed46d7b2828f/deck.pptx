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C2F480-E5D5-404D-BC86-83F996833FC5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6D3730-0745-4109-8757-E77EBF9714A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36529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企业数字化转型路线图现状结构图 需要先完成问题分层与优先级重排。 图示：企业数字化转型路线图现状结构图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6D3730-0745-4109-8757-E77EBF9714A3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85765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6D3730-0745-4109-8757-E77EBF9714A3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2851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6D3730-0745-4109-8757-E77EBF9714A3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58738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6D3730-0745-4109-8757-E77EBF9714A3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00458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6D3730-0745-4109-8757-E77EBF9714A3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98769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6D3730-0745-4109-8757-E77EBF9714A3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37665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7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企业数字化转型路线图</a:t>
            </a:r>
            <a:endParaRPr lang="zh-CN" altLang="en-US" sz="27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企业数字化转型路线图提案汇报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9CD6AF3F-9891-915E-2C24-46569B299B5E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企业数字化转型路线图提案汇报 企业数字化转型路线图提案汇报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42E10ED4-ECAC-6C2B-1AFA-B9D7A21FC142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968A5EAC-93AD-E09C-C60F-93CD3B0D3896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 lang="en-US" altLang="zh-CN" sz="13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B7EB097-A594-7505-65E4-38BF70AF01F2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企业数字化转型路线图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D88AE4AA-E5F2-9470-BB0C-0979BF64F7DD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2F30ABF-3F00-D796-B019-965545CB8732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72767AF5-4FCC-7CCE-2B25-F323D3055531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708B52D1-8ADB-5B68-A4F9-E738892C47E2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9931F3DF-DE83-FFCC-FC3E-AD32EC54BBE7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320</Words>
  <Application>Microsoft Office PowerPoint</Application>
  <PresentationFormat>宽屏</PresentationFormat>
  <Paragraphs>61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ExtraLight</vt:lpstr>
      <vt:lpstr>MiSans Semibold</vt:lpstr>
      <vt:lpstr>等线 Light</vt:lpstr>
      <vt:lpstr>MiSans</vt:lpstr>
      <vt:lpstr>MiSans Demibold</vt:lpstr>
      <vt:lpstr>MiSans Light</vt:lpstr>
      <vt:lpstr>思源黑体 CN Normal</vt:lpstr>
      <vt:lpstr>MiSans Normal</vt:lpstr>
      <vt:lpstr>MiSans Medium</vt:lpstr>
      <vt:lpstr>Arial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2026-07-08T12:51:22Z</dcterms:modified>
</cp:coreProperties>
</file>