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6B03A-F9DC-4A8F-BB7B-C021BEFC55C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CCE5C-2ADF-4A31-AC8A-791B16F067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853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CCE5C-2ADF-4A31-AC8A-791B16F067F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892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CCE5C-2ADF-4A31-AC8A-791B16F067F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007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CCE5C-2ADF-4A31-AC8A-791B16F067F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21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CCE5C-2ADF-4A31-AC8A-791B16F067F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799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CCE5C-2ADF-4A31-AC8A-791B16F067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938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CCE5C-2ADF-4A31-AC8A-791B16F067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975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EA87F3-6A12-CB10-BA15-5144BA9E857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4DD3F3F-9CD8-657E-F097-30872E59E68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34F6EF-4459-347A-42D3-0D9AB5CAB7B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BC47668-1C0C-F8F0-9BC9-E3D17D5EFF9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6BDA64-01A1-5EAA-FA1C-54FB7698B10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0A0EFE-0CD1-8379-AC5A-08976C9A47C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8C9437-7FFC-465D-BFD2-06396F53857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43E85EE-D405-0ECF-B7DD-7893F86C224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607194-CA57-8BF0-FF74-8F086C6DA93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1CBDC52-36AC-4A6C-402E-4F9EBDD96B1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0B29D7B-A36F-EE06-F744-B4110893AFA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4F87F1-5912-C2F8-83C3-1C5B91A54C9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8959ED3-8073-1EDC-D774-F9D69DEDE20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C98AD3-29AF-A2DE-8269-51A539E9B52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A96F59-4F76-A190-AA0F-E79FE616ED9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3B132F-6F58-B978-BCD2-C1F318D5D2E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Demibold</vt:lpstr>
      <vt:lpstr>思源黑体 CN Normal</vt:lpstr>
      <vt:lpstr>MiSans Normal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2026-07-08T14:28:57Z</dcterms:modified>
</cp:coreProperties>
</file>