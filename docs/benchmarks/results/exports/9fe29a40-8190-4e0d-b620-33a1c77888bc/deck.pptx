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DFFEC9-CF07-41A3-9D61-6D11637C04F6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30BF92-CFDC-4EC6-A1AD-0A7F74A8D3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9872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0BF92-CFDC-4EC6-A1AD-0A7F74A8D36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72174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0BF92-CFDC-4EC6-A1AD-0A7F74A8D36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77075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0BF92-CFDC-4EC6-A1AD-0A7F74A8D362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71938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0BF92-CFDC-4EC6-A1AD-0A7F74A8D362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53482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0BF92-CFDC-4EC6-A1AD-0A7F74A8D362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10788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0BF92-CFDC-4EC6-A1AD-0A7F74A8D362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69841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F93B87B-701C-F77C-EB4D-8E6AC5864517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C33916D2-E6AA-4D50-EA89-92919EDE3CC3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D1711A3-82B8-45BC-CA94-0B4649600490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6B702CC-F30A-336F-73CC-EE26A1CC08EA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C3EEC64-CFFC-8A93-F3DE-9A940D212B87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D3EFEA3-69E2-AC59-6BC7-B449FF3EFF3C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F131A45-E3B4-0E22-D0CF-53FCEE20C4AE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78EA87C-FE20-42D5-DFF6-0435F2CFAAC9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B90F47E-C188-956F-8F23-63728835BD54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MiSans</vt:lpstr>
      <vt:lpstr>MiSans Demibold</vt:lpstr>
      <vt:lpstr>MiSans ExtraLight</vt:lpstr>
      <vt:lpstr>MiSans Light</vt:lpstr>
      <vt:lpstr>等线</vt:lpstr>
      <vt:lpstr>等线 Light</vt:lpstr>
      <vt:lpstr>MiSans Semibold</vt:lpstr>
      <vt:lpstr>思源黑体 CN Normal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2026-07-07T08:43:02Z</dcterms:modified>
</cp:coreProperties>
</file>