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2D6B66-3580-4859-8DE7-4CD868E05B26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C52264-BE6C-4A12-8889-1108E82A2E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8292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C52264-BE6C-4A12-8889-1108E82A2E0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7458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C52264-BE6C-4A12-8889-1108E82A2E0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773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C52264-BE6C-4A12-8889-1108E82A2E0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06171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C52264-BE6C-4A12-8889-1108E82A2E0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0682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C52264-BE6C-4A12-8889-1108E82A2E0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65270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C52264-BE6C-4A12-8889-1108E82A2E0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9549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97C50FC-6552-0EC8-20BF-C01639FDFED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60263E3-B9A7-1C26-2835-657ABD878B8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F098197-D497-CC3B-193E-1AFA51071E1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2CD9521-938A-D772-E945-51FAB77D328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AB4F889-3211-1917-86B6-87F7C44E22A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E0549AA-914E-CE6A-C436-261CA71A883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658058A-06E1-160B-8912-4F61B0652D6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51D295C-0D42-8606-569D-2C16866486C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584C984-6C6C-444C-E8B0-86BE03C3AF0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MiSans ExtraLight</vt:lpstr>
      <vt:lpstr>MiSans Semibold</vt:lpstr>
      <vt:lpstr>等线 Light</vt:lpstr>
      <vt:lpstr>MiSans</vt:lpstr>
      <vt:lpstr>MiSans Demibold</vt:lpstr>
      <vt:lpstr>Arial</vt:lpstr>
      <vt:lpstr>MiSans Light</vt:lpstr>
      <vt:lpstr>思源黑体 CN Normal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2026-07-07T08:40:23Z</dcterms:modified>
</cp:coreProperties>
</file>