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2FDDB-34E0-427B-9B77-EE80CEB0CCE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B897B-2F4B-4593-899F-41A1D9E84F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528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B897B-2F4B-4593-899F-41A1D9E84F9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31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B897B-2F4B-4593-899F-41A1D9E84F9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956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B897B-2F4B-4593-899F-41A1D9E84F9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341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B897B-2F4B-4593-899F-41A1D9E84F9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5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B897B-2F4B-4593-899F-41A1D9E84F9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241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B897B-2F4B-4593-899F-41A1D9E84F9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562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82810D-8E44-3D1F-6E8B-2A75D30CDBF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6A80165-3D84-32F4-FBE4-7899BE7CA8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2C7307-EF45-B241-B8F6-9A66FA3AB3B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08B80E-5847-E062-47D2-32A7F3FAE10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374FC7-9337-5588-53E6-DA524DDF64B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2AE3B8-ADED-A2F3-568D-5B59C3E2F23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7A53CD0-0367-6A59-7FB3-E168D2AEE93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34C04C-4FE5-9496-F3BA-39E67BDF443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1F4FFD-E6A5-EFE9-1991-72F9E4C9137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2026-07-09T04:29:39Z</dcterms:modified>
</cp:coreProperties>
</file>