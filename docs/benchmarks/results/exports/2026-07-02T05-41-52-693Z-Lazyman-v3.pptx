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FFAA3-68C5-4A74-A203-F7E7E79D4729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1B934-485A-41ED-855C-FFDCFCAC24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8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872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471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6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186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268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373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530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336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86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1B934-485A-41ED-855C-FFDCFCAC243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190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对齐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Lazyman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排版并避免占位泄漏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C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263</Words>
  <Application>Microsoft Office PowerPoint</Application>
  <PresentationFormat>宽屏</PresentationFormat>
  <Paragraphs>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2026-07-02T05:41:52Z</dcterms:modified>
</cp:coreProperties>
</file>