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6368E-EDB7-41AB-82A3-1E2B537FFA3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2826C-D548-4A6D-B24B-137AC6478E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9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23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584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937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773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62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826C-D548-4A6D-B24B-137AC6478E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88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59F5C0-6E7C-E105-75B8-A8D8276B36C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2F8810F-D599-B45C-EB40-CA7D0C0FD3E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5127E8-0739-91C1-53D6-D8B13F2D9CF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6673E3-CB82-3FF7-60DA-4C799D6F1A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A7240C-19D3-36CB-919D-DD7F5C8EEB3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05D57F-517C-3BCA-BFCA-F525EEA5E97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FCF942-7828-2B1F-F47F-E496871633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B98E14-9D09-DE88-6445-219A0912B36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839ED9-6839-9F8E-D6A5-0BC1B15026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2026-07-07T08:26:49Z</dcterms:modified>
</cp:coreProperties>
</file>