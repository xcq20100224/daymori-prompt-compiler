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FF8E9-C904-455C-A905-FDB5741B1F5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6F6AB-F073-4AAB-AD09-CA130DCA5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49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F6AB-F073-4AAB-AD09-CA130DCA55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607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F6AB-F073-4AAB-AD09-CA130DCA55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37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F6AB-F073-4AAB-AD09-CA130DCA55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57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F6AB-F073-4AAB-AD09-CA130DCA55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389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F6AB-F073-4AAB-AD09-CA130DCA55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37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6F6AB-F073-4AAB-AD09-CA130DCA55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305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222BDC-C37D-F84F-782D-853D9FEF413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122E53-C30C-0621-B094-353D187CD30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B0C5ED-D920-5638-6971-EE0588613F4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3A22FE-93AF-F11D-7B44-E9EBEA8702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A4FE73-DF6D-DA13-612A-71146085FA0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CBDDB8-218C-780F-371E-C1ADD5479F1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8C8B5D-1EAE-F2D7-818F-BCFAB0306EA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DC447F-9C00-F223-83C1-FD7B372F514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D950AD-8F5E-14C8-22FE-21EC5CA564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2026-07-09T02:44:06Z</dcterms:modified>
</cp:coreProperties>
</file>