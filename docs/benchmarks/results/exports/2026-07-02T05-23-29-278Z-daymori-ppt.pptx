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004F8-CA77-4071-B92A-F81316357D87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A3E63E-1A73-4BDF-B3BD-396A7AB9D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2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003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6416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473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557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227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259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1360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A3E63E-1A73-4BDF-B3BD-396A7AB9DE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718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建立客户留存提升方案学习动机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250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2026-07-02T05:23:28Z</dcterms:modified>
</cp:coreProperties>
</file>