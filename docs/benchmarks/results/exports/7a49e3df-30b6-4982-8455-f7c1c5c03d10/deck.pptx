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BA9DD-2C52-44DF-9475-13A1DBB3C8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4D8DB-19BB-4745-979C-EB52DEF7B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61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547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133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1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347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38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4D8DB-19BB-4745-979C-EB52DEF7B7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49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93E1DD-CE20-5340-6682-28B7025E35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05EA8DC-E73A-F115-A02A-9795C369CB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794525-2F66-CED7-308A-EEF15385CC9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689C12-A38B-3AFD-CFE6-EE7CF915245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D317DC-813B-B778-03EB-6ADD07990C3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52CBE6-AD1E-53F0-6F2A-D1DC989BAF8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0A7E2A-1BBF-27CD-0F91-1C4227E614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1A5EB5-B520-ABB7-B529-D4FD1FCB0E2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F223E9-53AF-00B9-FF47-EFB82BF8E3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2026-07-08T12:33:27Z</dcterms:modified>
</cp:coreProperties>
</file>