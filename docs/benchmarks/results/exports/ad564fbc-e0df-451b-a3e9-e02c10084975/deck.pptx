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014A61-6EBE-4E9D-B96F-9665BD11E1EA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EC4157-3CCB-419C-91EE-AAD56613F1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1732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EC4157-3CCB-419C-91EE-AAD56613F11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4979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EC4157-3CCB-419C-91EE-AAD56613F11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6311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EC4157-3CCB-419C-91EE-AAD56613F11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55741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EC4157-3CCB-419C-91EE-AAD56613F11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09777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EC4157-3CCB-419C-91EE-AAD56613F11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67282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EC4157-3CCB-419C-91EE-AAD56613F11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2926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775DD74-D190-F969-B9C3-7E425B3401E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939E6A6-F846-736D-601A-60EFCC98FE3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C66C632-3558-4CCD-7802-F00F8652590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E573602-E198-3B5C-1B4C-BC2FE37C210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0CE48E0-C6FB-A499-D7A1-A61E893E990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578EB9F-E935-31FA-7968-6275B7C0F5F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6ED88C8-8607-3A57-C9F5-6EEB42B6226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AC46A94-F0DE-3B7D-EEF6-DFB246B02FE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CF7B7B8-B671-9B31-25F0-8F3D17A7850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2026-07-07T08:22:29Z</dcterms:modified>
</cp:coreProperties>
</file>