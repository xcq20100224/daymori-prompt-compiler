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7E94A-CA98-49E1-95F5-7D62EE15538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358D8-4244-4018-AC07-D02F25C24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29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358D8-4244-4018-AC07-D02F25C246F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74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358D8-4244-4018-AC07-D02F25C246F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003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358D8-4244-4018-AC07-D02F25C246F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131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358D8-4244-4018-AC07-D02F25C246F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304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358D8-4244-4018-AC07-D02F25C246F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576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358D8-4244-4018-AC07-D02F25C246F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464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DCFA77-1DCB-5F80-34D2-8C3A7381E9E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B88FD6-164F-1A1A-A6E3-97E3A4DDE9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08A5E83-372E-8012-EEBC-51ECEE6F117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3DFD22-87C3-FC9C-6337-8979D8B0697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D9228A2-FA49-2C3F-663D-7726C4EB3A1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BF85A3-B918-0109-2ECC-FC767E5680F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312869-A2A6-9FAF-9445-D2DDC400332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DB2169-0F94-3EAD-FD79-309D7E8C007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020B1B-9D2E-C7CB-9BA0-ED81C64276A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2026-07-08T04:44:42Z</dcterms:modified>
</cp:coreProperties>
</file>