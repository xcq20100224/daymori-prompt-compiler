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C2436-95D7-41DE-83D2-F212E529CAA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3174E-D880-4647-B991-4231B290CD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24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3174E-D880-4647-B991-4231B290CD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746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3174E-D880-4647-B991-4231B290CD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71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3174E-D880-4647-B991-4231B290CD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414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3174E-D880-4647-B991-4231B290CD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495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3174E-D880-4647-B991-4231B290CD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773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3174E-D880-4647-B991-4231B290CDE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439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D8287A-FD78-5613-4F2B-E133989049A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7A81B8F-606F-A480-6BBF-829185B33D3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821AF71-E0C3-C6BE-7435-2DE8EAFA761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BB3BD9-6835-51FE-83A5-10150EE7613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15638D-246A-3377-5954-1512264E7AB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C4C633-63E5-58E9-C8FA-CEBE5A3BA1B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D78B954-BECC-D333-25EA-DAD84498DC4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470C86-96DA-C98E-6CAF-94208AB1562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01CB7B-285E-283B-F804-4D8FA7A02BE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等线 Light</vt:lpstr>
      <vt:lpstr>MiSans Semibold</vt:lpstr>
      <vt:lpstr>思源黑体 CN Normal</vt:lpstr>
      <vt:lpstr>MiSans Medium</vt:lpstr>
      <vt:lpstr>MiSans Normal</vt:lpstr>
      <vt:lpstr>Arial</vt:lpstr>
      <vt:lpstr>MiSans</vt:lpstr>
      <vt:lpstr>MiSans Demibold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2026-07-09T04:20:06Z</dcterms:modified>
</cp:coreProperties>
</file>