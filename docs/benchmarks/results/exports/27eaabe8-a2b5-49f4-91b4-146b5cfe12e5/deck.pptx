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4C2E7-5C28-4926-8DDE-6A5547F119F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120A3-01FF-4914-B593-0D9041C455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86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20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603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308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52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232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120A3-01FF-4914-B593-0D9041C455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07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F0D97E-FE87-D52C-CCA2-F396DF4028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367B1CF-2CF9-D242-AE85-B61E24FF24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612D8F-419C-5818-6E65-B0C8901A54C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B9638A-CC52-25AD-925D-B99336368A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808E6D-E7C5-66B9-5A52-8C23B06A825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17B08F-8D81-5F68-BE58-E270318262E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774820-F34F-C47A-3B0A-1E8D9C92D19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C6A704-FC5E-81A9-DDB6-7D4B4C656B7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6912B3-4102-703A-FB61-32124D9BDAB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2026-07-09T02:15:17Z</dcterms:modified>
</cp:coreProperties>
</file>