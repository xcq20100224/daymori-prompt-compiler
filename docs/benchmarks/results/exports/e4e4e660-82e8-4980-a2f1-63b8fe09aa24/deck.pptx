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6C2996-8BCC-4082-A505-968B158D92A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3A564-FCA4-440C-B82E-81473B003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7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221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707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4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5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126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3A564-FCA4-440C-B82E-81473B0038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40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BB1C9D-3C7E-B904-7549-8C33C35902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255C1F3-2B5A-70D1-1AD7-0BFA3FEC6D0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78ED1D-7ED5-C97B-5586-389BD89353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274C25-C73D-C242-F7CE-53BB66C2960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D2DF84-9403-1CBB-CFD6-1B83FAF9A1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24D88E-167C-35AF-12A5-5942CD95B5E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762A19-37E7-015E-D4F1-7D1E55DCD13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556555-0BB4-DCA2-AC16-9BDACEDCD8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543EB3-875D-D7EE-94CA-60B931250A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MiSans</vt:lpstr>
      <vt:lpstr>等线 Light</vt:lpstr>
      <vt:lpstr>MiSans ExtraLight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2026-07-08T12:14:24Z</dcterms:modified>
</cp:coreProperties>
</file>