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EB4BA-B33F-45EF-B854-5C65E7E378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1F34F-B743-48F2-BB8A-D23770E5DF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8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56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46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5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86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58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1F34F-B743-48F2-BB8A-D23770E5DF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46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E774A8-DFA0-448E-17D6-5AF440D3108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6A47E6-0276-93D9-797A-D0129EC505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3B373A-A8CD-A16B-7DE1-5A88103949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3336D6-5D0D-DAA4-695D-1D9ECE386E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46D27E-F972-38BE-4176-BBE7CF8C502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11A781-3198-E72E-AC53-D90167CD027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A73BBE-3A31-AD61-E5F5-B5F6AD69B74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FC93A5-A894-8315-8848-30043F433A9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601883-064D-02F5-F65A-708110BD44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2026-07-08T05:45:21Z</dcterms:modified>
</cp:coreProperties>
</file>