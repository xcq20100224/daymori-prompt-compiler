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3ECEB-DEE5-4C47-B9B3-47770DF94BF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24BC0C-5DE5-4BC2-BB71-12614B0AF8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73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BC0C-5DE5-4BC2-BB71-12614B0AF8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383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BC0C-5DE5-4BC2-BB71-12614B0AF80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906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BC0C-5DE5-4BC2-BB71-12614B0AF80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239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BC0C-5DE5-4BC2-BB71-12614B0AF80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567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BC0C-5DE5-4BC2-BB71-12614B0AF80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581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24BC0C-5DE5-4BC2-BB71-12614B0AF80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46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4073BC-70B0-7D57-B920-0C4BAE1BB36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EF46247-FD60-43BE-1484-DE9B470C699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DE8A43B-50CA-FD12-F859-366A78C085D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6F9090-1161-B098-E07E-0B9A7CC4363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3CCE1E-4D64-4759-9BD2-9482CA06E88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2C7951-91B8-0146-193F-778A97A370C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810D69-55A5-879D-EBEB-DD58198954E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3BB409B-D33B-6F91-B147-ACA3F1CEECA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583BC92-BB37-0EC2-5BD7-BE50F7FA498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2026-07-09T02:15:02Z</dcterms:modified>
</cp:coreProperties>
</file>