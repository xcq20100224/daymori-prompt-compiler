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79E18-D15D-42E0-87F8-27FD031EB38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7B966-9610-4E06-88E5-11ACD6544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62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42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56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563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40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938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7B966-9610-4E06-88E5-11ACD6544F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00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CD8279-B8E4-1038-DDB6-948D72B17B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D4655F-9D72-2B74-F365-064C898BAB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2A0961-2F77-C2CC-277E-C70BE0FCA5E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169BDA-2146-9AD6-3F54-659F2162E9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E6691C-5BAC-2E76-7845-CB9E197DB04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C8B34A-5029-A513-93F0-77F22432303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4A88CC-581A-DDFD-93A0-723AF93B50E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188410-D45E-8FA8-3926-21A86E0C861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00504C-0CE8-CFE0-FDF3-B69045A9AF9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2026-07-08T04:31:16Z</dcterms:modified>
</cp:coreProperties>
</file>