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610DD6-AFF6-4F1B-BF75-CAFC52900DCD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62C38C-B7FE-4593-82AA-E375979AD8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4145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62C38C-B7FE-4593-82AA-E375979AD88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5692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62C38C-B7FE-4593-82AA-E375979AD88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7886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62C38C-B7FE-4593-82AA-E375979AD88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44002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62C38C-B7FE-4593-82AA-E375979AD88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96398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62C38C-B7FE-4593-82AA-E375979AD88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67080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62C38C-B7FE-4593-82AA-E375979AD88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1905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0F421F7-B664-217D-F923-56A6E138EDA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B30C0D3-25A8-B386-70E2-6D975D1B2A4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3A04690-47DB-2EDC-0D21-0232B28BC8B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F28A3ED-335A-B51E-5832-0D1CBBD2014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C7C5F25-DB12-4625-2156-ED64E78D2D5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AC4B6C1-C126-86A6-0681-5DCB37E2915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DCFA77B-BDB4-6046-F310-02ACDEC9868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01D1D9D-5FCB-AEF8-8E21-A4BD9E402FE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8800389-A9E2-7B79-5193-E571D5D5582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 Light</vt:lpstr>
      <vt:lpstr>MiSans Semibold</vt:lpstr>
      <vt:lpstr>Arial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2026-07-08T05:41:16Z</dcterms:modified>
</cp:coreProperties>
</file>