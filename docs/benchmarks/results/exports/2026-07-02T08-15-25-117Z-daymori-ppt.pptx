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A31769-E4EF-4CCB-8464-2BC1B5F2ED3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20EA1-6988-4FCC-A601-0AA85DD1ED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405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20EA1-6988-4FCC-A601-0AA85DD1ED1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026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20EA1-6988-4FCC-A601-0AA85DD1ED1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030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20EA1-6988-4FCC-A601-0AA85DD1ED1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544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20EA1-6988-4FCC-A601-0AA85DD1ED1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797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20EA1-6988-4FCC-A601-0AA85DD1ED1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505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20EA1-6988-4FCC-A601-0AA85DD1ED1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292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20EA1-6988-4FCC-A601-0AA85DD1ED1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421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20EA1-6988-4FCC-A601-0AA85DD1ED1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559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导入：多租户权限模型重构为什么重要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建立多租户权限模型重构学习动机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0335D87-E1C0-34BC-6521-EA739DC90DA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269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ExtraLight</vt:lpstr>
      <vt:lpstr>MiSans Light</vt:lpstr>
      <vt:lpstr>等线 Light</vt:lpstr>
      <vt:lpstr>MiSans Semibold</vt:lpstr>
      <vt:lpstr>Arial</vt:lpstr>
      <vt:lpstr>思源黑体 CN Normal</vt:lpstr>
      <vt:lpstr>MiSans Medium</vt:lpstr>
      <vt:lpstr>MiSans Normal</vt:lpstr>
      <vt:lpstr>MiSans</vt:lpstr>
      <vt:lpstr>MiSans Demibold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2026-07-02T08:15:23Z</dcterms:modified>
</cp:coreProperties>
</file>