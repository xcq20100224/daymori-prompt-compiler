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F37C1-1A76-4C2F-BAD7-C6AA8860AF25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1F10F1-DCA0-4F7B-8D06-3E3793AC62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097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F10F1-DCA0-4F7B-8D06-3E3793AC627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723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F10F1-DCA0-4F7B-8D06-3E3793AC627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1528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F10F1-DCA0-4F7B-8D06-3E3793AC627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8625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F10F1-DCA0-4F7B-8D06-3E3793AC627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938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F10F1-DCA0-4F7B-8D06-3E3793AC627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4351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F10F1-DCA0-4F7B-8D06-3E3793AC627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24265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F10F1-DCA0-4F7B-8D06-3E3793AC627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5698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1F10F1-DCA0-4F7B-8D06-3E3793AC627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9166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建立压强与浮力学习动机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249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2026-07-02T05:26:07Z</dcterms:modified>
</cp:coreProperties>
</file>