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82476-9DCE-48D5-8346-6C04088547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AA024-85C4-4A4B-9846-0DE3FEBEA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33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1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021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6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37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466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AA024-85C4-4A4B-9846-0DE3FEBEAD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40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CD7878-5E6B-212C-EE75-B356521645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3A157C1-E9FE-267F-A36C-D7A10ED6FD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AA0CCB-2F42-D522-282D-B18644C5872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BC4FAD-0D5E-CD41-94F9-125695E4445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18D14C-7EA3-AB34-2F55-75B90B5FD1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A3D751-540C-7BB5-CBA6-60AF36D6C51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183A97-4253-672B-C304-AA796AE72F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FB804F-71D5-4F9E-5342-2F129E6BDA1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DCABE2-A18F-3B76-4A57-78685EB459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2026-07-08T13:03:57Z</dcterms:modified>
</cp:coreProperties>
</file>