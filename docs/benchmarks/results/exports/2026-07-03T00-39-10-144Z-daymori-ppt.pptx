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1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0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9.xlsx"/></Relationships>
</file>

<file path=ppt/charts/_rels/chart1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0.xlsx"/></Relationships>
</file>

<file path=ppt/charts/_rels/chart1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1.xlsx"/></Relationships>
</file>

<file path=ppt/charts/chart10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导入：暑期活动转化复盘为什么重要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建立暑期活动转化复盘学习动机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本页结论：建立暑期活动转化复盘学习动机；关键抓手：结论：先明确问题场景再进入知识点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暑期活动转化复盘 - 运营复盘</dc:title>
  <dc:subject>运营复盘</dc:subject>
  <dc:creator>Daymori</dc:creator>
  <cp:lastModifiedBy>Daymori</cp:lastModifiedBy>
  <cp:revision>1</cp:revision>
  <dcterms:created xsi:type="dcterms:W3CDTF">2026-07-03T00:39:10Z</dcterms:created>
  <dcterms:modified xsi:type="dcterms:W3CDTF">2026-07-03T00:39:10Z</dcterms:modified>
</cp:coreProperties>
</file>