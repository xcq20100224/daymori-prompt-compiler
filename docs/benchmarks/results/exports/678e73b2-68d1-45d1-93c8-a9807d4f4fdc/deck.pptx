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11668-EA3D-495B-8A61-EC109AC43EF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22BB-C139-4892-AC07-CCA5B788C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24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94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956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67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72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17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22BB-C139-4892-AC07-CCA5B788CD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54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AA3AC8-16B2-7FF7-D278-B810926623F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B34C6DB-060D-E3F8-C3BF-06B484E753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00CACC-CD3C-5BF6-B621-2F90A57160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9C1754-0E40-69A8-C30A-3D3C9210CA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6D8A3E-6567-362D-ED6B-7E5FFA519B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4BE735-8855-A0D3-CD85-00BA75AF7D6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6CDD5B-2199-EB56-2A68-DD1D3AA947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FDBAB1-33AB-8B22-00FC-66FECDF7B4F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573F29-C2B8-5F85-C701-653386F44D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2026-07-08T05:39:44Z</dcterms:modified>
</cp:coreProperties>
</file>