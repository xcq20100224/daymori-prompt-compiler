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A78DF-9397-4233-B7BC-4C015A6A2AB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0D51F-28CE-4755-AF96-4212DB89D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07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D51F-28CE-4755-AF96-4212DB89DAE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87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D51F-28CE-4755-AF96-4212DB89DAE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05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D51F-28CE-4755-AF96-4212DB89DAE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291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D51F-28CE-4755-AF96-4212DB89DAE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0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D51F-28CE-4755-AF96-4212DB89DAE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234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D51F-28CE-4755-AF96-4212DB89DAE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742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8786DD-4455-E090-06B2-F027130CE54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35C3A40-0B5D-B3A4-F820-293B92F945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E849E7D-BD0B-96A6-A1D2-A86261E4259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6D09FA-CEC4-791B-8B6F-D7A3EAD54A8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908ACC-49A9-A39F-63AF-CFC1BBE8D96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6842E8-BEE6-3FA6-2E95-6CEBFEA6F39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3DCA62-7155-90CA-90C1-837A9D7D548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0E63CC-ED29-4382-67F5-5B5B2D0B7E4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C9F9AB-7D1D-E52B-ABA9-60D4A0CFFAC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2026-07-08T12:59:09Z</dcterms:modified>
</cp:coreProperties>
</file>