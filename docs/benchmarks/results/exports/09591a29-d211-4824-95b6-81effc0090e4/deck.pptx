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BBA4E-BAA5-4F4D-BE65-CFD19E5FBE9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6D21E-2062-4EF6-BE56-2A2F96F7C4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0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6D21E-2062-4EF6-BE56-2A2F96F7C4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62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6D21E-2062-4EF6-BE56-2A2F96F7C4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03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6D21E-2062-4EF6-BE56-2A2F96F7C4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643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6D21E-2062-4EF6-BE56-2A2F96F7C4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13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6D21E-2062-4EF6-BE56-2A2F96F7C4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284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6D21E-2062-4EF6-BE56-2A2F96F7C4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84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FFCA2F-9F5E-1756-8E08-66C01F6C94F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DA6A5F9-232C-FA4B-C4BC-8F7A04C78D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0027DC-93DA-3705-8BA6-EF2DC35A074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B2DA50-2523-D446-4182-AE2D33C33FB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45CE97-5C40-D9F2-8EB5-452968B3097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3D561D-EBD3-B0A3-2654-9C8CEB3183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F12554-1B2B-3346-9FDB-823D994A70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AC1882-6B06-F856-5F4A-11FCA39690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9BD432-2988-420D-7D1E-192DE4EA10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0CD03C-B925-C931-9402-F16E411C647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C5898B-A182-6FD5-533C-A35FEEBFB32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E1609A-25E2-2809-24E1-7681D00A218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0EC753-D827-2F7E-65FB-557142CEEFA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05F491-2A7E-CA34-D13D-4679FF9B8D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8353B8-4B79-7924-A93A-828C22897AB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2026-07-08T14:17:45Z</dcterms:modified>
</cp:coreProperties>
</file>