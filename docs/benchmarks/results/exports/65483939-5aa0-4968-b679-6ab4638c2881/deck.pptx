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B88DE8-656C-4227-94B2-BCF66147884F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EA82E6-E75B-4C48-A466-B57710A6D9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4890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EA82E6-E75B-4C48-A466-B57710A6D9C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87310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运营层”能力缺口， 先打通知识与工单系统， 再优化策略引擎与反馈学习流程。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EA82E6-E75B-4C48-A466-B57710A6D9C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88826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执行动作与里程碑安排， 帮助读者快速理解问题 背景、 方案价值与下一步推进 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EA82E6-E75B-4C48-A466-B57710A6D9C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9183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 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EA82E6-E75B-4C48-A466-B57710A6D9C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64060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EA82E6-E75B-4C48-A466-B57710A6D9C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84364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EA82E6-E75B-4C48-A466-B57710A6D9C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30434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客服降本增效方案提案汇报：成本结构优化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F3AA2B1-69CB-E26A-25D1-67A7EEC1272E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CA622126-B4D9-021E-D98A-BCBD8FC7277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FD2A766-4A24-1352-ED56-7880D1BEA92D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客服降本增效方案当前问题并非单点故障，而是流程协同与质量兜底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不足。若直接大规模上线，可能引发体验波动，应先通过小范围试点验证风险边界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客服降本增效方案应拆解“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数据层、模型层、编排层、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9A00CDA-E6E3-DED0-54D6-F3A2D76864D6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本页提供可直接用于汇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报的业务说明，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系统覆盖场景现状、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关键判断、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阶段：建立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客服降本增效方案成本基线与分层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客服降本增效方案自动化覆盖并压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阶段：按成本收益曲线持续优化投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案建立收益看板，至少覆盖单次服务成本、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一次解决率、平均响应时长与满意度，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按周复盘并动态调整资源投入。 图示：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231E34A-173D-6FAA-F6CE-7CD204E37A3B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1EB281A-1729-F045-0680-266A03D0FFD2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405AA5C-72B2-E36D-25A7-A1366196C27B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09B11B2-263D-BF63-8879-DEDCF3A4927A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04D0D13-88F5-DAC5-40A5-55A99E97E674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604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Arial</vt:lpstr>
      <vt:lpstr>MiSans ExtraLight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2026-07-09T04:15:06Z</dcterms:modified>
</cp:coreProperties>
</file>