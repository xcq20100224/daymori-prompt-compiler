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31E22-BD78-4CFA-AA5D-C3ADFD3BB19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B789E-CC00-4598-8DB6-975F650B96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1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771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732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796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929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B789E-CC00-4598-8DB6-975F650B96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70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922E79-64D5-E0B0-9DCF-739DDF56F00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5ADF965-514F-F2F0-C594-36613308C72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EF959FA-4A38-7DFC-0EF5-1A9D3B86D3F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E9FD6F-4C85-3D54-3016-593E9773CF3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1EEFD0-50A7-4C55-B963-CD2ACA7663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107C78-AD4E-6A8F-99E7-EBA5F4ED4E4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1B253C9-D2D8-BC2E-758A-B2842FD735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BF5C0D-E233-097D-5785-9A30F46CBA1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B69219-51A5-C92F-CC57-27FC20AC3C8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2026-07-08T04:28:00Z</dcterms:modified>
</cp:coreProperties>
</file>