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63FB6-2833-422E-8228-3BE2CD6CD31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B3FCA-75C5-4D4D-A5A7-EEAC08FA9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919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B3FCA-75C5-4D4D-A5A7-EEAC08FA9B5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16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B3FCA-75C5-4D4D-A5A7-EEAC08FA9B5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663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B3FCA-75C5-4D4D-A5A7-EEAC08FA9B5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546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B3FCA-75C5-4D4D-A5A7-EEAC08FA9B5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93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B3FCA-75C5-4D4D-A5A7-EEAC08FA9B5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411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B3FCA-75C5-4D4D-A5A7-EEAC08FA9B5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275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竞品对比分析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856738-A865-0EF3-47BD-328CD1EF016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390053-6FBD-3309-C451-29B01D9257F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D8B7B3-7E20-440C-CA71-A423690F04E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99F7D5-D21A-2CE6-ADE6-AF4C9D481B4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EAAA99-2255-49DD-C70B-AF78D991538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295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MiSans Normal</vt:lpstr>
      <vt:lpstr>等线 Light</vt:lpstr>
      <vt:lpstr>MiSans Semibold</vt:lpstr>
      <vt:lpstr>Arial</vt:lpstr>
      <vt:lpstr>MiSans Medium</vt:lpstr>
      <vt:lpstr>思源黑体 CN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2026-07-09T05:08:51Z</dcterms:modified>
</cp:coreProperties>
</file>