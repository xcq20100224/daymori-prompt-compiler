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53B94-9C2E-43A0-B887-F43DD450A55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3041F-A8EB-4C30-988F-F73D5EF105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59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3041F-A8EB-4C30-988F-F73D5EF105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3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3041F-A8EB-4C30-988F-F73D5EF105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998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3041F-A8EB-4C30-988F-F73D5EF105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18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3041F-A8EB-4C30-988F-F73D5EF105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357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3041F-A8EB-4C30-988F-F73D5EF1050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067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3041F-A8EB-4C30-988F-F73D5EF105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53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6D24E4-6C9E-16AF-4AEA-3ADEB8598F6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71AC4B0-01B3-55B7-67DE-3FAD37F1C8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10A760-9E51-851C-DC10-2EBEFE14314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C597DC-4C03-F542-BE2B-E6BC61F5BBF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0D3BD7-6248-2F76-1B64-167B752A9CA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A606EF-7DBF-C46C-29B1-BC08F67FEC0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5CA184-A277-1C61-6AF3-174FDB5C2A8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FF76CD-2EDB-DF89-1F55-AFEE2234838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F5F9B7-188C-A392-98EE-834479D70E9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2026-07-08T04:46:41Z</dcterms:modified>
</cp:coreProperties>
</file>