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12DB5-EFE7-4D28-B9E4-E7D2E105D0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2426C-943E-4867-95AE-532A248E1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2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403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141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108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048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13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426C-943E-4867-95AE-532A248E11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86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7D01B0-A9F2-384F-49E3-89A8FB644B8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5CA8C7-E56F-35D2-EA60-4886C2A8B3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4E6EC0-00D1-0881-E927-DC939A5F96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1BB7CF-7046-8C90-C29F-9C5BB83DB4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381C04-ACE8-C76C-64F6-ABD4F5E7C9E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F35FE8-2E55-7875-11AA-EFC275E1477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069737-29B7-2BEA-BB2C-875575E6CA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EF5A8A-3A5A-2F1A-57A5-17276E8453B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A0DDC8-7FCA-06E4-8ED0-02231F1BEA9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2026-07-08T05:04:26Z</dcterms:modified>
</cp:coreProperties>
</file>