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C0286-58AC-4D75-9FED-A217996DACC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49B0E-F15A-4D9D-9F36-F685CF6586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06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9B0E-F15A-4D9D-9F36-F685CF6586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421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9B0E-F15A-4D9D-9F36-F685CF6586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424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9B0E-F15A-4D9D-9F36-F685CF6586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961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9B0E-F15A-4D9D-9F36-F685CF6586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652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9B0E-F15A-4D9D-9F36-F685CF6586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446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9B0E-F15A-4D9D-9F36-F685CF6586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781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6A2D9E-A7EE-7CD5-6E50-3AA9FF48CBE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F0B8A1-3ECD-9090-25F3-7E1AB1C49E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ECEB61-28C9-A4AD-2128-BA513B5DF8F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1FC087-6C4E-76EE-E9EF-0B384110524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C92C0B-7085-6A12-D525-D40FF1AD7CD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B79920-D6C4-4B8F-84BB-3D3557D3899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517783-AFD4-1FDF-DAAE-5AD7EEEFDC1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3EC4B5-4BC2-6DB7-849F-FC053C7A13A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6BFE13-E276-07E3-86D4-CEF3A5A6EB4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2026-07-08T12:44:15Z</dcterms:modified>
</cp:coreProperties>
</file>