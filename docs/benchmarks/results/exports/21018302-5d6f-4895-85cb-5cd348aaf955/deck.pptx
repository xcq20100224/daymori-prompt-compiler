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91CC1-3463-4829-9358-623E224BEAF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9C18DB-4A00-4BC9-8AF5-071CD11DB7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753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图示：结构示意图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C18DB-4A00-4BC9-8AF5-071CD11DB72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550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C18DB-4A00-4BC9-8AF5-071CD11DB72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10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C18DB-4A00-4BC9-8AF5-071CD11DB72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849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C18DB-4A00-4BC9-8AF5-071CD11DB72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068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方案价值与下一步推进优先级。 图示： 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C18DB-4A00-4BC9-8AF5-071CD11DB72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255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C18DB-4A00-4BC9-8AF5-071CD11DB72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951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竞品对比分析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6B7276-9D34-9C62-3AF6-B60CE548E53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章节说明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C6E316C-7F10-8727-16C5-E74115955A1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章节</a:t>
            </a:r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5C4827-EB0D-706E-0AAA-972F1C9C993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竞品对比分析第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章节说明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05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7FD3BB-873A-AE19-3AD2-73AA3D5A50D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6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核心要点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阶段：先定义问题边界与目标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阶段：再明确关键动作与责任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阶段：最后确认指标与复盘机制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竞品对比分析第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7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8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竞品对比分析第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9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核心要点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阶段：先定义问题边界与目标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再明确关键动作与责任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阶段：最后确认指标与复盘机制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感谢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05763E-BE6B-E24A-4C26-828EBCF7B35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295</Words>
  <Application>Microsoft Office PowerPoint</Application>
  <PresentationFormat>宽屏</PresentationFormat>
  <Paragraphs>60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Arial</vt:lpstr>
      <vt:lpstr>等线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2026-07-09T05:09:40Z</dcterms:modified>
</cp:coreProperties>
</file>