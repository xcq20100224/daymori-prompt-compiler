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8EF03F-19D1-4EBA-8690-D53FBC31DB6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1F1CC-539E-420B-83C5-B4DE1FC501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665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1F1CC-539E-420B-83C5-B4DE1FC5018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1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1F1CC-539E-420B-83C5-B4DE1FC5018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371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1F1CC-539E-420B-83C5-B4DE1FC5018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6695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1F1CC-539E-420B-83C5-B4DE1FC5018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380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1F1CC-539E-420B-83C5-B4DE1FC5018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901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1F1CC-539E-420B-83C5-B4DE1FC5018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679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BDB42A0-A96C-685E-8688-5F5ABF9ED81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5E0C910-A5FB-D625-27C7-3F432E19943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7CCF096-2124-1256-4DC5-4C3AF4D513F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72B2743-531F-56BC-251E-57849920CBE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3C8DB88-926A-2D35-CFED-8F2C1095B52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8A65D8C-6102-A665-4227-CF758E04BDC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3ECA0B1-456A-81DB-59C6-D75623D6EB2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568A4A1-A3B7-0D14-2B1D-65FBAA0BA67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018E76-10C8-1473-F810-F192F9AF732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2026-07-08T13:09:32Z</dcterms:modified>
</cp:coreProperties>
</file>