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91688-516C-4E99-AE9D-70DD99731E3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E7B3D4-471F-4178-9BB1-214038D19D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426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图示：结构示意图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E7B3D4-471F-4178-9BB1-214038D19D2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205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执行动作与里程碑安排， 帮助读者快速理解问题背景、 方案价值与下一步推进优先级。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E7B3D4-471F-4178-9BB1-214038D19D2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319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E7B3D4-471F-4178-9BB1-214038D19D2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375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执行要点图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E7B3D4-471F-4178-9BB1-214038D19D2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962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结构示意图 方案价值与下一步推进优先级。 图示： 结构示意图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E7B3D4-471F-4178-9BB1-214038D19D2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286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执行要点图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E7B3D4-471F-4178-9BB1-214038D19D2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356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用户画像洞察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1DFF05-02BD-302F-3C39-E6B44E33E5A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章节说明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249F9DC-78A2-2CD3-36C9-FD66D9FBFB9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章节</a:t>
            </a:r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0C525C0-290E-85FF-31CD-EB704CBD151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章节说明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用户画像洞察第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用户画像洞察第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/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图示：结构示意图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核心观点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章节说明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章节</a:t>
            </a:r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05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E45D17-1E5B-842E-B962-3A7ED4C0667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章节说明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用户画像洞察第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6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核心观点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图示：结构示意图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核心要点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阶段：先定义问题边界与目标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阶段：再明确关键动作与责任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阶段：最后确认指标与复盘机制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用户画像洞察第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7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用户画像洞察第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8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用户画像洞察第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9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核心要点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阶段：先定义问题边界与目标 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</a:t>
            </a:r>
          </a:p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再明确关键动作与责任 第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阶段：最后确认指标与复盘机制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感谢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10DC5FC-0CE2-1ED6-A9E1-76CE061885F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288</Words>
  <Application>Microsoft Office PowerPoint</Application>
  <PresentationFormat>宽屏</PresentationFormat>
  <Paragraphs>60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2026-07-09T05:07:52Z</dcterms:modified>
</cp:coreProperties>
</file>