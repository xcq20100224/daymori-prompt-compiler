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D0C15-9B08-4F53-BEEF-2EDC54BAD9E7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5A1B35-A05C-4DEA-ACF9-87B924F408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892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A1B35-A05C-4DEA-ACF9-87B924F408D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2860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A1B35-A05C-4DEA-ACF9-87B924F408D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1277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A1B35-A05C-4DEA-ACF9-87B924F408D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6225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A1B35-A05C-4DEA-ACF9-87B924F408D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28280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A1B35-A05C-4DEA-ACF9-87B924F408D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34976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5A1B35-A05C-4DEA-ACF9-87B924F408D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995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9F20F69-BAA2-7877-CD50-BD39615C131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672F4D3-5313-E572-A34F-B08D986997F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AC3266-56C0-5A3A-8D41-829B2A835FC0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9840E15-B5D8-7881-4A6A-EB7A5539593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6F4CF6D-0445-E159-C999-CAE20DEC8AF0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9625EC8-4BF8-0708-1696-4988240D1F9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634383-B1BB-B5BF-E130-175E21A558D1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9CEBEB3-94EA-E4B7-BFDB-53F7E1653ED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B2E6F3D-C672-E598-47BD-26B8CF4D3F8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2026-07-08T04:26:16Z</dcterms:modified>
</cp:coreProperties>
</file>