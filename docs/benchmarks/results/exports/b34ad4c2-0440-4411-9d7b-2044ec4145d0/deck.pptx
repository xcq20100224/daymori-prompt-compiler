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E38D38-605C-400D-B1E6-F20CA896EAD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E127-FB46-4040-B1A5-6F2E86AFBF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25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8E127-FB46-4040-B1A5-6F2E86AFBFD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556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8E127-FB46-4040-B1A5-6F2E86AFBFD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935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8E127-FB46-4040-B1A5-6F2E86AFBFD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436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8E127-FB46-4040-B1A5-6F2E86AFBFD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356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8E127-FB46-4040-B1A5-6F2E86AFBFD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553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8E127-FB46-4040-B1A5-6F2E86AFBFD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20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79225A-D33A-1FD5-8F5D-824615767B8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8E61CF9-8AD8-2682-F13C-899EBFADABF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3743D7-9E65-53FE-0DC6-9AB8D6AEBF9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1BF306-CEE8-0DD0-24E9-CC67431733A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18F368-A2A3-B52D-535F-67341846A31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8AB048-2A1F-B7EF-62AA-AE128FCC8E8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0E4592F-F7B0-D2CC-1474-951F7438E01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A08A983-46F5-8DF0-24EE-59556702878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61DFE3-73CB-67D1-D190-3B7EAB2FE29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Semibold</vt:lpstr>
      <vt:lpstr>思源黑体 CN Normal</vt:lpstr>
      <vt:lpstr>等线</vt:lpstr>
      <vt:lpstr>等线 Light</vt:lpstr>
      <vt:lpstr>MiSans</vt:lpstr>
      <vt:lpstr>MiSans Demibold</vt:lpstr>
      <vt:lpstr>MiSans Normal</vt:lpstr>
      <vt:lpstr>Arial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2026-07-08T13:01:32Z</dcterms:modified>
</cp:coreProperties>
</file>