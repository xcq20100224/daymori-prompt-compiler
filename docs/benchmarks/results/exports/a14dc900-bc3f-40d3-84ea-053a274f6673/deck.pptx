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03B66-6116-4C7E-B6A0-098AB06F7154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2D0ED-CBE3-47F0-A3C1-C2730E8E8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93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2D0ED-CBE3-47F0-A3C1-C2730E8E892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176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2D0ED-CBE3-47F0-A3C1-C2730E8E892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503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2D0ED-CBE3-47F0-A3C1-C2730E8E892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778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2D0ED-CBE3-47F0-A3C1-C2730E8E892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036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2D0ED-CBE3-47F0-A3C1-C2730E8E892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964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2D0ED-CBE3-47F0-A3C1-C2730E8E892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416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923A5C-5E22-10F1-3813-1B12CF0CBBA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9D12B92-458E-B630-C677-A99ADCB77C2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CFE5D0F-C38C-7618-88D1-190D9F0BEA5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0228EA-83FD-114E-CAB2-7C6C720C988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AB60CAD-FF61-83F3-5A82-647D2116DB7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9C25C4-D19C-C7EA-B96E-4BD75F3C704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8E72B71-C321-5A6F-C631-44E5325C4BB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B72767E-58B4-7539-B10C-B9A662D8065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9D1158E-0932-4FDC-448D-CE70C16E4FD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2026-07-09T02:24:45Z</dcterms:modified>
</cp:coreProperties>
</file>