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C66CB6-F741-47E8-B24D-68828C2515D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881EBB-2243-4E06-B40C-123E011BC3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758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81EBB-2243-4E06-B40C-123E011BC3A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4895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81EBB-2243-4E06-B40C-123E011BC3A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71479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81EBB-2243-4E06-B40C-123E011BC3A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9539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81EBB-2243-4E06-B40C-123E011BC3A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76415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81EBB-2243-4E06-B40C-123E011BC3A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48397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81EBB-2243-4E06-B40C-123E011BC3A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7322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D705594-8A30-8E31-6E68-829B383D07B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8D6BB1A-9FBF-DE87-5574-BF956371BDD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3783E02-E391-F95A-ADC4-BC4AA6F119F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342A41A-35F1-C6A5-B3DA-8DD96A4B0CF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91ACB04-9D5A-CC11-CFB2-4DCCA1A86BE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DB50750-A48C-541B-4845-A827E0BA9B0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189B1DF-A137-2A6B-81E2-662DA061CE3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78316EC-90AE-A4CD-CABC-B85A0A6B78E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2C12559-EBC4-C6F0-1577-8B50816FC17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2026-07-08T12:46:43Z</dcterms:modified>
</cp:coreProperties>
</file>