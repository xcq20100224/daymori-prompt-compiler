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4.xlsx"/></Relationships>
</file>

<file path=ppt/charts/_rels/chart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5.xlsx"/></Relationships>
</file>

<file path=ppt/charts/_rels/chart6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6.xlsx"/></Relationships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2026-07-02T08:21:46Z</dcterms:created>
  <dcterms:modified xsi:type="dcterms:W3CDTF">2026-07-02T08:21:46Z</dcterms:modified>
</cp:coreProperties>
</file>