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39CBF3-E365-EBE0-9E1B-460766F2FE6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一、问题引入与知识回顾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D66456-0BA0-4F22-BE4A-F3C9CC9E30E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一、问题引入与知识回顾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F96FAF-3B20-44C2-6487-E097E1A4853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1B986A-D28B-5D0D-4C4E-241E74E803A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二、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实验探究与定律发现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E9C9FC-9757-3CE0-5E38-4ACAD455768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二、实验探究与定律发现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8C580A-A35B-C666-E27C-8B91DF7805F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46C67A-AB4C-8469-8B40-511B6940E6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575B02-0903-A5E5-2633-56F34B7B84A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897C29-08A3-40E6-88E7-9DD883BAA47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三、例题应用：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从理论到计算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6FA07B-9025-9683-0037-91CFBF6136B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6AADE3-0B7B-D573-FDE4-5C44A981053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EB8F0B-2563-E92B-6319-7DF9853C6E1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四、互动练习与即时反馈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5F1967-8A60-CE44-2070-49FC19CA747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85A9A9-1626-088A-6E8D-B2DB5F39A95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8886A-DA1C-831C-F088-A9CEABBB23B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五、课堂总结与分层作业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课堂小结：知识结构图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63523F-E2DD-8C77-E1BF-2AC15ECA777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课堂小结：知识结构图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分层作业：巩固与拓展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44F7DF-5C0B-8818-2887-1A0C9B21EB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课堂收束与下节预告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1235</Words>
  <Application>Microsoft Office PowerPoint</Application>
  <PresentationFormat>宽屏</PresentationFormat>
  <Paragraphs>177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2026-07-03T02:48:58Z</dcterms:modified>
</cp:coreProperties>
</file>