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5E93A-556E-4B90-8BC8-F6FEDA07B2A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5FC1D-6484-40ED-B2AA-94B3DFB4F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830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5FC1D-6484-40ED-B2AA-94B3DFB4F6E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723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5FC1D-6484-40ED-B2AA-94B3DFB4F6E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854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5FC1D-6484-40ED-B2AA-94B3DFB4F6E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922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5FC1D-6484-40ED-B2AA-94B3DFB4F6E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061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5FC1D-6484-40ED-B2AA-94B3DFB4F6E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590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F5FC1D-6484-40ED-B2AA-94B3DFB4F6E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494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6B2D8B-0826-AB47-B7ED-97917E95063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A259B7E-4FF2-7695-0A5D-89F4375A3E0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D915CAB-B2E5-2C1E-0EAF-06B702577C7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3A72D4-C294-5FCD-56BF-A59194B6D16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1577EC-95F8-6F6F-0955-3E90036560E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A45734-C1BA-6782-31C5-3A5B344BD5E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706BE7-88D9-B7C6-03A4-29912305CF3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08284D-F864-EE9E-AEC9-4EB9457F867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4A1F24-C1F4-44ED-8B7C-3E481DFCE77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2026-07-08T04:58:44Z</dcterms:modified>
</cp:coreProperties>
</file>