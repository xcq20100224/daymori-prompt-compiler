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22D72E-EABF-481E-952A-D8EAD3209292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BB53AA-E09F-46F0-85FF-C7AE1EF1B8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04624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BB53AA-E09F-46F0-85FF-C7AE1EF1B82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53936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运营层”能力缺口， 先打通知识与工单系统， 再优化策略引擎与反馈学习流程。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BB53AA-E09F-46F0-85FF-C7AE1EF1B82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92092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执行动作与里程碑安排， 帮助读者快速理解问题 背景、 方案价值与下一步推进 优先级。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BB53AA-E09F-46F0-85FF-C7AE1EF1B82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78217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 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BB53AA-E09F-46F0-85FF-C7AE1EF1B82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50476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BB53AA-E09F-46F0-85FF-C7AE1EF1B82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89874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BB53AA-E09F-46F0-85FF-C7AE1EF1B82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54547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客服降本增效方案提案汇报：成本结构优化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0099C45-FB63-4076-A39E-872AB0199B3C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7418AA91-D53F-5094-D04E-687BED112087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F3D9D51-1478-B055-76DB-756539A9A8EF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客服降本增效方案当前问题并非单点故障，而是流程协同与质量兜底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不足。若直接大规模上线，可能引发体验波动，应先通过小范围试点验证风险边界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客服降本增效方案应拆解“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数据层、模型层、编排层、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0AD0658-ECC4-05F8-F07E-B4EDFF0946BB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本页提供可直接用于汇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报的业务说明，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系统覆盖场景现状、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关键判断、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阶段：建立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客服降本增效方案成本基线与分层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客服降本增效方案自动化覆盖并压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阶段：按成本收益曲线持续优化投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案建立收益看板，至少覆盖单次服务成本、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一次解决率、平均响应时长与满意度，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按周复盘并动态调整资源投入。 图示：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BD888A0-2362-B2B9-ECED-DF2B777976FA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90D1C3F-9C9B-E555-601E-F1662902C5E4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E7A04FB-867D-EF03-3275-BEB40346F85A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1B38CE3-0ABC-E49A-42A4-7CE051FA071E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25B60A9-7D7C-9F74-CECE-609D9CC7ACE1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604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等线 Light</vt:lpstr>
      <vt:lpstr>MiSans Medium</vt:lpstr>
      <vt:lpstr>MiSans Normal</vt:lpstr>
      <vt:lpstr>MiSans</vt:lpstr>
      <vt:lpstr>MiSans Demibold</vt:lpstr>
      <vt:lpstr>MiSans ExtraLight</vt:lpstr>
      <vt:lpstr>Arial</vt:lpstr>
      <vt:lpstr>MiSans Light</vt:lpstr>
      <vt:lpstr>MiSans Semibold</vt:lpstr>
      <vt:lpstr>等线</vt:lpstr>
      <vt:lpstr>思源黑体 CN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2026-07-09T04:30:49Z</dcterms:modified>
</cp:coreProperties>
</file>