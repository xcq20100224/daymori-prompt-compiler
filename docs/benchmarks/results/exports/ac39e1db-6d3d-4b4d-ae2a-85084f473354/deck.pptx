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7BC17-DD78-4FCF-B5EA-66E79ED9087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412D7-C113-4265-BF36-0F9B87E30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3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168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29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600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199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0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412D7-C113-4265-BF36-0F9B87E3062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12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AAE020-BA3D-99B1-9A54-E7D2589CA7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9C9F828-DF6E-B148-B3BC-71D113E7F5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5D33E0-5225-D311-A2AA-A1D73F1798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90989E-05B5-70E8-AF01-F5DAE1D6E0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E85909-79D5-8F62-21CD-CE05FA3AE93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C00834-F72C-0AAC-1AAD-B517AF017B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9F1285-F64E-4E86-5144-4CB840A16D9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CD7283-59E6-348A-4F9A-F254387308B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932D8A-61FB-1119-252B-99595966939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2026-07-07T04:01:47Z</dcterms:modified>
</cp:coreProperties>
</file>