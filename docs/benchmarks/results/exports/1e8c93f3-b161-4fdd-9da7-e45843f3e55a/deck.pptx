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61938-F89E-477B-99FE-440F19AE588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E1B73-E575-452B-A947-0B8E99BEF8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24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E1B73-E575-452B-A947-0B8E99BEF8A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494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E1B73-E575-452B-A947-0B8E99BEF8A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336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E1B73-E575-452B-A947-0B8E99BEF8A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109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E1B73-E575-452B-A947-0B8E99BEF8A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413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E1B73-E575-452B-A947-0B8E99BEF8A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932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E1B73-E575-452B-A947-0B8E99BEF8A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713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7824DC2-CEB2-EEBD-897B-52CFFCD91AF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F742942-2BA4-7D2E-CC5F-F9A5815E661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1F0CE5-B0A2-814F-B29B-7EE1FDBF3CC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43076B-AFB0-DBB5-2F7B-A8CB22FDC0C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A4E2BC3-4340-EB2B-804E-5C189FD5E62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10B19E-D888-0CDD-2B07-929486531F3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BFA7F29-4C4C-31E3-5D70-9A96C879A7E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83972CF-9992-D288-D0D7-4EA76E2F50F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B4F781-25E8-01E9-CCD3-8E690A89B95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2026-07-07T07:48:11Z</dcterms:modified>
</cp:coreProperties>
</file>