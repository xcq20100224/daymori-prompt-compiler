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04C08-0F15-4E67-964A-735254F2797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75E9E-B441-4B80-B7A3-14457366E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03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新产品上市计划现状结构图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902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5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072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109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758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75E9E-B441-4B80-B7A3-14457366E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09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53A12C-75E7-F87E-264B-5783DC4535A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新产品上市计划提案汇报：成本结构优化 新产品上市计划提案汇报：成本结构优化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2E32D51-B14D-A05E-D96C-B54D63D73D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103BB1-E032-6141-F734-A32D92F0A2D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新产品上市计划当前问题并非单点故障，而是流程协同与质量兜底不足。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若直接大规模上线，可能引发体验波动，应先通过小范围试点验证风险边界。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围绕新产品上市计划应拆解“数据层、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模型层、编排层、运营层”能力缺口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BB75D3-E322-ABD9-2A8E-9B81B0FECF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新产品上市计划方案架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阶段：建立新产品上市计划成本基线与分层口径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提升新产品上市计划自动化覆盖并压降人工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5C6F3A-5B2E-12C4-EFD0-15C562A57BF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E30AAB-D184-4AB9-D0E8-1D58FF38266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BE67D4-767A-7391-2558-649648E25C8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228CC8-74AD-5EA5-F0BA-F3C80EFB13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0BE3DB-D03E-2082-E46D-92A8488054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463</Words>
  <Application>Microsoft Office PowerPoint</Application>
  <PresentationFormat>宽屏</PresentationFormat>
  <Paragraphs>75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2026-07-09T04:46:26Z</dcterms:modified>
</cp:coreProperties>
</file>