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tags/tag1.xml" ContentType="application/vnd.openxmlformats-officedocument.presentationml.tags+xml"/>
  <Override PartName="/ppt/tags/tag2.xml" ContentType="application/vnd.openxmlformats-officedocument.presentationml.tags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48" r:id="rId1"/>
  </p:sldMasterIdLst>
  <p:notesMasterIdLst>
    <p:notesMasterId r:id="rId10"/>
  </p:notesMasterIdLst>
  <p:sldIdLst>
    <p:sldId id="257" r:id="rId2"/>
    <p:sldId id="258" r:id="rId3"/>
    <p:sldId id="259" r:id="rId4"/>
    <p:sldId id="1382" r:id="rId5"/>
    <p:sldId id="1167" r:id="rId6"/>
    <p:sldId id="1381" r:id="rId7"/>
    <p:sldId id="261" r:id="rId8"/>
    <p:sldId id="1181" r:id="rId9"/>
  </p:sldIdLst>
  <p:sldSz cx="12192000" cy="6858000"/>
  <p:notesSz cx="6858000" cy="9144000"/>
  <p:embeddedFontLst>
    <p:embeddedFont>
      <p:font typeface="MiSans" panose="02010600030101010101" charset="-122"/>
      <p:regular r:id="rId11"/>
      <p:bold r:id="rId12"/>
    </p:embeddedFont>
    <p:embeddedFont>
      <p:font typeface="MiSans Demibold" panose="02010600030101010101" charset="-122"/>
      <p:bold r:id="rId13"/>
    </p:embeddedFont>
    <p:embeddedFont>
      <p:font typeface="MiSans ExtraLight" panose="02010600030101010101" charset="-122"/>
      <p:regular r:id="rId14"/>
    </p:embeddedFont>
    <p:embeddedFont>
      <p:font typeface="MiSans Light" panose="02010600030101010101" charset="-122"/>
      <p:regular r:id="rId15"/>
    </p:embeddedFont>
    <p:embeddedFont>
      <p:font typeface="MiSans Medium" panose="02010600030101010101" charset="-122"/>
      <p:regular r:id="rId16"/>
    </p:embeddedFont>
    <p:embeddedFont>
      <p:font typeface="MiSans Normal" panose="02010600030101010101" charset="-122"/>
      <p:regular r:id="rId17"/>
    </p:embeddedFont>
    <p:embeddedFont>
      <p:font typeface="MiSans Semibold" panose="02010600030101010101" charset="-122"/>
      <p:bold r:id="rId18"/>
    </p:embeddedFont>
    <p:embeddedFont>
      <p:font typeface="等线" panose="02010600030101010101" pitchFamily="2" charset="-122"/>
      <p:regular r:id="rId19"/>
      <p:bold r:id="rId20"/>
    </p:embeddedFont>
    <p:embeddedFont>
      <p:font typeface="等线 Light" panose="02010600030101010101" pitchFamily="2" charset="-122"/>
      <p:regular r:id="rId21"/>
    </p:embeddedFont>
  </p:embeddedFontLst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6006" autoAdjust="0"/>
    <p:restoredTop sz="94694"/>
  </p:normalViewPr>
  <p:slideViewPr>
    <p:cSldViewPr snapToGrid="0" snapToObjects="1">
      <p:cViewPr varScale="1">
        <p:scale>
          <a:sx n="83" d="100"/>
          <a:sy n="83" d="100"/>
        </p:scale>
        <p:origin x="210" y="5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font" Target="fonts/font3.fntdata"/><Relationship Id="rId18" Type="http://schemas.openxmlformats.org/officeDocument/2006/relationships/font" Target="fonts/font8.fntdata"/><Relationship Id="rId3" Type="http://schemas.openxmlformats.org/officeDocument/2006/relationships/slide" Target="slides/slide2.xml"/><Relationship Id="rId21" Type="http://schemas.openxmlformats.org/officeDocument/2006/relationships/font" Target="fonts/font11.fntdata"/><Relationship Id="rId7" Type="http://schemas.openxmlformats.org/officeDocument/2006/relationships/slide" Target="slides/slide6.xml"/><Relationship Id="rId12" Type="http://schemas.openxmlformats.org/officeDocument/2006/relationships/font" Target="fonts/font2.fntdata"/><Relationship Id="rId17" Type="http://schemas.openxmlformats.org/officeDocument/2006/relationships/font" Target="fonts/font7.fntdata"/><Relationship Id="rId25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font" Target="fonts/font6.fntdata"/><Relationship Id="rId20" Type="http://schemas.openxmlformats.org/officeDocument/2006/relationships/font" Target="fonts/font10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font" Target="fonts/font1.fntdata"/><Relationship Id="rId24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font" Target="fonts/font5.fntdata"/><Relationship Id="rId23" Type="http://schemas.openxmlformats.org/officeDocument/2006/relationships/viewProps" Target="viewProps.xml"/><Relationship Id="rId10" Type="http://schemas.openxmlformats.org/officeDocument/2006/relationships/notesMaster" Target="notesMasters/notesMaster1.xml"/><Relationship Id="rId19" Type="http://schemas.openxmlformats.org/officeDocument/2006/relationships/font" Target="fonts/font9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font" Target="fonts/font4.fntdata"/><Relationship Id="rId22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8BF8EB4-9BEF-42B1-A12C-ADDD507CE9FB}" type="datetimeFigureOut">
              <a:rPr lang="zh-CN" altLang="en-US" smtClean="0"/>
              <a:t>2026/7/2</a:t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56DB66E-6EBB-42D6-B1F0-044A1A46256C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50389401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导入要快 </a:t>
            </a:r>
            <a:r>
              <a:rPr lang="en-US" altLang="zh-CN"/>
              <a:t>• </a:t>
            </a:r>
            <a:r>
              <a:rPr lang="zh-CN" altLang="en-US"/>
              <a:t>行动：本节前</a:t>
            </a:r>
            <a:r>
              <a:rPr lang="en-US" altLang="zh-CN"/>
              <a:t>5</a:t>
            </a:r>
            <a:r>
              <a:rPr lang="zh-CN" altLang="en-US"/>
              <a:t>分钟完成情境提问与口头反馈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56DB66E-6EBB-42D6-B1F0-044A1A46256C}" type="slidenum">
              <a:rPr lang="zh-CN" altLang="en-US" smtClean="0"/>
              <a:t>1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82618495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目标量化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56DB66E-6EBB-42D6-B1F0-044A1A46256C}" type="slidenum">
              <a:rPr lang="zh-CN" altLang="en-US" smtClean="0"/>
              <a:t>2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6482645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概念先行 </a:t>
            </a:r>
            <a:r>
              <a:rPr lang="en-US" altLang="zh-CN"/>
              <a:t>• </a:t>
            </a:r>
            <a:r>
              <a:rPr lang="zh-CN" altLang="en-US"/>
              <a:t>行动：第</a:t>
            </a:r>
            <a:r>
              <a:rPr lang="en-US" altLang="zh-CN"/>
              <a:t>15</a:t>
            </a:r>
            <a:r>
              <a:rPr lang="zh-CN" altLang="en-US"/>
              <a:t>分钟组织同桌互查概念表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56DB66E-6EBB-42D6-B1F0-044A1A46256C}" type="slidenum">
              <a:rPr lang="zh-CN" altLang="en-US" smtClean="0"/>
              <a:t>3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532288517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规律证据化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56DB66E-6EBB-42D6-B1F0-044A1A46256C}" type="slidenum">
              <a:rPr lang="zh-CN" altLang="en-US" smtClean="0"/>
              <a:t>4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537948497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步骤固定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56DB66E-6EBB-42D6-B1F0-044A1A46256C}" type="slidenum">
              <a:rPr lang="zh-CN" altLang="en-US" smtClean="0"/>
              <a:t>5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148878970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例题拆解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56DB66E-6EBB-42D6-B1F0-044A1A46256C}" type="slidenum">
              <a:rPr lang="zh-CN" altLang="en-US" smtClean="0"/>
              <a:t>6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944195883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场景连接 </a:t>
            </a:r>
            <a:r>
              <a:rPr lang="en-US" altLang="zh-CN"/>
              <a:t>• </a:t>
            </a:r>
            <a:r>
              <a:rPr lang="zh-CN" altLang="en-US"/>
              <a:t>行动：末段小组复盘并记录</a:t>
            </a:r>
            <a:r>
              <a:rPr lang="en-US" altLang="zh-CN"/>
              <a:t>1</a:t>
            </a:r>
            <a:r>
              <a:rPr lang="zh-CN" altLang="en-US"/>
              <a:t>条改进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56DB66E-6EBB-42D6-B1F0-044A1A46256C}" type="slidenum">
              <a:rPr lang="zh-CN" altLang="en-US" smtClean="0"/>
              <a:t>7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154321080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闭环收束 </a:t>
            </a:r>
            <a:r>
              <a:rPr lang="en-US" altLang="zh-CN"/>
              <a:t>B</a:t>
            </a:r>
            <a:r>
              <a:rPr lang="zh-CN" altLang="en-US"/>
              <a:t>组综合</a:t>
            </a:r>
            <a:r>
              <a:rPr lang="en-US" altLang="zh-CN"/>
              <a:t>2</a:t>
            </a:r>
            <a:r>
              <a:rPr lang="zh-CN" altLang="en-US"/>
              <a:t>题，下节开场讲错题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56DB66E-6EBB-42D6-B1F0-044A1A46256C}" type="slidenum">
              <a:rPr lang="zh-CN" altLang="en-US" smtClean="0"/>
              <a:t>8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0721812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B751551E-05D2-284A-866A-3A1C1D4313A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副标题 2">
            <a:extLst>
              <a:ext uri="{FF2B5EF4-FFF2-40B4-BE49-F238E27FC236}">
                <a16:creationId xmlns:a16="http://schemas.microsoft.com/office/drawing/2014/main" id="{44E9A8A2-FD04-2244-8421-6736AD57235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kumimoji="1" lang="zh-CN" altLang="en-US"/>
              <a:t>单击此处编辑母版副标题样式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31C597FA-3052-AC44-8325-3F74083D7F4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2026/7/2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73446B59-E837-B94F-B183-33E9C9489CA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864C1C2E-EABE-0647-9E91-086729E4846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17095414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420DEE9E-1038-1741-BD22-14E17E9F76B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A1170B1A-DE41-4844-88B3-30F482330CE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33488412-D6E8-4744-93D7-AD09AE1C8BA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2026/7/2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4BA7FE07-3A22-C549-8BA1-9144E9B9AA2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B77E1FA5-2F5B-084B-9554-09F84F95E1E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308256755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5DD7166E-B6BB-5344-9AA3-E0DBE114423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86002FDE-E74D-344D-BFF6-D11D6C111FD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21C7EEA8-2ADF-CC4B-B675-FE199081D4C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2026/7/2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312B4834-C1BB-1B44-BF19-1B50911F2C4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5BE8B649-B321-0C4D-B9AA-67A5BEB6FDC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367907759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FBA99348-69F5-DF4B-9272-7D0BA01CD59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5950AD84-240D-9843-ABCF-574C274E4A9B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11B1F8CE-1B4E-674D-8F4A-CA1287EB74B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A5E679F6-CC2D-C440-BBA3-00B9BCACCA5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2026/7/2</a:t>
            </a:fld>
            <a:endParaRPr kumimoji="1"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19E43B05-B98B-F74C-9B0D-D350AFB75BD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226DDFE0-2BE5-B04A-B5A7-1266ECEB196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93764262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C5AAA9D8-56EB-7C4A-A672-599F7B9E96E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81A48748-22F6-474D-9F71-2EA189003BC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D46CDD65-02A6-8546-B189-0822B63EC36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5" name="文本占位符 4">
            <a:extLst>
              <a:ext uri="{FF2B5EF4-FFF2-40B4-BE49-F238E27FC236}">
                <a16:creationId xmlns:a16="http://schemas.microsoft.com/office/drawing/2014/main" id="{BB900841-9656-E548-ABE9-00F00C53A193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6" name="内容占位符 5">
            <a:extLst>
              <a:ext uri="{FF2B5EF4-FFF2-40B4-BE49-F238E27FC236}">
                <a16:creationId xmlns:a16="http://schemas.microsoft.com/office/drawing/2014/main" id="{143552ED-6CC3-B240-BA51-ED73A4B77948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7" name="日期占位符 6">
            <a:extLst>
              <a:ext uri="{FF2B5EF4-FFF2-40B4-BE49-F238E27FC236}">
                <a16:creationId xmlns:a16="http://schemas.microsoft.com/office/drawing/2014/main" id="{A6DE226E-E9C3-EB47-B287-A7D7FEFDEC6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2026/7/2</a:t>
            </a:fld>
            <a:endParaRPr kumimoji="1" lang="zh-CN" altLang="en-US"/>
          </a:p>
        </p:txBody>
      </p:sp>
      <p:sp>
        <p:nvSpPr>
          <p:cNvPr id="8" name="页脚占位符 7">
            <a:extLst>
              <a:ext uri="{FF2B5EF4-FFF2-40B4-BE49-F238E27FC236}">
                <a16:creationId xmlns:a16="http://schemas.microsoft.com/office/drawing/2014/main" id="{B3B0F7AA-053C-AA4D-AD80-35331F75E5E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9" name="灯片编号占位符 8">
            <a:extLst>
              <a:ext uri="{FF2B5EF4-FFF2-40B4-BE49-F238E27FC236}">
                <a16:creationId xmlns:a16="http://schemas.microsoft.com/office/drawing/2014/main" id="{B2666E5C-73BC-5642-9E7E-E0C5BEA027D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09556084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8F37DBB6-7BD2-ED41-873E-1DFBD912CA6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日期占位符 2">
            <a:extLst>
              <a:ext uri="{FF2B5EF4-FFF2-40B4-BE49-F238E27FC236}">
                <a16:creationId xmlns:a16="http://schemas.microsoft.com/office/drawing/2014/main" id="{E6F0EC03-0534-EE4C-A881-7AAE8148AAA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2026/7/2</a:t>
            </a:fld>
            <a:endParaRPr kumimoji="1" lang="zh-CN" altLang="en-US"/>
          </a:p>
        </p:txBody>
      </p:sp>
      <p:sp>
        <p:nvSpPr>
          <p:cNvPr id="4" name="页脚占位符 3">
            <a:extLst>
              <a:ext uri="{FF2B5EF4-FFF2-40B4-BE49-F238E27FC236}">
                <a16:creationId xmlns:a16="http://schemas.microsoft.com/office/drawing/2014/main" id="{D5265618-A896-5647-87D0-565E9C3C9A5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15ED62D5-37C2-8943-B536-9EA13774E3C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12705285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>
            <a:extLst>
              <a:ext uri="{FF2B5EF4-FFF2-40B4-BE49-F238E27FC236}">
                <a16:creationId xmlns:a16="http://schemas.microsoft.com/office/drawing/2014/main" id="{1034DFB2-B536-0243-B59D-05BAD3B0ED3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2026/7/2</a:t>
            </a:fld>
            <a:endParaRPr kumimoji="1" lang="zh-CN" altLang="en-US"/>
          </a:p>
        </p:txBody>
      </p:sp>
      <p:sp>
        <p:nvSpPr>
          <p:cNvPr id="3" name="页脚占位符 2">
            <a:extLst>
              <a:ext uri="{FF2B5EF4-FFF2-40B4-BE49-F238E27FC236}">
                <a16:creationId xmlns:a16="http://schemas.microsoft.com/office/drawing/2014/main" id="{1DA39024-C9AE-734F-8496-D6A531AD30E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5131C14F-A223-0E4B-8346-E1790BBF10C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61893980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4FE759F3-0D81-B04C-9073-3B0C87F1C6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8B52E6C3-B624-8948-AA1F-3E0DA765FF0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B803A5E2-4299-1846-9C45-DC3739B15EC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171828AD-2240-5D4F-A2DD-EC93A07C534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2026/7/2</a:t>
            </a:fld>
            <a:endParaRPr kumimoji="1"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844B726F-C8A7-7540-9FF1-C2016538FA5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564C09E4-5391-E54A-BD26-D9BC2E02458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51535676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3A9CDA7F-0E32-7E4B-82BD-DF6C3496330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图片占位符 2">
            <a:extLst>
              <a:ext uri="{FF2B5EF4-FFF2-40B4-BE49-F238E27FC236}">
                <a16:creationId xmlns:a16="http://schemas.microsoft.com/office/drawing/2014/main" id="{5268411B-BDDC-1C49-BF72-B19E63DB8482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kumimoji="1" lang="zh-CN" altLang="en-US"/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B1160554-4A80-054E-9D5D-399F4A638C1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61EFA97E-1663-854F-AF1C-79DCA1531B4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2026/7/2</a:t>
            </a:fld>
            <a:endParaRPr kumimoji="1"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6971A4EC-9A7E-5746-A4F8-84CFCAFB183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CDB44E9F-C89A-FE48-94B7-92BCBD7694C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409802525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E81A56D8-8561-0F42-9781-8E542A948F1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4270B4ED-6FD2-F641-BD35-A681DB60F8B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F4478DD9-04F2-1949-B704-18F760F35AD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2026/7/2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12235E66-F75A-2943-A9E5-3FEC636D486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36520BEF-2CBD-4C4D-B31B-294BA6B299F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56997261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>
            <a:extLst>
              <a:ext uri="{FF2B5EF4-FFF2-40B4-BE49-F238E27FC236}">
                <a16:creationId xmlns:a16="http://schemas.microsoft.com/office/drawing/2014/main" id="{D7C986AE-AA07-B44D-B641-0854DB776513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89389C9E-00A2-3249-A76A-B6904BD75BC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2F069BE1-A486-B94A-87F0-696E58A18C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2026/7/2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6CB046B9-28CD-7E40-B865-CBD300AB80A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DDD294F4-F89D-5844-BD93-2FFA4BC9173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16546230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>
            <a:extLst>
              <a:ext uri="{FF2B5EF4-FFF2-40B4-BE49-F238E27FC236}">
                <a16:creationId xmlns:a16="http://schemas.microsoft.com/office/drawing/2014/main" id="{55EE0B3D-9C23-3448-BD26-226ED697D7F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70B3608D-8C36-294D-B08B-171371E724E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D7E82BA3-A707-2A45-9B90-94A1BD03CCE1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8F0EB0E-2E49-E142-A4B9-DDDF65D8C85B}" type="datetimeFigureOut">
              <a:t>2026/7/2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F55AADAB-895A-224B-959D-A5C11A166F5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DC4F2E14-B202-2E49-AEA2-F543C7927A6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0711618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tags" Target="../tags/tag2.xml"/><Relationship Id="rId1" Type="http://schemas.openxmlformats.org/officeDocument/2006/relationships/tags" Target="../tags/tag1.xml"/><Relationship Id="rId4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3.jpeg"/><Relationship Id="rId4" Type="http://schemas.openxmlformats.org/officeDocument/2006/relationships/image" Target="../media/image2.jpe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e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tags" Target="../tags/tag4.xml"/><Relationship Id="rId1" Type="http://schemas.openxmlformats.org/officeDocument/2006/relationships/tags" Target="../tags/tag3.xml"/><Relationship Id="rId4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e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6.jpe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矩形 5">
            <a:extLst>
              <a:ext uri="{FF2B5EF4-FFF2-40B4-BE49-F238E27FC236}">
                <a16:creationId xmlns:a16="http://schemas.microsoft.com/office/drawing/2014/main" id="{96B56FCE-D382-9A47-B298-756FE2A6998C}"/>
              </a:ext>
            </a:extLst>
          </p:cNvPr>
          <p:cNvSpPr/>
          <p:nvPr/>
        </p:nvSpPr>
        <p:spPr>
          <a:xfrm>
            <a:off x="1" y="6524171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CB8B7575-E930-9C4F-AB9B-EB8DD97D0562}"/>
              </a:ext>
            </a:extLst>
          </p:cNvPr>
          <p:cNvSpPr/>
          <p:nvPr/>
        </p:nvSpPr>
        <p:spPr>
          <a:xfrm>
            <a:off x="1" y="0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2" name="任意多边形: 形状 1">
            <a:extLst>
              <a:ext uri="{FF2B5EF4-FFF2-40B4-BE49-F238E27FC236}">
                <a16:creationId xmlns:a16="http://schemas.microsoft.com/office/drawing/2014/main" id="{AC4AC1AA-F08F-D640-A726-776DEA9EE7EB}"/>
              </a:ext>
            </a:extLst>
          </p:cNvPr>
          <p:cNvSpPr/>
          <p:nvPr/>
        </p:nvSpPr>
        <p:spPr>
          <a:xfrm>
            <a:off x="832303" y="0"/>
            <a:ext cx="1965183" cy="2148114"/>
          </a:xfrm>
          <a:custGeom>
            <a:avLst/>
            <a:gdLst>
              <a:gd name="idx" fmla="cos wd2 2700000"/>
              <a:gd name="idy" fmla="sin hd2 2700000"/>
              <a:gd name="il" fmla="+- hc 0 idx"/>
              <a:gd name="ir" fmla="+- hc idx 0"/>
              <a:gd name="it" fmla="+- vc 0 idy"/>
              <a:gd name="ib" fmla="+- vc idy 0"/>
            </a:gdLst>
            <a:ahLst/>
            <a:cxnLst>
              <a:cxn ang="3cd4">
                <a:pos x="hc" y="t"/>
              </a:cxn>
              <a:cxn ang="3cd4">
                <a:pos x="il" y="it"/>
              </a:cxn>
              <a:cxn ang="cd2">
                <a:pos x="l" y="vc"/>
              </a:cxn>
              <a:cxn ang="cd4">
                <a:pos x="il" y="ib"/>
              </a:cxn>
              <a:cxn ang="cd4">
                <a:pos x="hc" y="b"/>
              </a:cxn>
              <a:cxn ang="cd4">
                <a:pos x="ir" y="ib"/>
              </a:cxn>
              <a:cxn ang="0">
                <a:pos x="r" y="vc"/>
              </a:cxn>
              <a:cxn ang="3cd4">
                <a:pos x="ir" y="it"/>
              </a:cxn>
            </a:cxnLst>
            <a:rect l="l" t="t" r="r" b="b"/>
            <a:pathLst>
              <a:path w="2401" h="2624">
                <a:moveTo>
                  <a:pt x="7" y="0"/>
                </a:moveTo>
                <a:lnTo>
                  <a:pt x="2395" y="0"/>
                </a:lnTo>
                <a:lnTo>
                  <a:pt x="2395" y="1298"/>
                </a:lnTo>
                <a:lnTo>
                  <a:pt x="2395" y="1301"/>
                </a:lnTo>
                <a:cubicBezTo>
                  <a:pt x="2399" y="1341"/>
                  <a:pt x="2401" y="1382"/>
                  <a:pt x="2401" y="1424"/>
                </a:cubicBezTo>
                <a:cubicBezTo>
                  <a:pt x="2401" y="2087"/>
                  <a:pt x="1864" y="2624"/>
                  <a:pt x="1201" y="2624"/>
                </a:cubicBezTo>
                <a:cubicBezTo>
                  <a:pt x="537" y="2624"/>
                  <a:pt x="0" y="2087"/>
                  <a:pt x="0" y="1424"/>
                </a:cubicBezTo>
                <a:cubicBezTo>
                  <a:pt x="0" y="1382"/>
                  <a:pt x="2" y="1341"/>
                  <a:pt x="6" y="1301"/>
                </a:cubicBezTo>
                <a:lnTo>
                  <a:pt x="7" y="1298"/>
                </a:lnTo>
                <a:lnTo>
                  <a:pt x="7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4" name="任意多边形: 形状 3">
            <a:extLst>
              <a:ext uri="{FF2B5EF4-FFF2-40B4-BE49-F238E27FC236}">
                <a16:creationId xmlns:a16="http://schemas.microsoft.com/office/drawing/2014/main" id="{8488DA47-B789-4C4D-AA77-CEAB2C46DB59}"/>
              </a:ext>
            </a:extLst>
          </p:cNvPr>
          <p:cNvSpPr/>
          <p:nvPr/>
        </p:nvSpPr>
        <p:spPr>
          <a:xfrm flipV="1">
            <a:off x="0" y="6236335"/>
            <a:ext cx="6502400" cy="621665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5" name="任意多边形: 形状 4">
            <a:extLst>
              <a:ext uri="{FF2B5EF4-FFF2-40B4-BE49-F238E27FC236}">
                <a16:creationId xmlns:a16="http://schemas.microsoft.com/office/drawing/2014/main" id="{C8DC4124-F39D-3E43-8CEF-879BFB4CA96C}"/>
              </a:ext>
            </a:extLst>
          </p:cNvPr>
          <p:cNvSpPr/>
          <p:nvPr/>
        </p:nvSpPr>
        <p:spPr>
          <a:xfrm flipH="1">
            <a:off x="10745470" y="0"/>
            <a:ext cx="1446530" cy="621665"/>
          </a:xfrm>
          <a:custGeom>
            <a:avLst/>
            <a:gdLst/>
            <a:ahLst/>
            <a:cxnLst>
              <a:cxn ang="3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2278" h="979">
                <a:moveTo>
                  <a:pt x="0" y="0"/>
                </a:moveTo>
                <a:lnTo>
                  <a:pt x="1567" y="0"/>
                </a:lnTo>
                <a:lnTo>
                  <a:pt x="2278" y="979"/>
                </a:lnTo>
                <a:lnTo>
                  <a:pt x="1567" y="979"/>
                </a:lnTo>
                <a:lnTo>
                  <a:pt x="0" y="979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9B2C7E6A-EDD4-5041-856B-54F366EED311}"/>
              </a:ext>
            </a:extLst>
          </p:cNvPr>
          <p:cNvSpPr txBox="1"/>
          <p:nvPr/>
        </p:nvSpPr>
        <p:spPr bwMode="auto">
          <a:xfrm>
            <a:off x="1092330" y="421866"/>
            <a:ext cx="1445127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3200" kern="0" spc="17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MiSans ExtraLight" pitchFamily="2" charset="-122"/>
                <a:ea typeface="MiSans ExtraLight" pitchFamily="2" charset="-122"/>
                <a:cs typeface="+mn-ea"/>
                <a:sym typeface="+mn-lt"/>
              </a:rPr>
              <a:t>LOGO</a:t>
            </a:r>
            <a:endParaRPr kumimoji="0" lang="zh-CN" altLang="en-US" sz="3200" kern="0" spc="17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MiSans ExtraLight" pitchFamily="2" charset="-122"/>
              <a:ea typeface="MiSans ExtraLight" pitchFamily="2" charset="-122"/>
              <a:cs typeface="+mn-ea"/>
              <a:sym typeface="+mn-lt"/>
            </a:endParaRPr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27D54464-74AD-CE4E-95A3-45E11B9943C9}"/>
              </a:ext>
            </a:extLst>
          </p:cNvPr>
          <p:cNvSpPr txBox="1"/>
          <p:nvPr/>
        </p:nvSpPr>
        <p:spPr bwMode="auto">
          <a:xfrm>
            <a:off x="1092330" y="1221907"/>
            <a:ext cx="1445127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2800" b="1" i="0" kern="0" spc="17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MiSans Normal" pitchFamily="2" charset="-122"/>
                <a:ea typeface="MiSans Normal" pitchFamily="2" charset="-122"/>
                <a:cs typeface="+mn-ea"/>
                <a:sym typeface="+mn-lt"/>
              </a:rPr>
              <a:t>20XX</a:t>
            </a:r>
            <a:endParaRPr kumimoji="0" lang="zh-CN" altLang="en-US" sz="2800" b="1" i="0" kern="0" spc="17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MiSans Normal" pitchFamily="2" charset="-122"/>
              <a:ea typeface="MiSans Normal" pitchFamily="2" charset="-122"/>
              <a:cs typeface="+mn-ea"/>
              <a:sym typeface="+mn-lt"/>
            </a:endParaRPr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6F56A912-5953-9B40-B949-9B16B3CCAE2A}"/>
              </a:ext>
            </a:extLst>
          </p:cNvPr>
          <p:cNvSpPr txBox="1"/>
          <p:nvPr/>
        </p:nvSpPr>
        <p:spPr>
          <a:xfrm>
            <a:off x="2701472" y="2481345"/>
            <a:ext cx="7890783" cy="110799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r>
              <a:rPr lang="zh-CN" altLang="en-US" sz="6600" b="1">
                <a:solidFill>
                  <a:schemeClr val="tx1">
                    <a:lumMod val="75000"/>
                    <a:lumOff val="25000"/>
                  </a:schemeClr>
                </a:solidFill>
                <a:latin typeface="MiSans Normal" pitchFamily="2" charset="-122"/>
                <a:ea typeface="MiSans Normal" pitchFamily="2" charset="-122"/>
                <a:cs typeface="+mn-ea"/>
                <a:sym typeface="+mn-lt"/>
              </a:rPr>
              <a:t>工作总结汇报</a:t>
            </a:r>
            <a:endParaRPr lang="zh-CN" altLang="en-US" sz="6600" b="1" dirty="0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cs typeface="+mn-ea"/>
              <a:sym typeface="+mn-lt"/>
            </a:endParaRPr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2E86A1FA-13CC-9945-9A33-DD6B2693D7C9}"/>
              </a:ext>
            </a:extLst>
          </p:cNvPr>
          <p:cNvSpPr/>
          <p:nvPr/>
        </p:nvSpPr>
        <p:spPr>
          <a:xfrm>
            <a:off x="6781800" y="1935853"/>
            <a:ext cx="3675382" cy="584775"/>
          </a:xfrm>
          <a:prstGeom prst="rect">
            <a:avLst/>
          </a:prstGeom>
          <a:ln>
            <a:noFill/>
          </a:ln>
        </p:spPr>
        <p:txBody>
          <a:bodyPr wrap="square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dist"/>
            <a:r>
              <a:rPr lang="en-US" altLang="zh-CN" sz="3200">
                <a:latin typeface="MiSans Normal" pitchFamily="2" charset="-122"/>
                <a:ea typeface="MiSans Normal" pitchFamily="2" charset="-122"/>
                <a:cs typeface="+mn-ea"/>
                <a:sym typeface="+mn-lt"/>
              </a:rPr>
              <a:t>WORK REPORT</a:t>
            </a:r>
            <a:endParaRPr lang="zh-CN" altLang="en-US" sz="3200" dirty="0">
              <a:latin typeface="MiSans Normal" pitchFamily="2" charset="-122"/>
              <a:ea typeface="MiSans Normal" pitchFamily="2" charset="-122"/>
              <a:cs typeface="+mn-ea"/>
              <a:sym typeface="+mn-lt"/>
            </a:endParaRPr>
          </a:p>
        </p:txBody>
      </p:sp>
      <p:grpSp>
        <p:nvGrpSpPr>
          <p:cNvPr id="11" name="组合 10">
            <a:extLst>
              <a:ext uri="{FF2B5EF4-FFF2-40B4-BE49-F238E27FC236}">
                <a16:creationId xmlns:a16="http://schemas.microsoft.com/office/drawing/2014/main" id="{776CFD52-1AD6-5E49-AAE9-B813656875AB}"/>
              </a:ext>
            </a:extLst>
          </p:cNvPr>
          <p:cNvGrpSpPr/>
          <p:nvPr/>
        </p:nvGrpSpPr>
        <p:grpSpPr>
          <a:xfrm>
            <a:off x="5962114" y="4541098"/>
            <a:ext cx="4524564" cy="392282"/>
            <a:chOff x="3756545" y="3956695"/>
            <a:chExt cx="4524564" cy="392282"/>
          </a:xfrm>
          <a:solidFill>
            <a:schemeClr val="accent1"/>
          </a:solidFill>
        </p:grpSpPr>
        <p:sp>
          <p:nvSpPr>
            <p:cNvPr id="12" name="矩形: 圆角 11">
              <a:extLst>
                <a:ext uri="{FF2B5EF4-FFF2-40B4-BE49-F238E27FC236}">
                  <a16:creationId xmlns:a16="http://schemas.microsoft.com/office/drawing/2014/main" id="{A0605EA5-AAB6-D74E-9810-0C2932F00B97}"/>
                </a:ext>
              </a:extLst>
            </p:cNvPr>
            <p:cNvSpPr/>
            <p:nvPr/>
          </p:nvSpPr>
          <p:spPr>
            <a:xfrm>
              <a:off x="3756545" y="3956695"/>
              <a:ext cx="2037731" cy="392282"/>
            </a:xfrm>
            <a:prstGeom prst="roundRect">
              <a:avLst>
                <a:gd name="adj" fmla="val 50000"/>
              </a:avLst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zh-CN">
                  <a:solidFill>
                    <a:schemeClr val="lt1"/>
                  </a:solidFill>
                </a:defRPr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r>
                <a:rPr lang="en-US" altLang="zh-CN" sz="1600" dirty="0" err="1">
                  <a:solidFill>
                    <a:schemeClr val="bg1"/>
                  </a:solidFill>
                  <a:latin typeface="MiSans Normal" pitchFamily="2" charset="-122"/>
                  <a:ea typeface="MiSans Normal" pitchFamily="2" charset="-122"/>
                  <a:cs typeface="+mn-ea"/>
                  <a:sym typeface="+mn-lt"/>
                </a:rPr>
                <a:t>OfficePLUS</a:t>
              </a:r>
              <a:endParaRPr lang="zh-CN" altLang="en-US" sz="1600" dirty="0">
                <a:solidFill>
                  <a:schemeClr val="bg1"/>
                </a:solidFill>
                <a:latin typeface="MiSans Normal" pitchFamily="2" charset="-122"/>
                <a:ea typeface="MiSans Normal" pitchFamily="2" charset="-122"/>
                <a:cs typeface="+mn-ea"/>
                <a:sym typeface="+mn-lt"/>
              </a:endParaRPr>
            </a:p>
          </p:txBody>
        </p:sp>
        <p:sp>
          <p:nvSpPr>
            <p:cNvPr id="13" name="矩形: 圆角 12">
              <a:extLst>
                <a:ext uri="{FF2B5EF4-FFF2-40B4-BE49-F238E27FC236}">
                  <a16:creationId xmlns:a16="http://schemas.microsoft.com/office/drawing/2014/main" id="{8592C978-1561-B34D-93A2-BE68B1B05D73}"/>
                </a:ext>
              </a:extLst>
            </p:cNvPr>
            <p:cNvSpPr/>
            <p:nvPr/>
          </p:nvSpPr>
          <p:spPr>
            <a:xfrm>
              <a:off x="6243378" y="3956695"/>
              <a:ext cx="2037731" cy="392282"/>
            </a:xfrm>
            <a:prstGeom prst="roundRect">
              <a:avLst>
                <a:gd name="adj" fmla="val 50000"/>
              </a:avLst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zh-CN">
                  <a:solidFill>
                    <a:schemeClr val="lt1"/>
                  </a:solidFill>
                </a:defRPr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r>
                <a:rPr lang="zh-CN" altLang="en-US" sz="1600" dirty="0">
                  <a:solidFill>
                    <a:schemeClr val="bg1"/>
                  </a:solidFill>
                  <a:latin typeface="MiSans Normal" pitchFamily="2" charset="-122"/>
                  <a:ea typeface="MiSans Normal" pitchFamily="2" charset="-122"/>
                  <a:cs typeface="+mn-ea"/>
                  <a:sym typeface="+mn-lt"/>
                </a:rPr>
                <a:t>时间：</a:t>
              </a:r>
              <a:r>
                <a:rPr lang="en-US" altLang="zh-CN" sz="1600" dirty="0">
                  <a:solidFill>
                    <a:schemeClr val="bg1"/>
                  </a:solidFill>
                  <a:latin typeface="MiSans Normal" pitchFamily="2" charset="-122"/>
                  <a:ea typeface="MiSans Normal" pitchFamily="2" charset="-122"/>
                  <a:cs typeface="+mn-ea"/>
                  <a:sym typeface="+mn-lt"/>
                </a:rPr>
                <a:t>202X/05/01</a:t>
              </a:r>
              <a:endParaRPr lang="zh-CN" altLang="en-US" sz="1600" dirty="0">
                <a:solidFill>
                  <a:schemeClr val="bg1"/>
                </a:solidFill>
                <a:latin typeface="MiSans Normal" pitchFamily="2" charset="-122"/>
                <a:ea typeface="MiSans Normal" pitchFamily="2" charset="-122"/>
                <a:cs typeface="+mn-ea"/>
                <a:sym typeface="+mn-lt"/>
              </a:endParaRPr>
            </a:p>
          </p:txBody>
        </p:sp>
      </p:grpSp>
      <p:sp>
        <p:nvSpPr>
          <p:cNvPr id="14" name="矩形 13">
            <a:extLst>
              <a:ext uri="{FF2B5EF4-FFF2-40B4-BE49-F238E27FC236}">
                <a16:creationId xmlns:a16="http://schemas.microsoft.com/office/drawing/2014/main" id="{B4F8DA04-0260-1146-96A2-811FC5BF64BF}"/>
              </a:ext>
            </a:extLst>
          </p:cNvPr>
          <p:cNvSpPr/>
          <p:nvPr/>
        </p:nvSpPr>
        <p:spPr>
          <a:xfrm>
            <a:off x="4377878" y="3691230"/>
            <a:ext cx="6108799" cy="616323"/>
          </a:xfrm>
          <a:prstGeom prst="rect">
            <a:avLst/>
          </a:prstGeom>
        </p:spPr>
        <p:txBody>
          <a:bodyPr wrap="square">
            <a:noAutofit/>
          </a:bodyPr>
          <a:lstStyle/>
          <a:p>
            <a:pPr algn="r" defTabSz="914400">
              <a:lnSpc>
                <a:spcPct val="150000"/>
              </a:lnSpc>
              <a:defRPr/>
            </a:pPr>
            <a:r>
              <a:rPr lang="zh-CN" altLang="en-US" sz="13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建立现在完成时学习动机 </a:t>
            </a:r>
            <a:r>
              <a:rPr lang="en-US" altLang="zh-CN" sz="13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• </a:t>
            </a:r>
            <a:r>
              <a:rPr lang="zh-CN" altLang="en-US" sz="13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结论：先明确问题场景再进入知识点</a:t>
            </a:r>
          </a:p>
          <a:p>
            <a:pPr algn="r" defTabSz="914400">
              <a:lnSpc>
                <a:spcPct val="150000"/>
              </a:lnSpc>
              <a:defRPr/>
            </a:pPr>
            <a:r>
              <a:rPr lang="en-US" altLang="zh-CN" sz="13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• </a:t>
            </a:r>
            <a:r>
              <a:rPr lang="zh-CN" altLang="en-US" sz="13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证据：课前抽测常见错误率在</a:t>
            </a:r>
            <a:r>
              <a:rPr lang="en-US" altLang="zh-CN" sz="13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30%-45%...</a:t>
            </a:r>
          </a:p>
        </p:txBody>
      </p:sp>
    </p:spTree>
    <p:extLst>
      <p:ext uri="{BB962C8B-B14F-4D97-AF65-F5344CB8AC3E}">
        <p14:creationId xmlns:p14="http://schemas.microsoft.com/office/powerpoint/2010/main" val="205075904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1" accel="19000" decel="81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1" accel="19000" decel="81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1" accel="19000" decel="8100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1" accel="19000" decel="8100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1" accel="19000" decel="8100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4" accel="19000" decel="8100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4" accel="19000" decel="8100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2" presetClass="entr" presetSubtype="2" decel="10000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7" presetID="2" presetClass="entr" presetSubtype="2" decel="100000" fill="hold" grpId="0" nodeType="withEffect">
                                  <p:stCondLst>
                                    <p:cond delay="160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9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0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1" presetID="2" presetClass="entr" presetSubtype="2" decel="100000" fill="hold" grpId="0" nodeType="withEffect">
                                  <p:stCondLst>
                                    <p:cond delay="180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5" presetID="2" presetClass="entr" presetSubtype="2" decel="100000" fill="hold" nodeType="with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7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8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  <p:bldP spid="3" grpId="0" animBg="1"/>
      <p:bldP spid="2" grpId="0" animBg="1"/>
      <p:bldP spid="4" grpId="0" animBg="1"/>
      <p:bldP spid="5" grpId="0" animBg="1"/>
      <p:bldP spid="7" grpId="0"/>
      <p:bldP spid="8" grpId="0"/>
      <p:bldP spid="9" grpId="0"/>
      <p:bldP spid="10" grpId="0"/>
      <p:bldP spid="14" grpId="0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>
            <a:extLst>
              <a:ext uri="{FF2B5EF4-FFF2-40B4-BE49-F238E27FC236}">
                <a16:creationId xmlns:a16="http://schemas.microsoft.com/office/drawing/2014/main" id="{A5D82E8D-9BED-AE47-A376-21815715B4A0}"/>
              </a:ext>
            </a:extLst>
          </p:cNvPr>
          <p:cNvSpPr/>
          <p:nvPr/>
        </p:nvSpPr>
        <p:spPr>
          <a:xfrm>
            <a:off x="1" y="6524171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3" name="任意多边形: 形状 2">
            <a:extLst>
              <a:ext uri="{FF2B5EF4-FFF2-40B4-BE49-F238E27FC236}">
                <a16:creationId xmlns:a16="http://schemas.microsoft.com/office/drawing/2014/main" id="{522018C2-487E-CA45-9C6C-5DE183BA7CC9}"/>
              </a:ext>
            </a:extLst>
          </p:cNvPr>
          <p:cNvSpPr/>
          <p:nvPr/>
        </p:nvSpPr>
        <p:spPr>
          <a:xfrm flipV="1">
            <a:off x="0" y="6236335"/>
            <a:ext cx="6502400" cy="621665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4" name="文本框 3">
            <a:extLst>
              <a:ext uri="{FF2B5EF4-FFF2-40B4-BE49-F238E27FC236}">
                <a16:creationId xmlns:a16="http://schemas.microsoft.com/office/drawing/2014/main" id="{6D8D1F66-57AC-ED49-8F55-2546AF25CDE3}"/>
              </a:ext>
            </a:extLst>
          </p:cNvPr>
          <p:cNvSpPr txBox="1"/>
          <p:nvPr/>
        </p:nvSpPr>
        <p:spPr>
          <a:xfrm>
            <a:off x="4772706" y="704661"/>
            <a:ext cx="2646588" cy="110799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zh-CN" altLang="en-US" sz="66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MiSans Normal" pitchFamily="2" charset="-122"/>
                <a:ea typeface="MiSans Normal" pitchFamily="2" charset="-122"/>
                <a:cs typeface="+mn-ea"/>
                <a:sym typeface="+mn-lt"/>
              </a:rPr>
              <a:t>目录</a:t>
            </a:r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1140EDF6-400B-1F40-B4FF-A8B98BDB06E7}"/>
              </a:ext>
            </a:extLst>
          </p:cNvPr>
          <p:cNvSpPr/>
          <p:nvPr/>
        </p:nvSpPr>
        <p:spPr>
          <a:xfrm>
            <a:off x="4180113" y="1812657"/>
            <a:ext cx="3831774" cy="646331"/>
          </a:xfrm>
          <a:prstGeom prst="rect">
            <a:avLst/>
          </a:prstGeom>
          <a:ln>
            <a:noFill/>
          </a:ln>
        </p:spPr>
        <p:txBody>
          <a:bodyPr wrap="square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altLang="zh-CN" sz="3600" dirty="0">
                <a:solidFill>
                  <a:schemeClr val="accent2"/>
                </a:solidFill>
                <a:latin typeface="MiSans Normal" pitchFamily="2" charset="-122"/>
                <a:ea typeface="MiSans Normal" pitchFamily="2" charset="-122"/>
                <a:cs typeface="+mn-ea"/>
                <a:sym typeface="+mn-lt"/>
              </a:rPr>
              <a:t>CONTENT</a:t>
            </a:r>
            <a:endParaRPr lang="zh-CN" altLang="en-US" sz="3600" dirty="0">
              <a:solidFill>
                <a:schemeClr val="accent2"/>
              </a:solidFill>
              <a:latin typeface="MiSans Normal" pitchFamily="2" charset="-122"/>
              <a:ea typeface="MiSans Normal" pitchFamily="2" charset="-122"/>
              <a:cs typeface="+mn-ea"/>
              <a:sym typeface="+mn-lt"/>
            </a:endParaRP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8AE0F473-7AD4-8C4B-8422-BFA9A865F526}"/>
              </a:ext>
            </a:extLst>
          </p:cNvPr>
          <p:cNvSpPr txBox="1"/>
          <p:nvPr/>
        </p:nvSpPr>
        <p:spPr>
          <a:xfrm>
            <a:off x="2741583" y="2872602"/>
            <a:ext cx="287655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400" b="1">
                <a:solidFill>
                  <a:schemeClr val="tx1">
                    <a:lumMod val="75000"/>
                    <a:lumOff val="25000"/>
                  </a:schemeClr>
                </a:solidFill>
                <a:latin typeface="MiSans Demibold" pitchFamily="2" charset="-122"/>
                <a:ea typeface="MiSans Demibold" pitchFamily="2" charset="-122"/>
              </a:rPr>
              <a:t>阶段工作概述</a:t>
            </a:r>
            <a:endParaRPr lang="zh-CN" alt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MiSans Demibold" pitchFamily="2" charset="-122"/>
              <a:ea typeface="MiSans Demibold" pitchFamily="2" charset="-122"/>
            </a:endParaRP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D1FF1DA2-8DE5-5E45-B499-5D874F677035}"/>
              </a:ext>
            </a:extLst>
          </p:cNvPr>
          <p:cNvSpPr/>
          <p:nvPr/>
        </p:nvSpPr>
        <p:spPr>
          <a:xfrm>
            <a:off x="2741583" y="3226496"/>
            <a:ext cx="184731" cy="34823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lnSpc>
                <a:spcPct val="130000"/>
              </a:lnSpc>
            </a:pPr>
            <a:endParaRPr lang="en-US" altLang="zh-CN" sz="1400" dirty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6" name="组合 5">
            <a:extLst>
              <a:ext uri="{FF2B5EF4-FFF2-40B4-BE49-F238E27FC236}">
                <a16:creationId xmlns:a16="http://schemas.microsoft.com/office/drawing/2014/main" id="{C8C80633-BF42-FC72-0DFF-6723F8A3407B}"/>
              </a:ext>
            </a:extLst>
          </p:cNvPr>
          <p:cNvGrpSpPr/>
          <p:nvPr/>
        </p:nvGrpSpPr>
        <p:grpSpPr>
          <a:xfrm>
            <a:off x="1709980" y="2797475"/>
            <a:ext cx="952500" cy="794292"/>
            <a:chOff x="1709980" y="2797475"/>
            <a:chExt cx="952500" cy="794292"/>
          </a:xfrm>
        </p:grpSpPr>
        <p:sp>
          <p:nvSpPr>
            <p:cNvPr id="8" name="文本框 7">
              <a:extLst>
                <a:ext uri="{FF2B5EF4-FFF2-40B4-BE49-F238E27FC236}">
                  <a16:creationId xmlns:a16="http://schemas.microsoft.com/office/drawing/2014/main" id="{4673A9BA-218A-B24A-8994-3002E4CC53E4}"/>
                </a:ext>
              </a:extLst>
            </p:cNvPr>
            <p:cNvSpPr txBox="1"/>
            <p:nvPr/>
          </p:nvSpPr>
          <p:spPr>
            <a:xfrm>
              <a:off x="1709980" y="2871454"/>
              <a:ext cx="952500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3200">
                  <a:solidFill>
                    <a:srgbClr val="4A4957"/>
                  </a:solidFill>
                  <a:latin typeface="MiSans Normal" pitchFamily="2" charset="-122"/>
                  <a:ea typeface="MiSans Normal" pitchFamily="2" charset="-122"/>
                  <a:cs typeface="Calibri" panose="020F0502020204030204" pitchFamily="34" charset="0"/>
                </a:rPr>
                <a:t>01</a:t>
              </a:r>
              <a:endParaRPr lang="zh-CN" altLang="en-US" sz="3200">
                <a:solidFill>
                  <a:srgbClr val="4A4957"/>
                </a:solidFill>
                <a:latin typeface="MiSans Normal" pitchFamily="2" charset="-122"/>
                <a:ea typeface="MiSans Normal" pitchFamily="2" charset="-122"/>
                <a:cs typeface="Calibri" panose="020F0502020204030204" pitchFamily="34" charset="0"/>
              </a:endParaRPr>
            </a:p>
          </p:txBody>
        </p:sp>
        <p:sp>
          <p:nvSpPr>
            <p:cNvPr id="10" name="椭圆 9">
              <a:extLst>
                <a:ext uri="{FF2B5EF4-FFF2-40B4-BE49-F238E27FC236}">
                  <a16:creationId xmlns:a16="http://schemas.microsoft.com/office/drawing/2014/main" id="{7FC5A057-9B04-9D42-AEB7-DCB5F28BD2BC}"/>
                </a:ext>
              </a:extLst>
            </p:cNvPr>
            <p:cNvSpPr/>
            <p:nvPr/>
          </p:nvSpPr>
          <p:spPr>
            <a:xfrm>
              <a:off x="1789083" y="2797475"/>
              <a:ext cx="794294" cy="794292"/>
            </a:xfrm>
            <a:prstGeom prst="ellipse">
              <a:avLst/>
            </a:prstGeom>
            <a:noFill/>
            <a:ln>
              <a:solidFill>
                <a:schemeClr val="bg1">
                  <a:lumMod val="75000"/>
                </a:schemeClr>
              </a:solidFill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11" name="文本框 10">
            <a:extLst>
              <a:ext uri="{FF2B5EF4-FFF2-40B4-BE49-F238E27FC236}">
                <a16:creationId xmlns:a16="http://schemas.microsoft.com/office/drawing/2014/main" id="{486BF147-410C-5E49-B6E9-8C3AC57A67AC}"/>
              </a:ext>
            </a:extLst>
          </p:cNvPr>
          <p:cNvSpPr txBox="1"/>
          <p:nvPr/>
        </p:nvSpPr>
        <p:spPr>
          <a:xfrm>
            <a:off x="2741583" y="4285920"/>
            <a:ext cx="287655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400" b="1">
                <a:solidFill>
                  <a:schemeClr val="tx1">
                    <a:lumMod val="75000"/>
                    <a:lumOff val="25000"/>
                  </a:schemeClr>
                </a:solidFill>
                <a:latin typeface="MiSans Demibold" pitchFamily="2" charset="-122"/>
                <a:ea typeface="MiSans Demibold" pitchFamily="2" charset="-122"/>
              </a:rPr>
              <a:t>项目成果展示</a:t>
            </a:r>
            <a:endParaRPr lang="zh-CN" alt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MiSans Demibold" pitchFamily="2" charset="-122"/>
              <a:ea typeface="MiSans Demibold" pitchFamily="2" charset="-122"/>
            </a:endParaRPr>
          </a:p>
        </p:txBody>
      </p:sp>
      <p:sp>
        <p:nvSpPr>
          <p:cNvPr id="13" name="矩形 12">
            <a:extLst>
              <a:ext uri="{FF2B5EF4-FFF2-40B4-BE49-F238E27FC236}">
                <a16:creationId xmlns:a16="http://schemas.microsoft.com/office/drawing/2014/main" id="{AA1080CB-1074-4C49-A4DF-306A5C029FE7}"/>
              </a:ext>
            </a:extLst>
          </p:cNvPr>
          <p:cNvSpPr/>
          <p:nvPr/>
        </p:nvSpPr>
        <p:spPr>
          <a:xfrm>
            <a:off x="2741583" y="4639814"/>
            <a:ext cx="184731" cy="34823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lnSpc>
                <a:spcPct val="130000"/>
              </a:lnSpc>
            </a:pPr>
            <a:endParaRPr lang="en-US" altLang="zh-CN" sz="1400" dirty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24" name="组合 23">
            <a:extLst>
              <a:ext uri="{FF2B5EF4-FFF2-40B4-BE49-F238E27FC236}">
                <a16:creationId xmlns:a16="http://schemas.microsoft.com/office/drawing/2014/main" id="{09ED1CF9-C59B-1843-15C2-E29F9206033F}"/>
              </a:ext>
            </a:extLst>
          </p:cNvPr>
          <p:cNvGrpSpPr/>
          <p:nvPr/>
        </p:nvGrpSpPr>
        <p:grpSpPr>
          <a:xfrm>
            <a:off x="1709980" y="4210793"/>
            <a:ext cx="952500" cy="794292"/>
            <a:chOff x="1709980" y="4210793"/>
            <a:chExt cx="952500" cy="794292"/>
          </a:xfrm>
        </p:grpSpPr>
        <p:sp>
          <p:nvSpPr>
            <p:cNvPr id="12" name="文本框 11">
              <a:extLst>
                <a:ext uri="{FF2B5EF4-FFF2-40B4-BE49-F238E27FC236}">
                  <a16:creationId xmlns:a16="http://schemas.microsoft.com/office/drawing/2014/main" id="{E8890FBB-3616-1942-BB50-8ABB72147ADE}"/>
                </a:ext>
              </a:extLst>
            </p:cNvPr>
            <p:cNvSpPr txBox="1"/>
            <p:nvPr/>
          </p:nvSpPr>
          <p:spPr>
            <a:xfrm>
              <a:off x="1709980" y="4284772"/>
              <a:ext cx="952500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3200">
                  <a:solidFill>
                    <a:srgbClr val="4A4957"/>
                  </a:solidFill>
                  <a:latin typeface="MiSans Normal" pitchFamily="2" charset="-122"/>
                  <a:ea typeface="MiSans Normal" pitchFamily="2" charset="-122"/>
                  <a:cs typeface="Calibri" panose="020F0502020204030204" pitchFamily="34" charset="0"/>
                </a:rPr>
                <a:t>03</a:t>
              </a:r>
              <a:endParaRPr lang="zh-CN" altLang="en-US" sz="3200">
                <a:solidFill>
                  <a:srgbClr val="4A4957"/>
                </a:solidFill>
                <a:latin typeface="MiSans Normal" pitchFamily="2" charset="-122"/>
                <a:ea typeface="MiSans Normal" pitchFamily="2" charset="-122"/>
                <a:cs typeface="Calibri" panose="020F0502020204030204" pitchFamily="34" charset="0"/>
              </a:endParaRPr>
            </a:p>
          </p:txBody>
        </p:sp>
        <p:sp>
          <p:nvSpPr>
            <p:cNvPr id="14" name="椭圆 13">
              <a:extLst>
                <a:ext uri="{FF2B5EF4-FFF2-40B4-BE49-F238E27FC236}">
                  <a16:creationId xmlns:a16="http://schemas.microsoft.com/office/drawing/2014/main" id="{D96D374D-B5DF-B149-AEB7-648AAD3D53BE}"/>
                </a:ext>
              </a:extLst>
            </p:cNvPr>
            <p:cNvSpPr/>
            <p:nvPr/>
          </p:nvSpPr>
          <p:spPr>
            <a:xfrm>
              <a:off x="1789083" y="4210793"/>
              <a:ext cx="794294" cy="794292"/>
            </a:xfrm>
            <a:prstGeom prst="ellipse">
              <a:avLst/>
            </a:prstGeom>
            <a:noFill/>
            <a:ln>
              <a:solidFill>
                <a:schemeClr val="bg1">
                  <a:lumMod val="75000"/>
                </a:schemeClr>
              </a:solidFill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15" name="文本框 14">
            <a:extLst>
              <a:ext uri="{FF2B5EF4-FFF2-40B4-BE49-F238E27FC236}">
                <a16:creationId xmlns:a16="http://schemas.microsoft.com/office/drawing/2014/main" id="{47FC36D5-8B52-0343-B7B8-FDF8D8D19491}"/>
              </a:ext>
            </a:extLst>
          </p:cNvPr>
          <p:cNvSpPr txBox="1"/>
          <p:nvPr/>
        </p:nvSpPr>
        <p:spPr>
          <a:xfrm>
            <a:off x="7910483" y="2872602"/>
            <a:ext cx="287655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400" b="1">
                <a:solidFill>
                  <a:schemeClr val="tx1">
                    <a:lumMod val="75000"/>
                    <a:lumOff val="25000"/>
                  </a:schemeClr>
                </a:solidFill>
                <a:latin typeface="MiSans Demibold" pitchFamily="2" charset="-122"/>
                <a:ea typeface="MiSans Demibold" pitchFamily="2" charset="-122"/>
              </a:rPr>
              <a:t>工作完成进度</a:t>
            </a:r>
            <a:endParaRPr lang="zh-CN" alt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MiSans Demibold" pitchFamily="2" charset="-122"/>
              <a:ea typeface="MiSans Demibold" pitchFamily="2" charset="-122"/>
            </a:endParaRPr>
          </a:p>
        </p:txBody>
      </p:sp>
      <p:sp>
        <p:nvSpPr>
          <p:cNvPr id="17" name="矩形 16">
            <a:extLst>
              <a:ext uri="{FF2B5EF4-FFF2-40B4-BE49-F238E27FC236}">
                <a16:creationId xmlns:a16="http://schemas.microsoft.com/office/drawing/2014/main" id="{7C68F3CF-DEBB-AD49-9423-94692C2D2AC6}"/>
              </a:ext>
            </a:extLst>
          </p:cNvPr>
          <p:cNvSpPr/>
          <p:nvPr/>
        </p:nvSpPr>
        <p:spPr>
          <a:xfrm>
            <a:off x="7910483" y="3226496"/>
            <a:ext cx="184731" cy="34823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lnSpc>
                <a:spcPct val="130000"/>
              </a:lnSpc>
            </a:pPr>
            <a:endParaRPr lang="en-US" altLang="zh-CN" sz="1400" dirty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23" name="组合 22">
            <a:extLst>
              <a:ext uri="{FF2B5EF4-FFF2-40B4-BE49-F238E27FC236}">
                <a16:creationId xmlns:a16="http://schemas.microsoft.com/office/drawing/2014/main" id="{C44DB342-5E5C-8C53-1342-86419AC4E6D2}"/>
              </a:ext>
            </a:extLst>
          </p:cNvPr>
          <p:cNvGrpSpPr/>
          <p:nvPr/>
        </p:nvGrpSpPr>
        <p:grpSpPr>
          <a:xfrm>
            <a:off x="6878880" y="2797475"/>
            <a:ext cx="952500" cy="794292"/>
            <a:chOff x="6878880" y="2797475"/>
            <a:chExt cx="952500" cy="794292"/>
          </a:xfrm>
        </p:grpSpPr>
        <p:sp>
          <p:nvSpPr>
            <p:cNvPr id="16" name="文本框 15">
              <a:extLst>
                <a:ext uri="{FF2B5EF4-FFF2-40B4-BE49-F238E27FC236}">
                  <a16:creationId xmlns:a16="http://schemas.microsoft.com/office/drawing/2014/main" id="{C1F0C88D-C8D9-1E46-AA39-C0069CF7FA3B}"/>
                </a:ext>
              </a:extLst>
            </p:cNvPr>
            <p:cNvSpPr txBox="1"/>
            <p:nvPr/>
          </p:nvSpPr>
          <p:spPr>
            <a:xfrm>
              <a:off x="6878880" y="2871454"/>
              <a:ext cx="952500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3200">
                  <a:solidFill>
                    <a:srgbClr val="4A4957"/>
                  </a:solidFill>
                  <a:latin typeface="MiSans Normal" pitchFamily="2" charset="-122"/>
                  <a:ea typeface="MiSans Normal" pitchFamily="2" charset="-122"/>
                  <a:cs typeface="Calibri" panose="020F0502020204030204" pitchFamily="34" charset="0"/>
                </a:rPr>
                <a:t>02</a:t>
              </a:r>
              <a:endParaRPr lang="zh-CN" altLang="en-US" sz="3200">
                <a:solidFill>
                  <a:srgbClr val="4A4957"/>
                </a:solidFill>
                <a:latin typeface="MiSans Normal" pitchFamily="2" charset="-122"/>
                <a:ea typeface="MiSans Normal" pitchFamily="2" charset="-122"/>
                <a:cs typeface="Calibri" panose="020F0502020204030204" pitchFamily="34" charset="0"/>
              </a:endParaRPr>
            </a:p>
          </p:txBody>
        </p:sp>
        <p:sp>
          <p:nvSpPr>
            <p:cNvPr id="18" name="椭圆 17">
              <a:extLst>
                <a:ext uri="{FF2B5EF4-FFF2-40B4-BE49-F238E27FC236}">
                  <a16:creationId xmlns:a16="http://schemas.microsoft.com/office/drawing/2014/main" id="{9F7FBD9C-21FD-D445-86D8-D21D3F3C7DE4}"/>
                </a:ext>
              </a:extLst>
            </p:cNvPr>
            <p:cNvSpPr/>
            <p:nvPr/>
          </p:nvSpPr>
          <p:spPr>
            <a:xfrm>
              <a:off x="6957983" y="2797475"/>
              <a:ext cx="794294" cy="794292"/>
            </a:xfrm>
            <a:prstGeom prst="ellipse">
              <a:avLst/>
            </a:prstGeom>
            <a:noFill/>
            <a:ln>
              <a:solidFill>
                <a:schemeClr val="bg1">
                  <a:lumMod val="75000"/>
                </a:schemeClr>
              </a:solidFill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19" name="文本框 18">
            <a:extLst>
              <a:ext uri="{FF2B5EF4-FFF2-40B4-BE49-F238E27FC236}">
                <a16:creationId xmlns:a16="http://schemas.microsoft.com/office/drawing/2014/main" id="{3DBE14C0-3ED6-6A40-9AD4-B058D85B3B20}"/>
              </a:ext>
            </a:extLst>
          </p:cNvPr>
          <p:cNvSpPr txBox="1"/>
          <p:nvPr/>
        </p:nvSpPr>
        <p:spPr>
          <a:xfrm>
            <a:off x="7910483" y="4285920"/>
            <a:ext cx="287655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400" b="1">
                <a:solidFill>
                  <a:schemeClr val="tx1">
                    <a:lumMod val="75000"/>
                    <a:lumOff val="25000"/>
                  </a:schemeClr>
                </a:solidFill>
                <a:latin typeface="MiSans Demibold" pitchFamily="2" charset="-122"/>
                <a:ea typeface="MiSans Demibold" pitchFamily="2" charset="-122"/>
              </a:rPr>
              <a:t>未来工作规划</a:t>
            </a:r>
            <a:endParaRPr lang="zh-CN" alt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MiSans Demibold" pitchFamily="2" charset="-122"/>
              <a:ea typeface="MiSans Demibold" pitchFamily="2" charset="-122"/>
            </a:endParaRPr>
          </a:p>
        </p:txBody>
      </p:sp>
      <p:sp>
        <p:nvSpPr>
          <p:cNvPr id="21" name="矩形 20">
            <a:extLst>
              <a:ext uri="{FF2B5EF4-FFF2-40B4-BE49-F238E27FC236}">
                <a16:creationId xmlns:a16="http://schemas.microsoft.com/office/drawing/2014/main" id="{F0BAAF3C-F406-654B-90DA-A6F0CF0DA6EF}"/>
              </a:ext>
            </a:extLst>
          </p:cNvPr>
          <p:cNvSpPr/>
          <p:nvPr/>
        </p:nvSpPr>
        <p:spPr>
          <a:xfrm>
            <a:off x="7910483" y="4639814"/>
            <a:ext cx="184731" cy="34823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lnSpc>
                <a:spcPct val="130000"/>
              </a:lnSpc>
            </a:pPr>
            <a:endParaRPr lang="en-US" altLang="zh-CN" sz="1400" dirty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25" name="组合 24">
            <a:extLst>
              <a:ext uri="{FF2B5EF4-FFF2-40B4-BE49-F238E27FC236}">
                <a16:creationId xmlns:a16="http://schemas.microsoft.com/office/drawing/2014/main" id="{AC0E0E1C-AA5D-A2DE-2C46-CBCC328A54DA}"/>
              </a:ext>
            </a:extLst>
          </p:cNvPr>
          <p:cNvGrpSpPr/>
          <p:nvPr/>
        </p:nvGrpSpPr>
        <p:grpSpPr>
          <a:xfrm>
            <a:off x="6878880" y="4210793"/>
            <a:ext cx="952500" cy="794292"/>
            <a:chOff x="6878880" y="4210793"/>
            <a:chExt cx="952500" cy="794292"/>
          </a:xfrm>
        </p:grpSpPr>
        <p:sp>
          <p:nvSpPr>
            <p:cNvPr id="20" name="文本框 19">
              <a:extLst>
                <a:ext uri="{FF2B5EF4-FFF2-40B4-BE49-F238E27FC236}">
                  <a16:creationId xmlns:a16="http://schemas.microsoft.com/office/drawing/2014/main" id="{5A826746-7870-B844-A7EB-E7B7E9214F13}"/>
                </a:ext>
              </a:extLst>
            </p:cNvPr>
            <p:cNvSpPr txBox="1"/>
            <p:nvPr/>
          </p:nvSpPr>
          <p:spPr>
            <a:xfrm>
              <a:off x="6878880" y="4284772"/>
              <a:ext cx="952500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3200">
                  <a:solidFill>
                    <a:srgbClr val="4A4957"/>
                  </a:solidFill>
                  <a:latin typeface="MiSans Normal" pitchFamily="2" charset="-122"/>
                  <a:ea typeface="MiSans Normal" pitchFamily="2" charset="-122"/>
                  <a:cs typeface="Calibri" panose="020F0502020204030204" pitchFamily="34" charset="0"/>
                </a:rPr>
                <a:t>04</a:t>
              </a:r>
              <a:endParaRPr lang="zh-CN" altLang="en-US" sz="3200">
                <a:solidFill>
                  <a:srgbClr val="4A4957"/>
                </a:solidFill>
                <a:latin typeface="MiSans Normal" pitchFamily="2" charset="-122"/>
                <a:ea typeface="MiSans Normal" pitchFamily="2" charset="-122"/>
                <a:cs typeface="Calibri" panose="020F0502020204030204" pitchFamily="34" charset="0"/>
              </a:endParaRPr>
            </a:p>
          </p:txBody>
        </p:sp>
        <p:sp>
          <p:nvSpPr>
            <p:cNvPr id="22" name="椭圆 21">
              <a:extLst>
                <a:ext uri="{FF2B5EF4-FFF2-40B4-BE49-F238E27FC236}">
                  <a16:creationId xmlns:a16="http://schemas.microsoft.com/office/drawing/2014/main" id="{301336F9-ABB2-5A4C-A0B2-BC29AFEDDBCC}"/>
                </a:ext>
              </a:extLst>
            </p:cNvPr>
            <p:cNvSpPr/>
            <p:nvPr/>
          </p:nvSpPr>
          <p:spPr>
            <a:xfrm>
              <a:off x="6957983" y="4210793"/>
              <a:ext cx="794294" cy="794292"/>
            </a:xfrm>
            <a:prstGeom prst="ellipse">
              <a:avLst/>
            </a:prstGeom>
            <a:noFill/>
            <a:ln>
              <a:solidFill>
                <a:schemeClr val="bg1">
                  <a:lumMod val="75000"/>
                </a:schemeClr>
              </a:solidFill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161203958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1" accel="19000" decel="81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1" accel="19000" decel="81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accel="19000" decel="81000" fill="hold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4" accel="19000" decel="8100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4" accel="19000" decel="81000" fill="hold" grpId="0" nodeType="withEffect" nodePh="1">
                                  <p:stCondLst>
                                    <p:cond delay="800"/>
                                  </p:stCondLst>
                                  <p:endCondLst>
                                    <p:cond evt="begin" delay="0">
                                      <p:tn val="21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4" accel="19000" decel="81000" fill="hold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10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4" accel="19000" decel="8100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2" presetClass="entr" presetSubtype="4" accel="19000" decel="81000" fill="hold" grpId="0" nodeType="withEffect" nodePh="1">
                                  <p:stCondLst>
                                    <p:cond delay="1400"/>
                                  </p:stCondLst>
                                  <p:endCondLst>
                                    <p:cond evt="begin" delay="0">
                                      <p:tn val="33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7" presetID="2" presetClass="entr" presetSubtype="4" accel="19000" decel="81000" fill="hold" nodeType="withEffect">
                                  <p:stCondLst>
                                    <p:cond delay="160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9" dur="10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0" dur="10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1" presetID="2" presetClass="entr" presetSubtype="4" accel="19000" decel="81000" fill="hold" grpId="0" nodeType="withEffect">
                                  <p:stCondLst>
                                    <p:cond delay="180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5" presetID="2" presetClass="entr" presetSubtype="4" accel="19000" decel="81000" fill="hold" grpId="0" nodeType="withEffect" nodePh="1">
                                  <p:stCondLst>
                                    <p:cond delay="2000"/>
                                  </p:stCondLst>
                                  <p:endCondLst>
                                    <p:cond evt="begin" delay="0">
                                      <p:tn val="4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7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8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9" presetID="2" presetClass="entr" presetSubtype="4" accel="19000" decel="81000" fill="hold" nodeType="withEffect">
                                  <p:stCondLst>
                                    <p:cond delay="220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1" dur="10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2" dur="10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3" presetID="2" presetClass="entr" presetSubtype="4" accel="19000" decel="81000" fill="hold" grpId="0" nodeType="withEffect">
                                  <p:stCondLst>
                                    <p:cond delay="240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5" dur="1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6" dur="1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7" presetID="2" presetClass="entr" presetSubtype="4" accel="19000" decel="81000" fill="hold" grpId="0" nodeType="withEffect" nodePh="1">
                                  <p:stCondLst>
                                    <p:cond delay="2600"/>
                                  </p:stCondLst>
                                  <p:endCondLst>
                                    <p:cond evt="begin" delay="0">
                                      <p:tn val="57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9" dur="10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0" dur="10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1" presetID="2" presetClass="entr" presetSubtype="4" accel="19000" decel="81000" fill="hold" grpId="0" nodeType="withEffect">
                                  <p:stCondLst>
                                    <p:cond delay="280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3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4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5" presetID="2" presetClass="entr" presetSubtype="4" accel="19000" decel="81000" fill="hold" grpId="0" nodeType="withEffect">
                                  <p:stCondLst>
                                    <p:cond delay="300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7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8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4" grpId="0"/>
      <p:bldP spid="5" grpId="0"/>
      <p:bldP spid="7" grpId="0"/>
      <p:bldP spid="9" grpId="0"/>
      <p:bldP spid="11" grpId="0"/>
      <p:bldP spid="13" grpId="0"/>
      <p:bldP spid="15" grpId="0"/>
      <p:bldP spid="17" grpId="0"/>
      <p:bldP spid="19" grpId="0"/>
      <p:bldP spid="21" grpId="0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>
            <a:extLst>
              <a:ext uri="{FF2B5EF4-FFF2-40B4-BE49-F238E27FC236}">
                <a16:creationId xmlns:a16="http://schemas.microsoft.com/office/drawing/2014/main" id="{8568C516-CF69-B740-93FF-454F972ADCDD}"/>
              </a:ext>
            </a:extLst>
          </p:cNvPr>
          <p:cNvSpPr/>
          <p:nvPr/>
        </p:nvSpPr>
        <p:spPr>
          <a:xfrm rot="10800000">
            <a:off x="0" y="0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B4466E5C-E7DD-8D49-96B6-76AC74530044}"/>
              </a:ext>
            </a:extLst>
          </p:cNvPr>
          <p:cNvSpPr/>
          <p:nvPr/>
        </p:nvSpPr>
        <p:spPr>
          <a:xfrm rot="10800000">
            <a:off x="0" y="6524171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4" name="任意多边形: 形状 3">
            <a:extLst>
              <a:ext uri="{FF2B5EF4-FFF2-40B4-BE49-F238E27FC236}">
                <a16:creationId xmlns:a16="http://schemas.microsoft.com/office/drawing/2014/main" id="{B94C61FA-B336-6E4F-803C-67D393DD9949}"/>
              </a:ext>
            </a:extLst>
          </p:cNvPr>
          <p:cNvSpPr/>
          <p:nvPr/>
        </p:nvSpPr>
        <p:spPr>
          <a:xfrm rot="10800000" flipV="1">
            <a:off x="5689601" y="0"/>
            <a:ext cx="6502400" cy="621665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5" name="任意多边形: 形状 4">
            <a:extLst>
              <a:ext uri="{FF2B5EF4-FFF2-40B4-BE49-F238E27FC236}">
                <a16:creationId xmlns:a16="http://schemas.microsoft.com/office/drawing/2014/main" id="{EFC12716-19AB-1748-8A24-3BEAB6E3D848}"/>
              </a:ext>
            </a:extLst>
          </p:cNvPr>
          <p:cNvSpPr/>
          <p:nvPr/>
        </p:nvSpPr>
        <p:spPr>
          <a:xfrm rot="10800000" flipH="1">
            <a:off x="1" y="6236335"/>
            <a:ext cx="1446530" cy="621665"/>
          </a:xfrm>
          <a:custGeom>
            <a:avLst/>
            <a:gdLst/>
            <a:ahLst/>
            <a:cxnLst>
              <a:cxn ang="3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2278" h="979">
                <a:moveTo>
                  <a:pt x="0" y="0"/>
                </a:moveTo>
                <a:lnTo>
                  <a:pt x="1567" y="0"/>
                </a:lnTo>
                <a:lnTo>
                  <a:pt x="2278" y="979"/>
                </a:lnTo>
                <a:lnTo>
                  <a:pt x="1567" y="979"/>
                </a:lnTo>
                <a:lnTo>
                  <a:pt x="0" y="979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ADE7E6BD-3168-FE4F-B281-D730A6915650}"/>
              </a:ext>
            </a:extLst>
          </p:cNvPr>
          <p:cNvSpPr/>
          <p:nvPr>
            <p:custDataLst>
              <p:tags r:id="rId1"/>
            </p:custDataLst>
          </p:nvPr>
        </p:nvSpPr>
        <p:spPr>
          <a:xfrm>
            <a:off x="3748242" y="2449763"/>
            <a:ext cx="4695516" cy="99520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 defTabSz="914377">
              <a:defRPr/>
            </a:pPr>
            <a:r>
              <a:rPr lang="zh-CN" altLang="en-US" sz="5867" b="1" kern="0">
                <a:solidFill>
                  <a:schemeClr val="accent1"/>
                </a:solidFill>
                <a:latin typeface="MiSans Semibold" pitchFamily="2" charset="-122"/>
                <a:ea typeface="MiSans Semibold" pitchFamily="2" charset="-122"/>
              </a:rPr>
              <a:t>阶段工作概述</a:t>
            </a:r>
            <a:endParaRPr lang="zh-CN" altLang="en-US" sz="5867" b="1" kern="0" dirty="0">
              <a:solidFill>
                <a:schemeClr val="accent1"/>
              </a:solidFill>
              <a:latin typeface="MiSans Semibold" pitchFamily="2" charset="-122"/>
              <a:ea typeface="MiSans Semibold" pitchFamily="2" charset="-122"/>
            </a:endParaRP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85456F46-13E8-6A49-9249-03D7CE3D2DB7}"/>
              </a:ext>
            </a:extLst>
          </p:cNvPr>
          <p:cNvSpPr/>
          <p:nvPr/>
        </p:nvSpPr>
        <p:spPr>
          <a:xfrm>
            <a:off x="2856512" y="3475683"/>
            <a:ext cx="6478976" cy="705258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 algn="ctr" defTabSz="1219170">
              <a:lnSpc>
                <a:spcPct val="150000"/>
              </a:lnSpc>
              <a:defRPr/>
            </a:pPr>
            <a:r>
              <a:rPr lang="zh-CN" altLang="en-US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统一术语和单位 </a:t>
            </a:r>
            <a:r>
              <a:rPr lang="en-US" altLang="zh-CN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• </a:t>
            </a:r>
            <a:r>
              <a:rPr lang="zh-CN" altLang="en-US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结论：先统一定义再做推理</a:t>
            </a:r>
          </a:p>
          <a:p>
            <a:pPr algn="ctr" defTabSz="1219170">
              <a:lnSpc>
                <a:spcPct val="150000"/>
              </a:lnSpc>
              <a:defRPr/>
            </a:pPr>
            <a:r>
              <a:rPr lang="en-US" altLang="zh-CN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• </a:t>
            </a:r>
            <a:r>
              <a:rPr lang="zh-CN" altLang="en-US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证据：定义清晰时解题正确率通常提升</a:t>
            </a:r>
            <a:r>
              <a:rPr lang="en-US" altLang="zh-CN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20%...</a:t>
            </a:r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9B14037F-5DE9-344D-9A68-2585B1AD1CA0}"/>
              </a:ext>
            </a:extLst>
          </p:cNvPr>
          <p:cNvSpPr/>
          <p:nvPr>
            <p:custDataLst>
              <p:tags r:id="rId2"/>
            </p:custDataLst>
          </p:nvPr>
        </p:nvSpPr>
        <p:spPr>
          <a:xfrm>
            <a:off x="4339245" y="2036873"/>
            <a:ext cx="3391592" cy="33855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dist" defTabSz="914377">
              <a:defRPr/>
            </a:pPr>
            <a:r>
              <a:rPr lang="en-US" altLang="zh-CN" sz="16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Enter</a:t>
            </a:r>
            <a:r>
              <a:rPr lang="zh-CN" altLang="en-US" sz="16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 </a:t>
            </a:r>
            <a:r>
              <a:rPr lang="en-US" altLang="zh-CN" sz="16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Your</a:t>
            </a:r>
            <a:r>
              <a:rPr lang="zh-CN" altLang="en-US" sz="16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 </a:t>
            </a:r>
            <a:r>
              <a:rPr lang="en-US" altLang="zh-CN" sz="16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Title</a:t>
            </a:r>
            <a:r>
              <a:rPr lang="zh-CN" altLang="en-US" sz="16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 </a:t>
            </a:r>
            <a:r>
              <a:rPr lang="en-US" altLang="zh-CN" sz="16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Here</a:t>
            </a:r>
          </a:p>
        </p:txBody>
      </p:sp>
      <p:sp>
        <p:nvSpPr>
          <p:cNvPr id="11" name="矩形: 圆角 10">
            <a:extLst>
              <a:ext uri="{FF2B5EF4-FFF2-40B4-BE49-F238E27FC236}">
                <a16:creationId xmlns:a16="http://schemas.microsoft.com/office/drawing/2014/main" id="{526B546F-37B7-A74D-87AD-D6CB2D3A5069}"/>
              </a:ext>
            </a:extLst>
          </p:cNvPr>
          <p:cNvSpPr/>
          <p:nvPr/>
        </p:nvSpPr>
        <p:spPr>
          <a:xfrm>
            <a:off x="5377667" y="4498447"/>
            <a:ext cx="1436667" cy="322681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600">
                <a:latin typeface="MiSans Normal" pitchFamily="2" charset="-122"/>
                <a:ea typeface="MiSans Normal" pitchFamily="2" charset="-122"/>
              </a:rPr>
              <a:t>PART 01</a:t>
            </a:r>
            <a:endParaRPr lang="zh-CN" altLang="en-US" sz="1600">
              <a:latin typeface="MiSans Normal" pitchFamily="2" charset="-122"/>
              <a:ea typeface="MiSans Normal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76638870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1" accel="19000" decel="81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1" accel="19000" decel="81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accel="19000" decel="8100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4" accel="19000" decel="8100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10" presetClass="entr" presetSubtype="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3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3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10" presetClass="entr" presetSubtype="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3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10" presetClass="entr" presetSubtype="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4" grpId="0" animBg="1"/>
      <p:bldP spid="5" grpId="0" animBg="1"/>
      <p:bldP spid="8" grpId="0"/>
      <p:bldP spid="9" grpId="0"/>
      <p:bldP spid="10" grpId="0"/>
      <p:bldP spid="11" grpId="0" animBg="1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矩形 10">
            <a:extLst>
              <a:ext uri="{FF2B5EF4-FFF2-40B4-BE49-F238E27FC236}">
                <a16:creationId xmlns:a16="http://schemas.microsoft.com/office/drawing/2014/main" id="{28ECF2B5-CFCD-FA64-1B63-149F94D4E7C4}"/>
              </a:ext>
            </a:extLst>
          </p:cNvPr>
          <p:cNvSpPr/>
          <p:nvPr/>
        </p:nvSpPr>
        <p:spPr>
          <a:xfrm>
            <a:off x="1" y="6641764"/>
            <a:ext cx="12192000" cy="21623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13" name="任意多边形: 形状 12">
            <a:extLst>
              <a:ext uri="{FF2B5EF4-FFF2-40B4-BE49-F238E27FC236}">
                <a16:creationId xmlns:a16="http://schemas.microsoft.com/office/drawing/2014/main" id="{836A0335-004F-2B29-B212-4553F71C0F7A}"/>
              </a:ext>
            </a:extLst>
          </p:cNvPr>
          <p:cNvSpPr/>
          <p:nvPr/>
        </p:nvSpPr>
        <p:spPr>
          <a:xfrm flipV="1">
            <a:off x="0" y="6455318"/>
            <a:ext cx="6502400" cy="402681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242BE279-6907-C728-976E-DB44BDA83414}"/>
              </a:ext>
            </a:extLst>
          </p:cNvPr>
          <p:cNvSpPr txBox="1"/>
          <p:nvPr/>
        </p:nvSpPr>
        <p:spPr>
          <a:xfrm>
            <a:off x="420007" y="402681"/>
            <a:ext cx="2352221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思源黑体 CN Normal" panose="020B0400000000000000" charset="-122"/>
              <a:buChar char="•"/>
            </a:pPr>
            <a:endParaRPr lang="zh-CN" altLang="en-US" sz="2000">
              <a:solidFill>
                <a:schemeClr val="tx1">
                  <a:lumMod val="65000"/>
                  <a:lumOff val="35000"/>
                </a:schemeClr>
              </a:solidFill>
              <a:latin typeface="MiSans Normal" pitchFamily="2" charset="-122"/>
              <a:ea typeface="MiSans Normal" pitchFamily="2" charset="-122"/>
              <a:cs typeface="思源黑体 CN Normal" panose="020B0400000000000000" charset="-122"/>
            </a:endParaRPr>
          </a:p>
        </p:txBody>
      </p:sp>
      <p:sp>
        <p:nvSpPr>
          <p:cNvPr id="12" name="任意多边形: 形状 11">
            <a:extLst>
              <a:ext uri="{FF2B5EF4-FFF2-40B4-BE49-F238E27FC236}">
                <a16:creationId xmlns:a16="http://schemas.microsoft.com/office/drawing/2014/main" id="{A93FCC6B-8FCC-4824-9881-8882DEB4F92C}"/>
              </a:ext>
            </a:extLst>
          </p:cNvPr>
          <p:cNvSpPr/>
          <p:nvPr/>
        </p:nvSpPr>
        <p:spPr>
          <a:xfrm>
            <a:off x="905077" y="1696792"/>
            <a:ext cx="2938724" cy="1961755"/>
          </a:xfrm>
          <a:custGeom>
            <a:avLst/>
            <a:gdLst>
              <a:gd name="connsiteX0" fmla="*/ 0 w 2938724"/>
              <a:gd name="connsiteY0" fmla="*/ 0 h 1961755"/>
              <a:gd name="connsiteX1" fmla="*/ 2938724 w 2938724"/>
              <a:gd name="connsiteY1" fmla="*/ 0 h 1961755"/>
              <a:gd name="connsiteX2" fmla="*/ 2938724 w 2938724"/>
              <a:gd name="connsiteY2" fmla="*/ 1961755 h 1961755"/>
              <a:gd name="connsiteX3" fmla="*/ 0 w 2938724"/>
              <a:gd name="connsiteY3" fmla="*/ 1961755 h 196175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938724" h="1961755">
                <a:moveTo>
                  <a:pt x="0" y="0"/>
                </a:moveTo>
                <a:lnTo>
                  <a:pt x="2938724" y="0"/>
                </a:lnTo>
                <a:lnTo>
                  <a:pt x="2938724" y="1961755"/>
                </a:lnTo>
                <a:lnTo>
                  <a:pt x="0" y="1961755"/>
                </a:lnTo>
                <a:close/>
              </a:path>
            </a:pathLst>
          </a:custGeom>
          <a:blipFill>
            <a:blip r:embed="rId3"/>
            <a:srcRect/>
            <a:stretch>
              <a:fillRect t="-62239" b="-62239"/>
            </a:stretch>
          </a:blip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032C8CB3-3480-2140-8A37-98631C25DDAD}"/>
              </a:ext>
            </a:extLst>
          </p:cNvPr>
          <p:cNvSpPr txBox="1"/>
          <p:nvPr/>
        </p:nvSpPr>
        <p:spPr>
          <a:xfrm>
            <a:off x="1157758" y="4186133"/>
            <a:ext cx="2433362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endParaRPr lang="zh-CN" altLang="en-US" sz="2400" b="1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28BFBE4B-5589-C849-904B-FF072EA39F0D}"/>
              </a:ext>
            </a:extLst>
          </p:cNvPr>
          <p:cNvSpPr txBox="1"/>
          <p:nvPr/>
        </p:nvSpPr>
        <p:spPr>
          <a:xfrm>
            <a:off x="905079" y="4661974"/>
            <a:ext cx="2938722" cy="380553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endParaRPr lang="zh-CN" altLang="en-US" sz="140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7CAE8325-05B0-F04A-9349-C8016EF848A6}"/>
              </a:ext>
            </a:extLst>
          </p:cNvPr>
          <p:cNvSpPr txBox="1"/>
          <p:nvPr/>
        </p:nvSpPr>
        <p:spPr>
          <a:xfrm>
            <a:off x="4879315" y="4186133"/>
            <a:ext cx="2433362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endParaRPr lang="zh-CN" altLang="en-US" sz="2400" b="1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B3AB2B2B-88C1-2845-8A73-9448C9B81D40}"/>
              </a:ext>
            </a:extLst>
          </p:cNvPr>
          <p:cNvSpPr txBox="1"/>
          <p:nvPr/>
        </p:nvSpPr>
        <p:spPr>
          <a:xfrm>
            <a:off x="4626636" y="4661974"/>
            <a:ext cx="2938722" cy="380553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endParaRPr lang="zh-CN" altLang="en-US" sz="140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28E3D32B-F81C-8043-B8BE-39E9957D3A9D}"/>
              </a:ext>
            </a:extLst>
          </p:cNvPr>
          <p:cNvSpPr txBox="1"/>
          <p:nvPr/>
        </p:nvSpPr>
        <p:spPr>
          <a:xfrm>
            <a:off x="8600872" y="4186133"/>
            <a:ext cx="2433362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endParaRPr lang="zh-CN" altLang="en-US" sz="2400" b="1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0" name="文本框 9">
            <a:extLst>
              <a:ext uri="{FF2B5EF4-FFF2-40B4-BE49-F238E27FC236}">
                <a16:creationId xmlns:a16="http://schemas.microsoft.com/office/drawing/2014/main" id="{C5E2E777-A6D8-A149-BFAF-888545A58AD7}"/>
              </a:ext>
            </a:extLst>
          </p:cNvPr>
          <p:cNvSpPr txBox="1"/>
          <p:nvPr/>
        </p:nvSpPr>
        <p:spPr>
          <a:xfrm>
            <a:off x="8348193" y="4661974"/>
            <a:ext cx="2938722" cy="380553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endParaRPr lang="zh-CN" altLang="en-US" sz="140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4" name="任意多边形: 形状 13">
            <a:extLst>
              <a:ext uri="{FF2B5EF4-FFF2-40B4-BE49-F238E27FC236}">
                <a16:creationId xmlns:a16="http://schemas.microsoft.com/office/drawing/2014/main" id="{BE7E5CB6-00DB-4767-8483-5C734239D92E}"/>
              </a:ext>
            </a:extLst>
          </p:cNvPr>
          <p:cNvSpPr/>
          <p:nvPr/>
        </p:nvSpPr>
        <p:spPr>
          <a:xfrm>
            <a:off x="4626636" y="1696792"/>
            <a:ext cx="2938724" cy="1959150"/>
          </a:xfrm>
          <a:custGeom>
            <a:avLst/>
            <a:gdLst>
              <a:gd name="connsiteX0" fmla="*/ 0 w 2938724"/>
              <a:gd name="connsiteY0" fmla="*/ 0 h 1959150"/>
              <a:gd name="connsiteX1" fmla="*/ 2938724 w 2938724"/>
              <a:gd name="connsiteY1" fmla="*/ 0 h 1959150"/>
              <a:gd name="connsiteX2" fmla="*/ 2938724 w 2938724"/>
              <a:gd name="connsiteY2" fmla="*/ 1959150 h 1959150"/>
              <a:gd name="connsiteX3" fmla="*/ 0 w 2938724"/>
              <a:gd name="connsiteY3" fmla="*/ 1959150 h 19591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938724" h="1959150">
                <a:moveTo>
                  <a:pt x="0" y="0"/>
                </a:moveTo>
                <a:lnTo>
                  <a:pt x="2938724" y="0"/>
                </a:lnTo>
                <a:lnTo>
                  <a:pt x="2938724" y="1959150"/>
                </a:lnTo>
                <a:lnTo>
                  <a:pt x="0" y="1959150"/>
                </a:lnTo>
                <a:close/>
              </a:path>
            </a:pathLst>
          </a:custGeom>
          <a:blipFill>
            <a:blip r:embed="rId4"/>
            <a:srcRect/>
            <a:stretch>
              <a:fillRect t="-63065" b="-63065"/>
            </a:stretch>
          </a:blip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6" name="任意多边形: 形状 15">
            <a:extLst>
              <a:ext uri="{FF2B5EF4-FFF2-40B4-BE49-F238E27FC236}">
                <a16:creationId xmlns:a16="http://schemas.microsoft.com/office/drawing/2014/main" id="{0BDDA476-6E95-414A-A36D-8CA1E98B49D4}"/>
              </a:ext>
            </a:extLst>
          </p:cNvPr>
          <p:cNvSpPr/>
          <p:nvPr/>
        </p:nvSpPr>
        <p:spPr>
          <a:xfrm>
            <a:off x="8348196" y="1696791"/>
            <a:ext cx="2938724" cy="1955801"/>
          </a:xfrm>
          <a:custGeom>
            <a:avLst/>
            <a:gdLst>
              <a:gd name="connsiteX0" fmla="*/ 0 w 2938724"/>
              <a:gd name="connsiteY0" fmla="*/ 0 h 1955801"/>
              <a:gd name="connsiteX1" fmla="*/ 2938724 w 2938724"/>
              <a:gd name="connsiteY1" fmla="*/ 0 h 1955801"/>
              <a:gd name="connsiteX2" fmla="*/ 2938724 w 2938724"/>
              <a:gd name="connsiteY2" fmla="*/ 1955801 h 1955801"/>
              <a:gd name="connsiteX3" fmla="*/ 0 w 2938724"/>
              <a:gd name="connsiteY3" fmla="*/ 1955801 h 195580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938724" h="1955801">
                <a:moveTo>
                  <a:pt x="0" y="0"/>
                </a:moveTo>
                <a:lnTo>
                  <a:pt x="2938724" y="0"/>
                </a:lnTo>
                <a:lnTo>
                  <a:pt x="2938724" y="1955801"/>
                </a:lnTo>
                <a:lnTo>
                  <a:pt x="0" y="1955801"/>
                </a:lnTo>
                <a:close/>
              </a:path>
            </a:pathLst>
          </a:custGeom>
          <a:blipFill>
            <a:blip r:embed="rId5"/>
            <a:srcRect/>
            <a:stretch>
              <a:fillRect t="-44067" b="-44067"/>
            </a:stretch>
          </a:blip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84629162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accel="19000" decel="81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4" accel="19000" decel="81000" fill="hold" grpId="0" nodeType="withEffect" nodePh="1">
                                  <p:stCondLst>
                                    <p:cond delay="200"/>
                                  </p:stCondLst>
                                  <p:endCondLst>
                                    <p:cond evt="begin" delay="0">
                                      <p:tn val="9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accel="19000" decel="81000" fill="hold" grpId="0" nodeType="withEffect" nodePh="1">
                                  <p:stCondLst>
                                    <p:cond delay="400"/>
                                  </p:stCondLst>
                                  <p:endCondLst>
                                    <p:cond evt="begin" delay="0">
                                      <p:tn val="13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4" accel="19000" decel="8100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4" accel="19000" decel="81000" fill="hold" grpId="0" nodeType="withEffect" nodePh="1">
                                  <p:stCondLst>
                                    <p:cond delay="800"/>
                                  </p:stCondLst>
                                  <p:endCondLst>
                                    <p:cond evt="begin" delay="0">
                                      <p:tn val="21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4" accel="19000" decel="81000" fill="hold" grpId="0" nodeType="withEffect" nodePh="1">
                                  <p:stCondLst>
                                    <p:cond delay="1000"/>
                                  </p:stCondLst>
                                  <p:endCondLst>
                                    <p:cond evt="begin" delay="0">
                                      <p:tn val="2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4" accel="19000" decel="8100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2" presetClass="entr" presetSubtype="4" accel="19000" decel="81000" fill="hold" grpId="0" nodeType="withEffect" nodePh="1">
                                  <p:stCondLst>
                                    <p:cond delay="1400"/>
                                  </p:stCondLst>
                                  <p:endCondLst>
                                    <p:cond evt="begin" delay="0">
                                      <p:tn val="33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7" presetID="2" presetClass="entr" presetSubtype="4" accel="19000" decel="81000" fill="hold" grpId="0" nodeType="withEffect" nodePh="1">
                                  <p:stCondLst>
                                    <p:cond delay="1600"/>
                                  </p:stCondLst>
                                  <p:endCondLst>
                                    <p:cond evt="begin" delay="0">
                                      <p:tn val="37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9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0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" grpId="0" animBg="1"/>
      <p:bldP spid="5" grpId="0"/>
      <p:bldP spid="6" grpId="0"/>
      <p:bldP spid="7" grpId="0"/>
      <p:bldP spid="8" grpId="0"/>
      <p:bldP spid="9" grpId="0"/>
      <p:bldP spid="10" grpId="0"/>
      <p:bldP spid="14" grpId="0" animBg="1"/>
      <p:bldP spid="16" grpId="0" animBg="1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矩形 17">
            <a:extLst>
              <a:ext uri="{FF2B5EF4-FFF2-40B4-BE49-F238E27FC236}">
                <a16:creationId xmlns:a16="http://schemas.microsoft.com/office/drawing/2014/main" id="{39A7ABF8-5FC7-6D7B-E97A-8BB21C5FFD2F}"/>
              </a:ext>
            </a:extLst>
          </p:cNvPr>
          <p:cNvSpPr/>
          <p:nvPr/>
        </p:nvSpPr>
        <p:spPr>
          <a:xfrm>
            <a:off x="1" y="6641764"/>
            <a:ext cx="12192000" cy="21623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19" name="任意多边形: 形状 18">
            <a:extLst>
              <a:ext uri="{FF2B5EF4-FFF2-40B4-BE49-F238E27FC236}">
                <a16:creationId xmlns:a16="http://schemas.microsoft.com/office/drawing/2014/main" id="{15A8A187-90A9-D200-2C3D-046943B334DD}"/>
              </a:ext>
            </a:extLst>
          </p:cNvPr>
          <p:cNvSpPr/>
          <p:nvPr/>
        </p:nvSpPr>
        <p:spPr>
          <a:xfrm flipV="1">
            <a:off x="0" y="6455318"/>
            <a:ext cx="6502400" cy="402681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20" name="文本框 19">
            <a:extLst>
              <a:ext uri="{FF2B5EF4-FFF2-40B4-BE49-F238E27FC236}">
                <a16:creationId xmlns:a16="http://schemas.microsoft.com/office/drawing/2014/main" id="{5C8665C6-BA4B-C7A4-FA37-4948398C998F}"/>
              </a:ext>
            </a:extLst>
          </p:cNvPr>
          <p:cNvSpPr txBox="1"/>
          <p:nvPr/>
        </p:nvSpPr>
        <p:spPr>
          <a:xfrm>
            <a:off x="420007" y="402681"/>
            <a:ext cx="2352221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思源黑体 CN Normal" panose="020B0400000000000000" charset="-122"/>
              <a:buChar char="•"/>
            </a:pPr>
            <a:endParaRPr lang="zh-CN" altLang="en-US" sz="2000">
              <a:solidFill>
                <a:schemeClr val="tx1">
                  <a:lumMod val="65000"/>
                  <a:lumOff val="35000"/>
                </a:schemeClr>
              </a:solidFill>
              <a:latin typeface="MiSans Normal" pitchFamily="2" charset="-122"/>
              <a:ea typeface="MiSans Normal" pitchFamily="2" charset="-122"/>
              <a:cs typeface="思源黑体 CN Normal" panose="020B0400000000000000" charset="-122"/>
            </a:endParaRPr>
          </a:p>
        </p:txBody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1F777A62-2601-484A-A176-5DDC43C0B8F5}"/>
              </a:ext>
            </a:extLst>
          </p:cNvPr>
          <p:cNvSpPr/>
          <p:nvPr/>
        </p:nvSpPr>
        <p:spPr>
          <a:xfrm>
            <a:off x="669926" y="2848645"/>
            <a:ext cx="10850562" cy="2725347"/>
          </a:xfrm>
          <a:prstGeom prst="rect">
            <a:avLst/>
          </a:prstGeom>
          <a:solidFill>
            <a:schemeClr val="accent1"/>
          </a:solidFill>
          <a:ln w="25400" cap="flat" cmpd="sng" algn="ctr">
            <a:noFill/>
            <a:prstDash val="solid"/>
          </a:ln>
          <a:effectLst/>
        </p:spPr>
        <p:txBody>
          <a:bodyPr lIns="80632" tIns="40316" rIns="80632" bIns="40316" rtlCol="0" anchor="ctr"/>
          <a:lstStyle/>
          <a:p>
            <a:pPr algn="ctr"/>
            <a:endParaRPr lang="zh-CN" altLang="en-US" kern="0" dirty="0">
              <a:solidFill>
                <a:sysClr val="window" lastClr="FFFFFF"/>
              </a:solidFill>
              <a:latin typeface="MiSans" panose="00000500000000000000" pitchFamily="2" charset="-122"/>
              <a:ea typeface="MiSans" panose="00000500000000000000" pitchFamily="2" charset="-122"/>
            </a:endParaRPr>
          </a:p>
        </p:txBody>
      </p:sp>
      <p:sp>
        <p:nvSpPr>
          <p:cNvPr id="4" name="矩形: 圆角 3">
            <a:extLst>
              <a:ext uri="{FF2B5EF4-FFF2-40B4-BE49-F238E27FC236}">
                <a16:creationId xmlns:a16="http://schemas.microsoft.com/office/drawing/2014/main" id="{A68F8DFA-374A-4543-8F27-D337FC9A9137}"/>
              </a:ext>
            </a:extLst>
          </p:cNvPr>
          <p:cNvSpPr/>
          <p:nvPr/>
        </p:nvSpPr>
        <p:spPr>
          <a:xfrm flipH="1">
            <a:off x="529392" y="2848645"/>
            <a:ext cx="2598821" cy="3288630"/>
          </a:xfrm>
          <a:prstGeom prst="roundRect">
            <a:avLst>
              <a:gd name="adj" fmla="val 727"/>
            </a:avLst>
          </a:prstGeom>
          <a:solidFill>
            <a:sysClr val="window" lastClr="FFFFFF"/>
          </a:solidFill>
          <a:ln w="12700" cap="flat" cmpd="sng" algn="ctr">
            <a:noFill/>
            <a:prstDash val="solid"/>
            <a:miter lim="800000"/>
          </a:ln>
          <a:effectLst>
            <a:outerShdw blurRad="1270000" dist="1092200" dir="8100000" sx="90000" sy="90000" algn="tr" rotWithShape="0">
              <a:prstClr val="black">
                <a:alpha val="15000"/>
              </a:prstClr>
            </a:outerShdw>
          </a:effectLst>
        </p:spPr>
        <p:txBody>
          <a:bodyPr rtlCol="0" anchor="ctr"/>
          <a:lstStyle/>
          <a:p>
            <a:pPr marL="0" marR="0" lvl="0" indent="0" algn="ctr" defTabSz="28575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id-ID" sz="1100" b="0" i="0" u="none" strike="noStrike" kern="0" cap="none" spc="0" normalizeH="0" baseline="0" noProof="0" dirty="0">
              <a:ln>
                <a:noFill/>
              </a:ln>
              <a:solidFill>
                <a:prstClr val="black">
                  <a:lumMod val="65000"/>
                  <a:lumOff val="35000"/>
                </a:prstClr>
              </a:solidFill>
              <a:effectLst/>
              <a:uLnTx/>
              <a:uFillTx/>
              <a:latin typeface="MiSans Normal" pitchFamily="2" charset="-122"/>
              <a:ea typeface="MiSans Normal" pitchFamily="2" charset="-122"/>
              <a:sym typeface="MiSans" panose="00000500000000000000" pitchFamily="2" charset="-122"/>
            </a:endParaRPr>
          </a:p>
        </p:txBody>
      </p:sp>
      <p:sp>
        <p:nvSpPr>
          <p:cNvPr id="6" name="矩形: 圆角 5">
            <a:extLst>
              <a:ext uri="{FF2B5EF4-FFF2-40B4-BE49-F238E27FC236}">
                <a16:creationId xmlns:a16="http://schemas.microsoft.com/office/drawing/2014/main" id="{2D6AE3CF-800C-0C4A-A890-06C988037A6F}"/>
              </a:ext>
            </a:extLst>
          </p:cNvPr>
          <p:cNvSpPr/>
          <p:nvPr/>
        </p:nvSpPr>
        <p:spPr>
          <a:xfrm>
            <a:off x="1028351" y="3146538"/>
            <a:ext cx="1600904" cy="432835"/>
          </a:xfrm>
          <a:prstGeom prst="roundRect">
            <a:avLst>
              <a:gd name="adj" fmla="val 50000"/>
            </a:avLst>
          </a:prstGeom>
          <a:solidFill>
            <a:schemeClr val="accent2"/>
          </a:solidFill>
          <a:ln w="12700" cap="flat" cmpd="sng" algn="ctr">
            <a:noFill/>
            <a:prstDash val="solid"/>
            <a:miter lim="800000"/>
          </a:ln>
          <a:effectLst>
            <a:outerShdw blurRad="381000" sx="102000" sy="102000" algn="ctr" rotWithShape="0">
              <a:prstClr val="black">
                <a:alpha val="15000"/>
              </a:prstClr>
            </a:outerShdw>
          </a:effectLst>
        </p:spPr>
        <p:txBody>
          <a:bodyPr rtlCol="0" anchor="ctr"/>
          <a:lstStyle/>
          <a:p>
            <a:pPr marL="0" marR="0" lvl="0" indent="0" algn="ctr" defTabSz="4572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Pct val="25000"/>
              <a:buFontTx/>
              <a:buNone/>
              <a:tabLst/>
              <a:defRPr/>
            </a:pPr>
            <a:r>
              <a:rPr kumimoji="0" lang="zh-CN" altLang="en-US" b="1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MiSans Normal" pitchFamily="2" charset="-122"/>
                <a:ea typeface="MiSans Normal" pitchFamily="2" charset="-122"/>
              </a:rPr>
              <a:t>添加标题</a:t>
            </a:r>
          </a:p>
        </p:txBody>
      </p:sp>
      <p:sp>
        <p:nvSpPr>
          <p:cNvPr id="8" name="矩形: 圆角 7">
            <a:extLst>
              <a:ext uri="{FF2B5EF4-FFF2-40B4-BE49-F238E27FC236}">
                <a16:creationId xmlns:a16="http://schemas.microsoft.com/office/drawing/2014/main" id="{6A78F19A-08D7-CF49-8BAA-B32CB21BC53B}"/>
              </a:ext>
            </a:extLst>
          </p:cNvPr>
          <p:cNvSpPr/>
          <p:nvPr/>
        </p:nvSpPr>
        <p:spPr>
          <a:xfrm flipH="1">
            <a:off x="3497179" y="2800519"/>
            <a:ext cx="2598821" cy="3288630"/>
          </a:xfrm>
          <a:prstGeom prst="roundRect">
            <a:avLst>
              <a:gd name="adj" fmla="val 727"/>
            </a:avLst>
          </a:prstGeom>
          <a:solidFill>
            <a:sysClr val="window" lastClr="FFFFFF"/>
          </a:solidFill>
          <a:ln w="12700" cap="flat" cmpd="sng" algn="ctr">
            <a:noFill/>
            <a:prstDash val="solid"/>
            <a:miter lim="800000"/>
          </a:ln>
          <a:effectLst>
            <a:outerShdw blurRad="1270000" dist="1092200" dir="8100000" sx="90000" sy="90000" algn="tr" rotWithShape="0">
              <a:prstClr val="black">
                <a:alpha val="15000"/>
              </a:prstClr>
            </a:outerShdw>
          </a:effectLst>
        </p:spPr>
        <p:txBody>
          <a:bodyPr rtlCol="0" anchor="ctr"/>
          <a:lstStyle/>
          <a:p>
            <a:pPr marL="0" marR="0" lvl="0" indent="0" algn="ctr" defTabSz="28575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id-ID" sz="1100" b="0" i="0" u="none" strike="noStrike" kern="0" cap="none" spc="0" normalizeH="0" baseline="0" noProof="0" dirty="0">
              <a:ln>
                <a:noFill/>
              </a:ln>
              <a:solidFill>
                <a:prstClr val="black">
                  <a:lumMod val="65000"/>
                  <a:lumOff val="35000"/>
                </a:prstClr>
              </a:solidFill>
              <a:effectLst/>
              <a:uLnTx/>
              <a:uFillTx/>
              <a:latin typeface="MiSans Normal" pitchFamily="2" charset="-122"/>
              <a:ea typeface="MiSans Normal" pitchFamily="2" charset="-122"/>
              <a:sym typeface="MiSans" panose="00000500000000000000" pitchFamily="2" charset="-122"/>
            </a:endParaRPr>
          </a:p>
        </p:txBody>
      </p:sp>
      <p:sp>
        <p:nvSpPr>
          <p:cNvPr id="10" name="矩形: 圆角 9">
            <a:extLst>
              <a:ext uri="{FF2B5EF4-FFF2-40B4-BE49-F238E27FC236}">
                <a16:creationId xmlns:a16="http://schemas.microsoft.com/office/drawing/2014/main" id="{D86D55F7-83D3-FD4B-B80F-3914BCA00D2E}"/>
              </a:ext>
            </a:extLst>
          </p:cNvPr>
          <p:cNvSpPr/>
          <p:nvPr/>
        </p:nvSpPr>
        <p:spPr>
          <a:xfrm>
            <a:off x="4076351" y="3146538"/>
            <a:ext cx="1600904" cy="432835"/>
          </a:xfrm>
          <a:prstGeom prst="roundRect">
            <a:avLst>
              <a:gd name="adj" fmla="val 50000"/>
            </a:avLst>
          </a:prstGeom>
          <a:solidFill>
            <a:schemeClr val="accent2"/>
          </a:solidFill>
          <a:ln w="12700" cap="flat" cmpd="sng" algn="ctr">
            <a:noFill/>
            <a:prstDash val="solid"/>
            <a:miter lim="800000"/>
          </a:ln>
          <a:effectLst>
            <a:outerShdw blurRad="381000" sx="102000" sy="102000" algn="ctr" rotWithShape="0">
              <a:prstClr val="black">
                <a:alpha val="15000"/>
              </a:prstClr>
            </a:outerShdw>
          </a:effectLst>
        </p:spPr>
        <p:txBody>
          <a:bodyPr rtlCol="0" anchor="ctr"/>
          <a:lstStyle/>
          <a:p>
            <a:pPr marL="0" marR="0" lvl="0" indent="0" algn="ctr" defTabSz="4572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Pct val="25000"/>
              <a:buFontTx/>
              <a:buNone/>
              <a:tabLst/>
              <a:defRPr/>
            </a:pPr>
            <a:r>
              <a:rPr kumimoji="0" lang="zh-CN" altLang="en-US" b="1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MiSans Normal" pitchFamily="2" charset="-122"/>
                <a:ea typeface="MiSans Normal" pitchFamily="2" charset="-122"/>
              </a:rPr>
              <a:t>添加标题</a:t>
            </a:r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C3A73AF6-00D3-8145-9740-02539C64BDCB}"/>
              </a:ext>
            </a:extLst>
          </p:cNvPr>
          <p:cNvSpPr txBox="1"/>
          <p:nvPr/>
        </p:nvSpPr>
        <p:spPr>
          <a:xfrm>
            <a:off x="883610" y="3818119"/>
            <a:ext cx="1890383" cy="380553"/>
          </a:xfrm>
          <a:prstGeom prst="rect">
            <a:avLst/>
          </a:prstGeom>
        </p:spPr>
        <p:txBody>
          <a:bodyPr wrap="square">
            <a:spAutoFit/>
          </a:bodyPr>
          <a:lstStyle>
            <a:defPPr>
              <a:defRPr lang="zh-CN"/>
            </a:defPPr>
            <a:lvl1pPr defTabSz="457143">
              <a:lnSpc>
                <a:spcPct val="130000"/>
              </a:lnSpc>
              <a:defRPr sz="1200">
                <a:solidFill>
                  <a:schemeClr val="bg1">
                    <a:lumMod val="50000"/>
                  </a:schemeClr>
                </a:solidFill>
                <a:latin typeface="Source Han Sans CN Normal" panose="020B0400000000000000" pitchFamily="34" charset="-128"/>
                <a:ea typeface="Source Han Sans CN Normal" panose="020B0400000000000000" pitchFamily="34" charset="-128"/>
              </a:defRPr>
            </a:lvl1pPr>
          </a:lstStyle>
          <a:p>
            <a:pPr algn="ctr">
              <a:lnSpc>
                <a:spcPct val="150000"/>
              </a:lnSpc>
            </a:pPr>
            <a:endParaRPr lang="zh-CN" altLang="en-US" sz="1400" dirty="0">
              <a:latin typeface="MiSans Normal" pitchFamily="2" charset="-122"/>
              <a:ea typeface="MiSans Normal" pitchFamily="2" charset="-122"/>
              <a:cs typeface="Alibaba PuHuiTi" pitchFamily="18" charset="-122"/>
            </a:endParaRPr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8B9A2BCC-5EAA-6045-8D0E-EF49CFF0DE76}"/>
              </a:ext>
            </a:extLst>
          </p:cNvPr>
          <p:cNvSpPr txBox="1"/>
          <p:nvPr/>
        </p:nvSpPr>
        <p:spPr>
          <a:xfrm>
            <a:off x="3851398" y="3818119"/>
            <a:ext cx="1890383" cy="380553"/>
          </a:xfrm>
          <a:prstGeom prst="rect">
            <a:avLst/>
          </a:prstGeom>
        </p:spPr>
        <p:txBody>
          <a:bodyPr wrap="square">
            <a:spAutoFit/>
          </a:bodyPr>
          <a:lstStyle>
            <a:defPPr>
              <a:defRPr lang="zh-CN"/>
            </a:defPPr>
            <a:lvl1pPr defTabSz="457143">
              <a:lnSpc>
                <a:spcPct val="130000"/>
              </a:lnSpc>
              <a:defRPr sz="1200">
                <a:solidFill>
                  <a:schemeClr val="bg1">
                    <a:lumMod val="50000"/>
                  </a:schemeClr>
                </a:solidFill>
                <a:latin typeface="Source Han Sans CN Normal" panose="020B0400000000000000" pitchFamily="34" charset="-128"/>
                <a:ea typeface="Source Han Sans CN Normal" panose="020B0400000000000000" pitchFamily="34" charset="-128"/>
              </a:defRPr>
            </a:lvl1pPr>
          </a:lstStyle>
          <a:p>
            <a:pPr algn="ctr">
              <a:lnSpc>
                <a:spcPct val="150000"/>
              </a:lnSpc>
            </a:pPr>
            <a:endParaRPr lang="zh-CN" altLang="en-US" sz="1400" dirty="0">
              <a:latin typeface="MiSans Normal" pitchFamily="2" charset="-122"/>
              <a:ea typeface="MiSans Normal" pitchFamily="2" charset="-122"/>
              <a:cs typeface="Alibaba PuHuiTi" pitchFamily="18" charset="-122"/>
            </a:endParaRPr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B54A4F0E-CC83-824D-A404-1245DD44052C}"/>
              </a:ext>
            </a:extLst>
          </p:cNvPr>
          <p:cNvSpPr txBox="1"/>
          <p:nvPr/>
        </p:nvSpPr>
        <p:spPr>
          <a:xfrm>
            <a:off x="1327833" y="1145943"/>
            <a:ext cx="3041829" cy="58477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endParaRPr lang="zh-CN" altLang="en-US" sz="3200" b="1" dirty="0">
              <a:solidFill>
                <a:schemeClr val="tx1">
                  <a:lumMod val="75000"/>
                  <a:lumOff val="25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5" name="矩形 14">
            <a:extLst>
              <a:ext uri="{FF2B5EF4-FFF2-40B4-BE49-F238E27FC236}">
                <a16:creationId xmlns:a16="http://schemas.microsoft.com/office/drawing/2014/main" id="{42BC9102-B9A9-B349-9D0E-E15EE9DFE7C5}"/>
              </a:ext>
            </a:extLst>
          </p:cNvPr>
          <p:cNvSpPr/>
          <p:nvPr/>
        </p:nvSpPr>
        <p:spPr>
          <a:xfrm>
            <a:off x="1327833" y="1706312"/>
            <a:ext cx="3600759" cy="37741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endParaRPr lang="zh-CN" altLang="en-US" sz="1400" i="1" dirty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7" name="任意多边形: 形状 16">
            <a:extLst>
              <a:ext uri="{FF2B5EF4-FFF2-40B4-BE49-F238E27FC236}">
                <a16:creationId xmlns:a16="http://schemas.microsoft.com/office/drawing/2014/main" id="{77FB484D-13F8-4826-B89E-729CBBF713EA}"/>
              </a:ext>
            </a:extLst>
          </p:cNvPr>
          <p:cNvSpPr/>
          <p:nvPr/>
        </p:nvSpPr>
        <p:spPr>
          <a:xfrm>
            <a:off x="6096000" y="2825221"/>
            <a:ext cx="4886704" cy="2748771"/>
          </a:xfrm>
          <a:custGeom>
            <a:avLst/>
            <a:gdLst>
              <a:gd name="connsiteX0" fmla="*/ 0 w 4886704"/>
              <a:gd name="connsiteY0" fmla="*/ 0 h 2748771"/>
              <a:gd name="connsiteX1" fmla="*/ 4886704 w 4886704"/>
              <a:gd name="connsiteY1" fmla="*/ 0 h 2748771"/>
              <a:gd name="connsiteX2" fmla="*/ 4886704 w 4886704"/>
              <a:gd name="connsiteY2" fmla="*/ 2748771 h 2748771"/>
              <a:gd name="connsiteX3" fmla="*/ 0 w 4886704"/>
              <a:gd name="connsiteY3" fmla="*/ 2748771 h 274877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4886704" h="2748771">
                <a:moveTo>
                  <a:pt x="0" y="0"/>
                </a:moveTo>
                <a:lnTo>
                  <a:pt x="4886704" y="0"/>
                </a:lnTo>
                <a:lnTo>
                  <a:pt x="4886704" y="2748771"/>
                </a:lnTo>
                <a:lnTo>
                  <a:pt x="0" y="2748771"/>
                </a:lnTo>
                <a:close/>
              </a:path>
            </a:pathLst>
          </a:custGeom>
          <a:blipFill>
            <a:blip r:embed="rId3"/>
            <a:srcRect/>
            <a:stretch>
              <a:fillRect t="-9260" b="-9260"/>
            </a:stretch>
          </a:blip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6" name="文本框 15">
            <a:extLst>
              <a:ext uri="{FF2B5EF4-FFF2-40B4-BE49-F238E27FC236}">
                <a16:creationId xmlns:a16="http://schemas.microsoft.com/office/drawing/2014/main" id="{433496D6-B423-3F4B-80A8-D506DBFCF396}"/>
              </a:ext>
            </a:extLst>
          </p:cNvPr>
          <p:cNvSpPr txBox="1"/>
          <p:nvPr/>
        </p:nvSpPr>
        <p:spPr>
          <a:xfrm>
            <a:off x="6244802" y="1056903"/>
            <a:ext cx="4619365" cy="380553"/>
          </a:xfrm>
          <a:prstGeom prst="rect">
            <a:avLst/>
          </a:prstGeom>
        </p:spPr>
        <p:txBody>
          <a:bodyPr wrap="square">
            <a:spAutoFit/>
          </a:bodyPr>
          <a:lstStyle>
            <a:defPPr>
              <a:defRPr lang="zh-CN"/>
            </a:defPPr>
            <a:lvl1pPr defTabSz="457143">
              <a:lnSpc>
                <a:spcPct val="130000"/>
              </a:lnSpc>
              <a:defRPr sz="1200">
                <a:solidFill>
                  <a:schemeClr val="bg1">
                    <a:lumMod val="50000"/>
                  </a:schemeClr>
                </a:solidFill>
                <a:latin typeface="Source Han Sans CN Normal" panose="020B0400000000000000" pitchFamily="34" charset="-128"/>
                <a:ea typeface="Source Han Sans CN Normal" panose="020B0400000000000000" pitchFamily="34" charset="-128"/>
              </a:defRPr>
            </a:lvl1pPr>
          </a:lstStyle>
          <a:p>
            <a:pPr>
              <a:lnSpc>
                <a:spcPct val="150000"/>
              </a:lnSpc>
            </a:pPr>
            <a:endParaRPr lang="zh-CN" altLang="en-US" sz="1400" dirty="0">
              <a:latin typeface="MiSans Normal" pitchFamily="2" charset="-122"/>
              <a:ea typeface="MiSans Normal" pitchFamily="2" charset="-122"/>
              <a:cs typeface="Alibaba PuHuiTi" pitchFamily="18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167863574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decel="100000" fill="hold" grpId="0" nodeType="with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8" decel="100000" fill="hold" grpId="0" nodeType="withEffect" nodePh="1">
                                  <p:stCondLst>
                                    <p:cond delay="200"/>
                                  </p:stCondLst>
                                  <p:endCondLst>
                                    <p:cond evt="begin" delay="0">
                                      <p:tn val="9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2" presetClass="entr" presetSubtype="8" fill="hold" grpId="0" nodeType="withEffect" nodePh="1">
                                  <p:stCondLst>
                                    <p:cond delay="400"/>
                                  </p:stCondLst>
                                  <p:endCondLst>
                                    <p:cond evt="begin" delay="0">
                                      <p:tn val="13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5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2" presetClass="entr" presetSubtype="4" accel="19000" decel="8100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8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0" presetID="2" presetClass="entr" presetSubtype="4" accel="19000" decel="8100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2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3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4" presetID="2" presetClass="entr" presetSubtype="4" accel="19000" decel="8100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6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8" presetID="10" presetClass="entr" presetSubtype="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3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10" presetClass="entr" presetSubtype="0" fill="hold" grpId="0" nodeType="withEffect" nodePh="1">
                                  <p:stCondLst>
                                    <p:cond delay="1400"/>
                                  </p:stCondLst>
                                  <p:endCondLst>
                                    <p:cond evt="begin" delay="0">
                                      <p:tn val="31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" dur="3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4" presetID="10" presetClass="entr" presetSubtype="0" fill="hold" grpId="0" nodeType="withEffect">
                                  <p:stCondLst>
                                    <p:cond delay="160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6" dur="3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7" presetID="10" presetClass="entr" presetSubtype="0" fill="hold" grpId="0" nodeType="withEffect" nodePh="1">
                                  <p:stCondLst>
                                    <p:cond delay="1800"/>
                                  </p:stCondLst>
                                  <p:endCondLst>
                                    <p:cond evt="begin" delay="0">
                                      <p:tn val="37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9" dur="3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0" presetID="10" presetClass="entr" presetSubtype="0" fill="hold" grpId="0" nodeType="with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4" grpId="0" animBg="1"/>
      <p:bldP spid="6" grpId="0" animBg="1"/>
      <p:bldP spid="8" grpId="0" animBg="1"/>
      <p:bldP spid="10" grpId="0" animBg="1"/>
      <p:bldP spid="12" grpId="0"/>
      <p:bldP spid="13" grpId="0"/>
      <p:bldP spid="14" grpId="0"/>
      <p:bldP spid="15" grpId="0"/>
      <p:bldP spid="17" grpId="0" animBg="1"/>
      <p:bldP spid="16" grpId="0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矩形 17">
            <a:extLst>
              <a:ext uri="{FF2B5EF4-FFF2-40B4-BE49-F238E27FC236}">
                <a16:creationId xmlns:a16="http://schemas.microsoft.com/office/drawing/2014/main" id="{EA3C8B66-C9B9-889A-D78E-3467C14F0348}"/>
              </a:ext>
            </a:extLst>
          </p:cNvPr>
          <p:cNvSpPr/>
          <p:nvPr/>
        </p:nvSpPr>
        <p:spPr>
          <a:xfrm>
            <a:off x="1" y="6641764"/>
            <a:ext cx="12192000" cy="21623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19" name="任意多边形: 形状 18">
            <a:extLst>
              <a:ext uri="{FF2B5EF4-FFF2-40B4-BE49-F238E27FC236}">
                <a16:creationId xmlns:a16="http://schemas.microsoft.com/office/drawing/2014/main" id="{338269F0-8C36-9DD3-1B95-62916C0995A0}"/>
              </a:ext>
            </a:extLst>
          </p:cNvPr>
          <p:cNvSpPr/>
          <p:nvPr/>
        </p:nvSpPr>
        <p:spPr>
          <a:xfrm flipV="1">
            <a:off x="0" y="6455318"/>
            <a:ext cx="6502400" cy="402681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20" name="文本框 19">
            <a:extLst>
              <a:ext uri="{FF2B5EF4-FFF2-40B4-BE49-F238E27FC236}">
                <a16:creationId xmlns:a16="http://schemas.microsoft.com/office/drawing/2014/main" id="{15FF1401-568B-5661-F3A3-DBB832E70DAB}"/>
              </a:ext>
            </a:extLst>
          </p:cNvPr>
          <p:cNvSpPr txBox="1"/>
          <p:nvPr/>
        </p:nvSpPr>
        <p:spPr>
          <a:xfrm>
            <a:off x="420007" y="402681"/>
            <a:ext cx="2352221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思源黑体 CN Normal" panose="020B0400000000000000" charset="-122"/>
              <a:buChar char="•"/>
            </a:pPr>
            <a:endParaRPr lang="zh-CN" altLang="en-US" sz="2000">
              <a:solidFill>
                <a:schemeClr val="tx1">
                  <a:lumMod val="65000"/>
                  <a:lumOff val="35000"/>
                </a:schemeClr>
              </a:solidFill>
              <a:latin typeface="MiSans Normal" pitchFamily="2" charset="-122"/>
              <a:ea typeface="MiSans Normal" pitchFamily="2" charset="-122"/>
              <a:cs typeface="思源黑体 CN Normal" panose="020B0400000000000000" charset="-122"/>
            </a:endParaRPr>
          </a:p>
        </p:txBody>
      </p:sp>
      <p:sp>
        <p:nvSpPr>
          <p:cNvPr id="2" name="箭头: 五边形 1">
            <a:extLst>
              <a:ext uri="{FF2B5EF4-FFF2-40B4-BE49-F238E27FC236}">
                <a16:creationId xmlns:a16="http://schemas.microsoft.com/office/drawing/2014/main" id="{F43DA9D2-09D2-DA47-B9FE-02F0C49D6EE8}"/>
              </a:ext>
            </a:extLst>
          </p:cNvPr>
          <p:cNvSpPr/>
          <p:nvPr/>
        </p:nvSpPr>
        <p:spPr>
          <a:xfrm>
            <a:off x="1187005" y="2005123"/>
            <a:ext cx="1863375" cy="1634448"/>
          </a:xfrm>
          <a:prstGeom prst="homePlate">
            <a:avLst>
              <a:gd name="adj" fmla="val 29885"/>
            </a:avLst>
          </a:prstGeom>
          <a:solidFill>
            <a:schemeClr val="accent1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200" b="1" dirty="0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3" name="箭头: 五边形 2">
            <a:extLst>
              <a:ext uri="{FF2B5EF4-FFF2-40B4-BE49-F238E27FC236}">
                <a16:creationId xmlns:a16="http://schemas.microsoft.com/office/drawing/2014/main" id="{F3E09466-35AE-E443-A851-8CC9B85708B5}"/>
              </a:ext>
            </a:extLst>
          </p:cNvPr>
          <p:cNvSpPr/>
          <p:nvPr/>
        </p:nvSpPr>
        <p:spPr>
          <a:xfrm>
            <a:off x="3225210" y="3714785"/>
            <a:ext cx="1863375" cy="1634448"/>
          </a:xfrm>
          <a:prstGeom prst="homePlate">
            <a:avLst>
              <a:gd name="adj" fmla="val 28209"/>
            </a:avLst>
          </a:prstGeom>
          <a:solidFill>
            <a:schemeClr val="accent2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altLang="zh-CN" sz="2200" b="1" dirty="0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4" name="箭头: 五边形 3">
            <a:extLst>
              <a:ext uri="{FF2B5EF4-FFF2-40B4-BE49-F238E27FC236}">
                <a16:creationId xmlns:a16="http://schemas.microsoft.com/office/drawing/2014/main" id="{593CF185-6338-3F4D-B85A-430854E95A1A}"/>
              </a:ext>
            </a:extLst>
          </p:cNvPr>
          <p:cNvSpPr/>
          <p:nvPr/>
        </p:nvSpPr>
        <p:spPr>
          <a:xfrm>
            <a:off x="5263415" y="2005123"/>
            <a:ext cx="1863375" cy="1634448"/>
          </a:xfrm>
          <a:prstGeom prst="homePlate">
            <a:avLst>
              <a:gd name="adj" fmla="val 30723"/>
            </a:avLst>
          </a:prstGeom>
          <a:solidFill>
            <a:schemeClr val="accent1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altLang="zh-CN" sz="2200" b="1" dirty="0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5" name="箭头: 五边形 4">
            <a:extLst>
              <a:ext uri="{FF2B5EF4-FFF2-40B4-BE49-F238E27FC236}">
                <a16:creationId xmlns:a16="http://schemas.microsoft.com/office/drawing/2014/main" id="{0A742CCD-5FF6-474A-AD8F-D9BD29B2A26E}"/>
              </a:ext>
            </a:extLst>
          </p:cNvPr>
          <p:cNvSpPr/>
          <p:nvPr/>
        </p:nvSpPr>
        <p:spPr>
          <a:xfrm>
            <a:off x="7301620" y="3714785"/>
            <a:ext cx="1863375" cy="1634448"/>
          </a:xfrm>
          <a:prstGeom prst="homePlate">
            <a:avLst>
              <a:gd name="adj" fmla="val 29885"/>
            </a:avLst>
          </a:prstGeom>
          <a:solidFill>
            <a:schemeClr val="accent2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altLang="zh-CN" sz="2200" b="1" dirty="0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6" name="箭头: 五边形 5">
            <a:extLst>
              <a:ext uri="{FF2B5EF4-FFF2-40B4-BE49-F238E27FC236}">
                <a16:creationId xmlns:a16="http://schemas.microsoft.com/office/drawing/2014/main" id="{FAB6E429-6BD0-4F4D-95A6-E7A12BBBF1FE}"/>
              </a:ext>
            </a:extLst>
          </p:cNvPr>
          <p:cNvSpPr/>
          <p:nvPr/>
        </p:nvSpPr>
        <p:spPr>
          <a:xfrm>
            <a:off x="9339824" y="2005123"/>
            <a:ext cx="1863375" cy="1634448"/>
          </a:xfrm>
          <a:prstGeom prst="homePlate">
            <a:avLst>
              <a:gd name="adj" fmla="val 29885"/>
            </a:avLst>
          </a:prstGeom>
          <a:solidFill>
            <a:schemeClr val="accent1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altLang="zh-CN" sz="2200" b="1" dirty="0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863ACA6E-0747-4344-B20A-55CF6D5646A5}"/>
              </a:ext>
            </a:extLst>
          </p:cNvPr>
          <p:cNvSpPr txBox="1"/>
          <p:nvPr/>
        </p:nvSpPr>
        <p:spPr>
          <a:xfrm>
            <a:off x="3762848" y="2308138"/>
            <a:ext cx="65" cy="246221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/>
          <a:p>
            <a:endParaRPr lang="en-US" sz="1600" b="1" dirty="0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CCAC23B0-D815-F549-AEEF-6E8369A7D92F}"/>
              </a:ext>
            </a:extLst>
          </p:cNvPr>
          <p:cNvSpPr txBox="1"/>
          <p:nvPr/>
        </p:nvSpPr>
        <p:spPr>
          <a:xfrm>
            <a:off x="1187005" y="3999248"/>
            <a:ext cx="1638150" cy="380553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>
              <a:lnSpc>
                <a:spcPct val="150000"/>
              </a:lnSpc>
            </a:pPr>
            <a:endParaRPr lang="zh-CN" altLang="en-US" sz="1400" dirty="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092FD8D3-386F-BC43-8D29-5422849D08BB}"/>
              </a:ext>
            </a:extLst>
          </p:cNvPr>
          <p:cNvSpPr txBox="1"/>
          <p:nvPr/>
        </p:nvSpPr>
        <p:spPr>
          <a:xfrm>
            <a:off x="5276925" y="3999248"/>
            <a:ext cx="1638150" cy="380553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>
              <a:lnSpc>
                <a:spcPct val="150000"/>
              </a:lnSpc>
            </a:pPr>
            <a:endParaRPr lang="zh-CN" altLang="en-US" sz="1400" dirty="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F63B657F-66E5-A041-B816-8BA37142D540}"/>
              </a:ext>
            </a:extLst>
          </p:cNvPr>
          <p:cNvSpPr txBox="1"/>
          <p:nvPr/>
        </p:nvSpPr>
        <p:spPr>
          <a:xfrm>
            <a:off x="9366845" y="3999248"/>
            <a:ext cx="1638150" cy="380553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>
              <a:lnSpc>
                <a:spcPct val="150000"/>
              </a:lnSpc>
            </a:pPr>
            <a:endParaRPr lang="zh-CN" altLang="en-US" sz="1400" dirty="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6" name="文本框 15">
            <a:extLst>
              <a:ext uri="{FF2B5EF4-FFF2-40B4-BE49-F238E27FC236}">
                <a16:creationId xmlns:a16="http://schemas.microsoft.com/office/drawing/2014/main" id="{FF66F273-6149-BB41-A29E-46827D047C8A}"/>
              </a:ext>
            </a:extLst>
          </p:cNvPr>
          <p:cNvSpPr txBox="1"/>
          <p:nvPr/>
        </p:nvSpPr>
        <p:spPr>
          <a:xfrm>
            <a:off x="7301620" y="2079015"/>
            <a:ext cx="1638150" cy="380553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>
              <a:lnSpc>
                <a:spcPct val="150000"/>
              </a:lnSpc>
            </a:pPr>
            <a:endParaRPr lang="zh-CN" altLang="en-US" sz="1400" dirty="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7" name="文本框 16">
            <a:extLst>
              <a:ext uri="{FF2B5EF4-FFF2-40B4-BE49-F238E27FC236}">
                <a16:creationId xmlns:a16="http://schemas.microsoft.com/office/drawing/2014/main" id="{6E698026-6BF8-3A46-8232-4A70D0C521AA}"/>
              </a:ext>
            </a:extLst>
          </p:cNvPr>
          <p:cNvSpPr txBox="1"/>
          <p:nvPr/>
        </p:nvSpPr>
        <p:spPr>
          <a:xfrm>
            <a:off x="3225210" y="2079015"/>
            <a:ext cx="1638150" cy="380553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>
              <a:lnSpc>
                <a:spcPct val="150000"/>
              </a:lnSpc>
            </a:pPr>
            <a:endParaRPr lang="zh-CN" altLang="en-US" sz="1400" dirty="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391617042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8" decel="100000" fill="hold" grpId="0" nodeType="withEffect" nodePh="1">
                                  <p:stCondLst>
                                    <p:cond delay="200"/>
                                  </p:stCondLst>
                                  <p:endCondLst>
                                    <p:cond evt="begin" delay="0">
                                      <p:tn val="9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8" decel="10000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8" decel="100000" fill="hold" grpId="0" nodeType="withEffect" nodePh="1">
                                  <p:stCondLst>
                                    <p:cond delay="600"/>
                                  </p:stCondLst>
                                  <p:endCondLst>
                                    <p:cond evt="begin" delay="0">
                                      <p:tn val="17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8" decel="10000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8" decel="100000" fill="hold" grpId="0" nodeType="withEffect" nodePh="1">
                                  <p:stCondLst>
                                    <p:cond delay="1000"/>
                                  </p:stCondLst>
                                  <p:endCondLst>
                                    <p:cond evt="begin" delay="0">
                                      <p:tn val="2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8" decel="10000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2" presetClass="entr" presetSubtype="8" decel="100000" fill="hold" grpId="0" nodeType="withEffect" nodePh="1">
                                  <p:stCondLst>
                                    <p:cond delay="1400"/>
                                  </p:stCondLst>
                                  <p:endCondLst>
                                    <p:cond evt="begin" delay="0">
                                      <p:tn val="33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7" presetID="2" presetClass="entr" presetSubtype="8" decel="100000" fill="hold" grpId="0" nodeType="withEffect">
                                  <p:stCondLst>
                                    <p:cond delay="160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9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0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1" presetID="2" presetClass="entr" presetSubtype="8" decel="100000" fill="hold" grpId="0" nodeType="withEffect" nodePh="1">
                                  <p:stCondLst>
                                    <p:cond delay="1800"/>
                                  </p:stCondLst>
                                  <p:endCondLst>
                                    <p:cond evt="begin" delay="0">
                                      <p:tn val="41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4" grpId="0" animBg="1"/>
      <p:bldP spid="5" grpId="0" animBg="1"/>
      <p:bldP spid="6" grpId="0" animBg="1"/>
      <p:bldP spid="13" grpId="0"/>
      <p:bldP spid="14" grpId="0"/>
      <p:bldP spid="15" grpId="0"/>
      <p:bldP spid="16" grpId="0"/>
      <p:bldP spid="17" grpId="0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>
            <a:extLst>
              <a:ext uri="{FF2B5EF4-FFF2-40B4-BE49-F238E27FC236}">
                <a16:creationId xmlns:a16="http://schemas.microsoft.com/office/drawing/2014/main" id="{8568C516-CF69-B740-93FF-454F972ADCDD}"/>
              </a:ext>
            </a:extLst>
          </p:cNvPr>
          <p:cNvSpPr/>
          <p:nvPr/>
        </p:nvSpPr>
        <p:spPr>
          <a:xfrm rot="10800000">
            <a:off x="0" y="0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B4466E5C-E7DD-8D49-96B6-76AC74530044}"/>
              </a:ext>
            </a:extLst>
          </p:cNvPr>
          <p:cNvSpPr/>
          <p:nvPr/>
        </p:nvSpPr>
        <p:spPr>
          <a:xfrm rot="10800000">
            <a:off x="0" y="6524171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4" name="任意多边形: 形状 3">
            <a:extLst>
              <a:ext uri="{FF2B5EF4-FFF2-40B4-BE49-F238E27FC236}">
                <a16:creationId xmlns:a16="http://schemas.microsoft.com/office/drawing/2014/main" id="{B94C61FA-B336-6E4F-803C-67D393DD9949}"/>
              </a:ext>
            </a:extLst>
          </p:cNvPr>
          <p:cNvSpPr/>
          <p:nvPr/>
        </p:nvSpPr>
        <p:spPr>
          <a:xfrm rot="10800000" flipV="1">
            <a:off x="5689601" y="0"/>
            <a:ext cx="6502400" cy="621665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5" name="任意多边形: 形状 4">
            <a:extLst>
              <a:ext uri="{FF2B5EF4-FFF2-40B4-BE49-F238E27FC236}">
                <a16:creationId xmlns:a16="http://schemas.microsoft.com/office/drawing/2014/main" id="{EFC12716-19AB-1748-8A24-3BEAB6E3D848}"/>
              </a:ext>
            </a:extLst>
          </p:cNvPr>
          <p:cNvSpPr/>
          <p:nvPr/>
        </p:nvSpPr>
        <p:spPr>
          <a:xfrm rot="10800000" flipH="1">
            <a:off x="1" y="6236335"/>
            <a:ext cx="1446530" cy="621665"/>
          </a:xfrm>
          <a:custGeom>
            <a:avLst/>
            <a:gdLst/>
            <a:ahLst/>
            <a:cxnLst>
              <a:cxn ang="3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2278" h="979">
                <a:moveTo>
                  <a:pt x="0" y="0"/>
                </a:moveTo>
                <a:lnTo>
                  <a:pt x="1567" y="0"/>
                </a:lnTo>
                <a:lnTo>
                  <a:pt x="2278" y="979"/>
                </a:lnTo>
                <a:lnTo>
                  <a:pt x="1567" y="979"/>
                </a:lnTo>
                <a:lnTo>
                  <a:pt x="0" y="979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ADE7E6BD-3168-FE4F-B281-D730A6915650}"/>
              </a:ext>
            </a:extLst>
          </p:cNvPr>
          <p:cNvSpPr/>
          <p:nvPr>
            <p:custDataLst>
              <p:tags r:id="rId1"/>
            </p:custDataLst>
          </p:nvPr>
        </p:nvSpPr>
        <p:spPr>
          <a:xfrm>
            <a:off x="3748242" y="2449763"/>
            <a:ext cx="4695516" cy="99520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 defTabSz="914377">
              <a:defRPr/>
            </a:pPr>
            <a:r>
              <a:rPr lang="zh-CN" altLang="en-US" sz="5867" b="1" kern="0">
                <a:solidFill>
                  <a:schemeClr val="accent1"/>
                </a:solidFill>
                <a:latin typeface="MiSans Semibold" pitchFamily="2" charset="-122"/>
                <a:ea typeface="MiSans Semibold" pitchFamily="2" charset="-122"/>
              </a:rPr>
              <a:t>工作完成进度</a:t>
            </a:r>
            <a:endParaRPr lang="zh-CN" altLang="en-US" sz="5867" b="1" kern="0" dirty="0">
              <a:solidFill>
                <a:schemeClr val="accent1"/>
              </a:solidFill>
              <a:latin typeface="MiSans Semibold" pitchFamily="2" charset="-122"/>
              <a:ea typeface="MiSans Semibold" pitchFamily="2" charset="-122"/>
            </a:endParaRP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85456F46-13E8-6A49-9249-03D7CE3D2DB7}"/>
              </a:ext>
            </a:extLst>
          </p:cNvPr>
          <p:cNvSpPr/>
          <p:nvPr/>
        </p:nvSpPr>
        <p:spPr>
          <a:xfrm>
            <a:off x="2856512" y="3475683"/>
            <a:ext cx="6478976" cy="705258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 algn="ctr" defTabSz="1219170">
              <a:lnSpc>
                <a:spcPct val="150000"/>
              </a:lnSpc>
              <a:defRPr/>
            </a:pPr>
            <a:r>
              <a:rPr lang="zh-CN" altLang="en-US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连接真实场景 </a:t>
            </a:r>
            <a:r>
              <a:rPr lang="en-US" altLang="zh-CN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• </a:t>
            </a:r>
            <a:r>
              <a:rPr lang="zh-CN" altLang="en-US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结论：知识点必须落到可观察现象</a:t>
            </a:r>
          </a:p>
          <a:p>
            <a:pPr algn="ctr" defTabSz="1219170">
              <a:lnSpc>
                <a:spcPct val="150000"/>
              </a:lnSpc>
              <a:defRPr/>
            </a:pPr>
            <a:r>
              <a:rPr lang="en-US" altLang="zh-CN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• </a:t>
            </a:r>
            <a:r>
              <a:rPr lang="zh-CN" altLang="en-US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证据：至少给出</a:t>
            </a:r>
            <a:r>
              <a:rPr lang="en-US" altLang="zh-CN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3</a:t>
            </a:r>
            <a:r>
              <a:rPr lang="zh-CN" altLang="en-US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条观察数据并计算均值</a:t>
            </a:r>
            <a:r>
              <a:rPr lang="en-US" altLang="zh-CN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...</a:t>
            </a:r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9B14037F-5DE9-344D-9A68-2585B1AD1CA0}"/>
              </a:ext>
            </a:extLst>
          </p:cNvPr>
          <p:cNvSpPr/>
          <p:nvPr>
            <p:custDataLst>
              <p:tags r:id="rId2"/>
            </p:custDataLst>
          </p:nvPr>
        </p:nvSpPr>
        <p:spPr>
          <a:xfrm>
            <a:off x="4339245" y="2036873"/>
            <a:ext cx="3391592" cy="33855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dist" defTabSz="914377">
              <a:defRPr/>
            </a:pPr>
            <a:r>
              <a:rPr lang="en-US" altLang="zh-CN" sz="16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Enter</a:t>
            </a:r>
            <a:r>
              <a:rPr lang="zh-CN" altLang="en-US" sz="16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 </a:t>
            </a:r>
            <a:r>
              <a:rPr lang="en-US" altLang="zh-CN" sz="16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Your</a:t>
            </a:r>
            <a:r>
              <a:rPr lang="zh-CN" altLang="en-US" sz="16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 </a:t>
            </a:r>
            <a:r>
              <a:rPr lang="en-US" altLang="zh-CN" sz="16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Title</a:t>
            </a:r>
            <a:r>
              <a:rPr lang="zh-CN" altLang="en-US" sz="16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 </a:t>
            </a:r>
            <a:r>
              <a:rPr lang="en-US" altLang="zh-CN" sz="16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Here</a:t>
            </a:r>
          </a:p>
        </p:txBody>
      </p:sp>
      <p:sp>
        <p:nvSpPr>
          <p:cNvPr id="11" name="矩形: 圆角 10">
            <a:extLst>
              <a:ext uri="{FF2B5EF4-FFF2-40B4-BE49-F238E27FC236}">
                <a16:creationId xmlns:a16="http://schemas.microsoft.com/office/drawing/2014/main" id="{526B546F-37B7-A74D-87AD-D6CB2D3A5069}"/>
              </a:ext>
            </a:extLst>
          </p:cNvPr>
          <p:cNvSpPr/>
          <p:nvPr/>
        </p:nvSpPr>
        <p:spPr>
          <a:xfrm>
            <a:off x="5377667" y="4498447"/>
            <a:ext cx="1436667" cy="322681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600">
                <a:latin typeface="MiSans Normal" pitchFamily="2" charset="-122"/>
                <a:ea typeface="MiSans Normal" pitchFamily="2" charset="-122"/>
              </a:rPr>
              <a:t>PART 02</a:t>
            </a:r>
            <a:endParaRPr lang="zh-CN" altLang="en-US" sz="1600">
              <a:latin typeface="MiSans Normal" pitchFamily="2" charset="-122"/>
              <a:ea typeface="MiSans Normal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78274773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1" accel="19000" decel="81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1" accel="19000" decel="81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accel="19000" decel="8100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4" accel="19000" decel="8100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10" presetClass="entr" presetSubtype="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3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3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10" presetClass="entr" presetSubtype="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3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10" presetClass="entr" presetSubtype="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4" grpId="0" animBg="1"/>
      <p:bldP spid="5" grpId="0" animBg="1"/>
      <p:bldP spid="8" grpId="0"/>
      <p:bldP spid="9" grpId="0"/>
      <p:bldP spid="10" grpId="0"/>
      <p:bldP spid="11" grpId="0" animBg="1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矩形 19">
            <a:extLst>
              <a:ext uri="{FF2B5EF4-FFF2-40B4-BE49-F238E27FC236}">
                <a16:creationId xmlns:a16="http://schemas.microsoft.com/office/drawing/2014/main" id="{7B37D664-BC68-F2B1-39F1-CD6BB1F16DEC}"/>
              </a:ext>
            </a:extLst>
          </p:cNvPr>
          <p:cNvSpPr/>
          <p:nvPr/>
        </p:nvSpPr>
        <p:spPr>
          <a:xfrm>
            <a:off x="1" y="6641764"/>
            <a:ext cx="12192000" cy="21623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21" name="任意多边形: 形状 20">
            <a:extLst>
              <a:ext uri="{FF2B5EF4-FFF2-40B4-BE49-F238E27FC236}">
                <a16:creationId xmlns:a16="http://schemas.microsoft.com/office/drawing/2014/main" id="{0DB1FE3A-FC7F-B820-51D1-2DF39DCBD556}"/>
              </a:ext>
            </a:extLst>
          </p:cNvPr>
          <p:cNvSpPr/>
          <p:nvPr/>
        </p:nvSpPr>
        <p:spPr>
          <a:xfrm flipV="1">
            <a:off x="0" y="6455318"/>
            <a:ext cx="6502400" cy="402681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22" name="文本框 21">
            <a:extLst>
              <a:ext uri="{FF2B5EF4-FFF2-40B4-BE49-F238E27FC236}">
                <a16:creationId xmlns:a16="http://schemas.microsoft.com/office/drawing/2014/main" id="{CAD036C1-465F-C8E1-32A0-AC049501C828}"/>
              </a:ext>
            </a:extLst>
          </p:cNvPr>
          <p:cNvSpPr txBox="1"/>
          <p:nvPr/>
        </p:nvSpPr>
        <p:spPr>
          <a:xfrm>
            <a:off x="420007" y="402681"/>
            <a:ext cx="2352221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思源黑体 CN Normal" panose="020B0400000000000000" charset="-122"/>
              <a:buChar char="•"/>
            </a:pPr>
            <a:endParaRPr lang="zh-CN" altLang="en-US" sz="2000">
              <a:solidFill>
                <a:schemeClr val="tx1">
                  <a:lumMod val="65000"/>
                  <a:lumOff val="35000"/>
                </a:schemeClr>
              </a:solidFill>
              <a:latin typeface="MiSans Normal" pitchFamily="2" charset="-122"/>
              <a:ea typeface="MiSans Normal" pitchFamily="2" charset="-122"/>
              <a:cs typeface="思源黑体 CN Normal" panose="020B0400000000000000" charset="-122"/>
            </a:endParaRPr>
          </a:p>
        </p:txBody>
      </p:sp>
      <p:sp>
        <p:nvSpPr>
          <p:cNvPr id="19" name="任意多边形: 形状 18">
            <a:extLst>
              <a:ext uri="{FF2B5EF4-FFF2-40B4-BE49-F238E27FC236}">
                <a16:creationId xmlns:a16="http://schemas.microsoft.com/office/drawing/2014/main" id="{ED72CBF8-41D3-4A5E-A252-0357ACA5D283}"/>
              </a:ext>
            </a:extLst>
          </p:cNvPr>
          <p:cNvSpPr/>
          <p:nvPr/>
        </p:nvSpPr>
        <p:spPr>
          <a:xfrm>
            <a:off x="8180652" y="1603038"/>
            <a:ext cx="3199980" cy="2399985"/>
          </a:xfrm>
          <a:custGeom>
            <a:avLst/>
            <a:gdLst>
              <a:gd name="connsiteX0" fmla="*/ 0 w 3199980"/>
              <a:gd name="connsiteY0" fmla="*/ 0 h 2399985"/>
              <a:gd name="connsiteX1" fmla="*/ 3199980 w 3199980"/>
              <a:gd name="connsiteY1" fmla="*/ 0 h 2399985"/>
              <a:gd name="connsiteX2" fmla="*/ 3199980 w 3199980"/>
              <a:gd name="connsiteY2" fmla="*/ 2399985 h 2399985"/>
              <a:gd name="connsiteX3" fmla="*/ 0 w 3199980"/>
              <a:gd name="connsiteY3" fmla="*/ 2399985 h 239998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199980" h="2399985">
                <a:moveTo>
                  <a:pt x="0" y="0"/>
                </a:moveTo>
                <a:lnTo>
                  <a:pt x="3199980" y="0"/>
                </a:lnTo>
                <a:lnTo>
                  <a:pt x="3199980" y="2399985"/>
                </a:lnTo>
                <a:lnTo>
                  <a:pt x="0" y="2399985"/>
                </a:lnTo>
                <a:close/>
              </a:path>
            </a:pathLst>
          </a:custGeom>
          <a:blipFill>
            <a:blip r:embed="rId3"/>
            <a:srcRect/>
            <a:stretch>
              <a:fillRect t="-33334" b="-33334"/>
            </a:stretch>
          </a:blip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8" name="任意多边形: 形状 17">
            <a:extLst>
              <a:ext uri="{FF2B5EF4-FFF2-40B4-BE49-F238E27FC236}">
                <a16:creationId xmlns:a16="http://schemas.microsoft.com/office/drawing/2014/main" id="{074284A2-1236-4181-AD90-75AB4F2A3894}"/>
              </a:ext>
            </a:extLst>
          </p:cNvPr>
          <p:cNvSpPr/>
          <p:nvPr/>
        </p:nvSpPr>
        <p:spPr>
          <a:xfrm>
            <a:off x="4771144" y="1603038"/>
            <a:ext cx="3199980" cy="2399985"/>
          </a:xfrm>
          <a:custGeom>
            <a:avLst/>
            <a:gdLst>
              <a:gd name="connsiteX0" fmla="*/ 0 w 3199980"/>
              <a:gd name="connsiteY0" fmla="*/ 0 h 2399985"/>
              <a:gd name="connsiteX1" fmla="*/ 3199980 w 3199980"/>
              <a:gd name="connsiteY1" fmla="*/ 0 h 2399985"/>
              <a:gd name="connsiteX2" fmla="*/ 3199980 w 3199980"/>
              <a:gd name="connsiteY2" fmla="*/ 2399985 h 2399985"/>
              <a:gd name="connsiteX3" fmla="*/ 0 w 3199980"/>
              <a:gd name="connsiteY3" fmla="*/ 2399985 h 239998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199980" h="2399985">
                <a:moveTo>
                  <a:pt x="0" y="0"/>
                </a:moveTo>
                <a:lnTo>
                  <a:pt x="3199980" y="0"/>
                </a:lnTo>
                <a:lnTo>
                  <a:pt x="3199980" y="2399985"/>
                </a:lnTo>
                <a:lnTo>
                  <a:pt x="0" y="2399985"/>
                </a:lnTo>
                <a:close/>
              </a:path>
            </a:pathLst>
          </a:custGeom>
          <a:blipFill>
            <a:blip r:embed="rId4"/>
            <a:srcRect/>
            <a:stretch>
              <a:fillRect l="-6222" r="-6222"/>
            </a:stretch>
          </a:blip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05866E03-8F7D-594F-A20A-60CCF936A5A9}"/>
              </a:ext>
            </a:extLst>
          </p:cNvPr>
          <p:cNvSpPr/>
          <p:nvPr/>
        </p:nvSpPr>
        <p:spPr>
          <a:xfrm>
            <a:off x="904020" y="1564017"/>
            <a:ext cx="3657600" cy="4460931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0000" tIns="46800" rIns="90000" bIns="46800" rtlCol="0" anchor="ctr"/>
          <a:lstStyle/>
          <a:p>
            <a:pPr algn="ctr"/>
            <a:endParaRPr lang="id-ID" dirty="0">
              <a:latin typeface="MiSans" panose="00000500000000000000" pitchFamily="2" charset="-122"/>
              <a:cs typeface="+mn-ea"/>
              <a:sym typeface="+mn-lt"/>
            </a:endParaRPr>
          </a:p>
        </p:txBody>
      </p:sp>
      <p:sp>
        <p:nvSpPr>
          <p:cNvPr id="11" name="文本框 10">
            <a:extLst>
              <a:ext uri="{FF2B5EF4-FFF2-40B4-BE49-F238E27FC236}">
                <a16:creationId xmlns:a16="http://schemas.microsoft.com/office/drawing/2014/main" id="{8C79AE40-484E-1C49-BA90-3664CF52FA54}"/>
              </a:ext>
            </a:extLst>
          </p:cNvPr>
          <p:cNvSpPr txBox="1"/>
          <p:nvPr/>
        </p:nvSpPr>
        <p:spPr>
          <a:xfrm>
            <a:off x="1402285" y="2660853"/>
            <a:ext cx="2940208" cy="380553"/>
          </a:xfrm>
          <a:prstGeom prst="rect">
            <a:avLst/>
          </a:prstGeom>
        </p:spPr>
        <p:txBody>
          <a:bodyPr wrap="square">
            <a:spAutoFit/>
          </a:bodyPr>
          <a:lstStyle>
            <a:defPPr>
              <a:defRPr lang="zh-CN"/>
            </a:defPPr>
            <a:lvl1pPr defTabSz="457143">
              <a:lnSpc>
                <a:spcPct val="130000"/>
              </a:lnSpc>
              <a:defRPr sz="1200">
                <a:solidFill>
                  <a:schemeClr val="bg1">
                    <a:lumMod val="50000"/>
                  </a:schemeClr>
                </a:solidFill>
                <a:latin typeface="Source Han Sans CN Normal" panose="020B0400000000000000" pitchFamily="34" charset="-128"/>
                <a:ea typeface="Source Han Sans CN Normal" panose="020B0400000000000000" pitchFamily="34" charset="-128"/>
              </a:defRPr>
            </a:lvl1pPr>
          </a:lstStyle>
          <a:p>
            <a:pPr>
              <a:lnSpc>
                <a:spcPct val="150000"/>
              </a:lnSpc>
            </a:pPr>
            <a:endParaRPr lang="zh-CN" altLang="en-US" sz="1400" dirty="0">
              <a:solidFill>
                <a:schemeClr val="bg1"/>
              </a:solidFill>
              <a:latin typeface="MiSans Normal" pitchFamily="2" charset="-122"/>
              <a:ea typeface="MiSans Normal" pitchFamily="2" charset="-122"/>
              <a:cs typeface="Alibaba PuHuiTi" pitchFamily="18" charset="-122"/>
            </a:endParaRPr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F12B8E24-F0B8-EC4A-8FB7-66EC23C09DB3}"/>
              </a:ext>
            </a:extLst>
          </p:cNvPr>
          <p:cNvSpPr txBox="1"/>
          <p:nvPr/>
        </p:nvSpPr>
        <p:spPr>
          <a:xfrm>
            <a:off x="2148983" y="2265194"/>
            <a:ext cx="184730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endParaRPr lang="en-US" sz="2000" b="1" dirty="0">
              <a:solidFill>
                <a:schemeClr val="bg1"/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9ACFE26C-5CAD-CB43-96F9-04C07C5FD67F}"/>
              </a:ext>
            </a:extLst>
          </p:cNvPr>
          <p:cNvSpPr txBox="1"/>
          <p:nvPr/>
        </p:nvSpPr>
        <p:spPr>
          <a:xfrm>
            <a:off x="1402285" y="4590329"/>
            <a:ext cx="2940208" cy="380553"/>
          </a:xfrm>
          <a:prstGeom prst="rect">
            <a:avLst/>
          </a:prstGeom>
        </p:spPr>
        <p:txBody>
          <a:bodyPr wrap="square">
            <a:spAutoFit/>
          </a:bodyPr>
          <a:lstStyle>
            <a:defPPr>
              <a:defRPr lang="zh-CN"/>
            </a:defPPr>
            <a:lvl1pPr defTabSz="457143">
              <a:lnSpc>
                <a:spcPct val="130000"/>
              </a:lnSpc>
              <a:defRPr sz="1200">
                <a:solidFill>
                  <a:schemeClr val="bg1">
                    <a:lumMod val="50000"/>
                  </a:schemeClr>
                </a:solidFill>
                <a:latin typeface="Source Han Sans CN Normal" panose="020B0400000000000000" pitchFamily="34" charset="-128"/>
                <a:ea typeface="Source Han Sans CN Normal" panose="020B0400000000000000" pitchFamily="34" charset="-128"/>
              </a:defRPr>
            </a:lvl1pPr>
          </a:lstStyle>
          <a:p>
            <a:pPr>
              <a:lnSpc>
                <a:spcPct val="150000"/>
              </a:lnSpc>
            </a:pPr>
            <a:endParaRPr lang="zh-CN" altLang="en-US" sz="1400" dirty="0">
              <a:solidFill>
                <a:schemeClr val="bg1"/>
              </a:solidFill>
              <a:latin typeface="MiSans Normal" pitchFamily="2" charset="-122"/>
              <a:ea typeface="MiSans Normal" pitchFamily="2" charset="-122"/>
              <a:cs typeface="Alibaba PuHuiTi" pitchFamily="18" charset="-122"/>
            </a:endParaRPr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1B63A1D4-5545-AF47-B604-EC703C6AECD8}"/>
              </a:ext>
            </a:extLst>
          </p:cNvPr>
          <p:cNvSpPr txBox="1"/>
          <p:nvPr/>
        </p:nvSpPr>
        <p:spPr>
          <a:xfrm>
            <a:off x="2148983" y="4194670"/>
            <a:ext cx="184730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endParaRPr lang="en-US" sz="2000" b="1" dirty="0">
              <a:solidFill>
                <a:schemeClr val="bg1"/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B2BA6EDC-C65F-4B4A-ABC7-F6EC47EFD6E9}"/>
              </a:ext>
            </a:extLst>
          </p:cNvPr>
          <p:cNvSpPr txBox="1"/>
          <p:nvPr/>
        </p:nvSpPr>
        <p:spPr>
          <a:xfrm>
            <a:off x="5037173" y="4901019"/>
            <a:ext cx="184731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US" sz="4000" dirty="0">
              <a:solidFill>
                <a:schemeClr val="tx1">
                  <a:lumMod val="75000"/>
                  <a:lumOff val="25000"/>
                </a:schemeClr>
              </a:solidFill>
              <a:latin typeface="MiSans Medium" pitchFamily="2" charset="-122"/>
              <a:ea typeface="MiSans Medium" pitchFamily="2" charset="-122"/>
            </a:endParaRPr>
          </a:p>
        </p:txBody>
      </p:sp>
      <p:sp>
        <p:nvSpPr>
          <p:cNvPr id="16" name="文本框 15">
            <a:extLst>
              <a:ext uri="{FF2B5EF4-FFF2-40B4-BE49-F238E27FC236}">
                <a16:creationId xmlns:a16="http://schemas.microsoft.com/office/drawing/2014/main" id="{C1F3FC89-AC13-B245-8274-7E83AF1BCFA8}"/>
              </a:ext>
            </a:extLst>
          </p:cNvPr>
          <p:cNvSpPr txBox="1"/>
          <p:nvPr/>
        </p:nvSpPr>
        <p:spPr>
          <a:xfrm>
            <a:off x="5037173" y="4531687"/>
            <a:ext cx="186301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chemeClr val="bg1">
                    <a:lumMod val="50000"/>
                  </a:schemeClr>
                </a:solidFill>
                <a:latin typeface="MiSans Light" pitchFamily="2" charset="-122"/>
                <a:ea typeface="MiSans Light" pitchFamily="2" charset="-122"/>
              </a:rPr>
              <a:t>This is your title</a:t>
            </a:r>
          </a:p>
        </p:txBody>
      </p:sp>
      <p:sp>
        <p:nvSpPr>
          <p:cNvPr id="17" name="文本框 16">
            <a:extLst>
              <a:ext uri="{FF2B5EF4-FFF2-40B4-BE49-F238E27FC236}">
                <a16:creationId xmlns:a16="http://schemas.microsoft.com/office/drawing/2014/main" id="{76EF26EE-4DD3-5B46-A134-DEF1E2B58C8B}"/>
              </a:ext>
            </a:extLst>
          </p:cNvPr>
          <p:cNvSpPr txBox="1"/>
          <p:nvPr/>
        </p:nvSpPr>
        <p:spPr>
          <a:xfrm>
            <a:off x="8180652" y="4394725"/>
            <a:ext cx="3199981" cy="1349985"/>
          </a:xfrm>
          <a:prstGeom prst="rect">
            <a:avLst/>
          </a:prstGeom>
        </p:spPr>
        <p:txBody>
          <a:bodyPr wrap="square">
            <a:normAutofit/>
          </a:bodyPr>
          <a:lstStyle>
            <a:defPPr>
              <a:defRPr lang="zh-CN"/>
            </a:defPPr>
            <a:lvl1pPr defTabSz="457143">
              <a:lnSpc>
                <a:spcPct val="130000"/>
              </a:lnSpc>
              <a:defRPr sz="1200">
                <a:solidFill>
                  <a:schemeClr val="bg1">
                    <a:lumMod val="50000"/>
                  </a:schemeClr>
                </a:solidFill>
                <a:latin typeface="Source Han Sans CN Normal" panose="020B0400000000000000" pitchFamily="34" charset="-128"/>
                <a:ea typeface="Source Han Sans CN Normal" panose="020B0400000000000000" pitchFamily="34" charset="-128"/>
              </a:defRPr>
            </a:lvl1pPr>
          </a:lstStyle>
          <a:p>
            <a:pPr>
              <a:lnSpc>
                <a:spcPct val="150000"/>
              </a:lnSpc>
            </a:pPr>
            <a:r>
              <a:rPr lang="zh-CN" altLang="en-US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完成课堂闭环 </a:t>
            </a:r>
            <a:r>
              <a:rPr lang="en-US" altLang="zh-CN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• </a:t>
            </a:r>
            <a:r>
              <a:rPr lang="zh-CN" altLang="en-US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结论：</a:t>
            </a:r>
          </a:p>
          <a:p>
            <a:pPr>
              <a:lnSpc>
                <a:spcPct val="150000"/>
              </a:lnSpc>
            </a:pPr>
            <a:r>
              <a:rPr lang="zh-CN" altLang="en-US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回收核心结论和高频错因</a:t>
            </a:r>
          </a:p>
          <a:p>
            <a:pPr>
              <a:lnSpc>
                <a:spcPct val="150000"/>
              </a:lnSpc>
            </a:pPr>
            <a:r>
              <a:rPr lang="en-US" altLang="zh-CN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• </a:t>
            </a:r>
            <a:r>
              <a:rPr lang="zh-CN" altLang="en-US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证据：快测目标正确率</a:t>
            </a:r>
            <a:r>
              <a:rPr lang="en-US" altLang="zh-CN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&gt;=80%</a:t>
            </a:r>
          </a:p>
          <a:p>
            <a:pPr>
              <a:lnSpc>
                <a:spcPct val="150000"/>
              </a:lnSpc>
            </a:pPr>
            <a:r>
              <a:rPr lang="en-US" altLang="zh-CN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• </a:t>
            </a:r>
            <a:r>
              <a:rPr lang="zh-CN" altLang="en-US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行动：课后</a:t>
            </a:r>
            <a:r>
              <a:rPr lang="en-US" altLang="zh-CN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A</a:t>
            </a:r>
            <a:r>
              <a:rPr lang="zh-CN" altLang="en-US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组基础</a:t>
            </a:r>
            <a:r>
              <a:rPr lang="en-US" altLang="zh-CN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3</a:t>
            </a:r>
            <a:r>
              <a:rPr lang="zh-CN" altLang="en-US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题</a:t>
            </a:r>
            <a:r>
              <a:rPr lang="en-US" altLang="zh-CN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...</a:t>
            </a:r>
            <a:endParaRPr lang="zh-CN" altLang="en-US" sz="1400" dirty="0">
              <a:latin typeface="MiSans Normal" pitchFamily="2" charset="-122"/>
              <a:ea typeface="MiSans Normal" pitchFamily="2" charset="-122"/>
              <a:cs typeface="Alibaba PuHuiTi" pitchFamily="18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349464127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2" decel="100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2" decel="10000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2" decel="10000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2" decel="100000" fill="hold" grpId="0" nodeType="withEffect" nodePh="1">
                                  <p:stCondLst>
                                    <p:cond delay="800"/>
                                  </p:stCondLst>
                                  <p:endCondLst>
                                    <p:cond evt="begin" delay="0">
                                      <p:tn val="21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2" decel="10000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10" presetClass="entr" presetSubtype="0" fill="hold" grpId="0" nodeType="withEffect" nodePh="1">
                                  <p:stCondLst>
                                    <p:cond delay="1200"/>
                                  </p:stCondLst>
                                  <p:endCondLst>
                                    <p:cond evt="begin" delay="0">
                                      <p:tn val="29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3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10" presetClass="entr" presetSubtype="0" fill="hold" grpId="0" nodeType="withEffect" nodePh="1">
                                  <p:stCondLst>
                                    <p:cond delay="1400"/>
                                  </p:stCondLst>
                                  <p:endCondLst>
                                    <p:cond evt="begin" delay="0">
                                      <p:tn val="32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3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" presetID="10" presetClass="entr" presetSubtype="0" fill="hold" grpId="0" nodeType="withEffect" nodePh="1">
                                  <p:stCondLst>
                                    <p:cond delay="1600"/>
                                  </p:stCondLst>
                                  <p:endCondLst>
                                    <p:cond evt="begin" delay="0">
                                      <p:tn val="3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grpId="0" nodeType="withEffect" nodePh="1">
                                  <p:stCondLst>
                                    <p:cond delay="1800"/>
                                  </p:stCondLst>
                                  <p:endCondLst>
                                    <p:cond evt="begin" delay="0">
                                      <p:tn val="38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3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" grpId="0" animBg="1"/>
      <p:bldP spid="18" grpId="0" animBg="1"/>
      <p:bldP spid="5" grpId="0" animBg="1"/>
      <p:bldP spid="11" grpId="0"/>
      <p:bldP spid="12" grpId="0"/>
      <p:bldP spid="13" grpId="0"/>
      <p:bldP spid="14" grpId="0"/>
      <p:bldP spid="15" grpId="0"/>
      <p:bldP spid="16" grpId="0"/>
      <p:bldP spid="17" grpId="0"/>
    </p:bldLst>
  </p:timing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4.1.3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4.1.3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4.1.3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4.1.3"/>
</p:tagLst>
</file>

<file path=ppt/theme/theme1.xml><?xml version="1.0" encoding="utf-8"?>
<a:theme xmlns:a="http://schemas.openxmlformats.org/drawingml/2006/main" name="Office 主题​​">
  <a:themeElements>
    <a:clrScheme name="自定义 22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396EAE"/>
      </a:accent1>
      <a:accent2>
        <a:srgbClr val="6991CF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11</TotalTime>
  <Words>249</Words>
  <Application>Microsoft Office PowerPoint</Application>
  <PresentationFormat>宽屏</PresentationFormat>
  <Paragraphs>51</Paragraphs>
  <Slides>8</Slides>
  <Notes>8</Notes>
  <HiddenSlides>0</HiddenSlides>
  <MMClips>0</MMClips>
  <ScaleCrop>false</ScaleCrop>
  <HeadingPairs>
    <vt:vector size="6" baseType="variant">
      <vt:variant>
        <vt:lpstr>已用的字体</vt:lpstr>
      </vt:variant>
      <vt:variant>
        <vt:i4>11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8</vt:i4>
      </vt:variant>
    </vt:vector>
  </HeadingPairs>
  <TitlesOfParts>
    <vt:vector size="20" baseType="lpstr">
      <vt:lpstr>等线</vt:lpstr>
      <vt:lpstr>MiSans</vt:lpstr>
      <vt:lpstr>MiSans Demibold</vt:lpstr>
      <vt:lpstr>等线 Light</vt:lpstr>
      <vt:lpstr>MiSans ExtraLight</vt:lpstr>
      <vt:lpstr>MiSans Light</vt:lpstr>
      <vt:lpstr>Arial</vt:lpstr>
      <vt:lpstr>MiSans Semibold</vt:lpstr>
      <vt:lpstr>思源黑体 CN Normal</vt:lpstr>
      <vt:lpstr>MiSans Medium</vt:lpstr>
      <vt:lpstr>MiSans Normal</vt:lpstr>
      <vt:lpstr>Office 主题​​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>Microsoft Office User</dc:creator>
  <cp:lastModifiedBy>yeli jiang</cp:lastModifiedBy>
  <cp:revision>13</cp:revision>
  <dcterms:created xsi:type="dcterms:W3CDTF">2022-06-02T07:27:36Z</dcterms:created>
  <dcterms:modified xsi:type="dcterms:W3CDTF">2026-07-02T05:27:08Z</dcterms:modified>
</cp:coreProperties>
</file>