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9906C7-1912-49BF-9E48-EF2A70D91A91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4D8926-094E-4828-BDC8-29EE14AFA4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3137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4D8926-094E-4828-BDC8-29EE14AFA47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62471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4D8926-094E-4828-BDC8-29EE14AFA47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14200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4D8926-094E-4828-BDC8-29EE14AFA47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26427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4D8926-094E-4828-BDC8-29EE14AFA47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14162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4D8926-094E-4828-BDC8-29EE14AFA47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64353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4D8926-094E-4828-BDC8-29EE14AFA47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52504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620BD03-B6A3-8D6F-54B6-B6785E0D6231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410064C0-3B41-31BC-29D7-889D4D74CA3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AE58E68-BFE8-9184-754A-BD80CBADED7C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62FB033-F9C0-536D-0216-126B92ACC4E3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DBEBA3A-AE82-CE8E-6D3C-2B40226265D4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55B2323-0C76-CCF1-7B48-AF10C8661DC3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8682B4D-39E4-A33D-2027-46F054583076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FE2093E-A511-82BD-9E17-6E87C9F179DD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5D847C9-F407-09A1-3AE3-C94C34E70CA0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等线 Light</vt:lpstr>
      <vt:lpstr>MiSans Normal</vt:lpstr>
      <vt:lpstr>MiSans Medium</vt:lpstr>
      <vt:lpstr>Arial</vt:lpstr>
      <vt:lpstr>MiSans ExtraLight</vt:lpstr>
      <vt:lpstr>等线</vt:lpstr>
      <vt:lpstr>MiSans Semibold</vt:lpstr>
      <vt:lpstr>MiSans</vt:lpstr>
      <vt:lpstr>MiSans Demibold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2026-07-08T05:11:15Z</dcterms:modified>
</cp:coreProperties>
</file>