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B4E1D-039C-44BB-9906-43824EE1FCC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9571A-F191-4448-9864-A34DEC3B4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824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9571A-F191-4448-9864-A34DEC3B47F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63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9571A-F191-4448-9864-A34DEC3B47F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793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9571A-F191-4448-9864-A34DEC3B47F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02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9571A-F191-4448-9864-A34DEC3B47F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760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9571A-F191-4448-9864-A34DEC3B47F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204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9571A-F191-4448-9864-A34DEC3B47F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508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3A3AF4-B842-1801-A4EC-88265778E6E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8F97834-FCEB-6009-6CF7-C19FCCABE94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8C3AC43-9F18-8F08-A394-0A40FB2DFDE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070883-C372-2FD8-3D8B-ACA9CA3A0F5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C10C2F-99E4-1710-8F92-F39D725A504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82FD44-47E4-BFE0-26D5-8FFD492D18D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D4CBBF-50F9-6797-2B3C-70CB228A9FC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84C38CD-936E-DEC6-04A2-50A10151EE6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ED76A5-2D2C-4DCE-67AF-08D26011572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2026-07-08T04:35:00Z</dcterms:modified>
</cp:coreProperties>
</file>