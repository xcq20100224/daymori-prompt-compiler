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2CF76-9954-4AFB-8B9D-727A91EB150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45448-4410-4EB9-9BDB-D3C1F0127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29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99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167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47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952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868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63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493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45448-4410-4EB9-9BDB-D3C1F0127B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84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2026-07-02T05:27:13Z</dcterms:modified>
</cp:coreProperties>
</file>