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2C008-8E88-478D-B933-2E7C5F0EC49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8AF21-8061-43B1-A7DC-AC683E4EA6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11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8AF21-8061-43B1-A7DC-AC683E4EA6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374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8AF21-8061-43B1-A7DC-AC683E4EA6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90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8AF21-8061-43B1-A7DC-AC683E4EA6A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347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8AF21-8061-43B1-A7DC-AC683E4EA6A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035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8AF21-8061-43B1-A7DC-AC683E4EA6A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16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8AF21-8061-43B1-A7DC-AC683E4EA6A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82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7C0668-A7A5-219E-9907-C8C6A90FC1E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C9C9A3A-1619-9A63-7374-98844E08F7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790E3F-14DF-E4F7-A299-4E1851BDA26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9F94E5-3C5C-947C-9090-41FD853D67E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5DB1CC7-F10D-65B2-BC4E-29DCEA30A5E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A81168-0B61-0A81-C624-53DCC8E7713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2CDDEB-366E-BFB0-A6A9-78820D02072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740DCB2-869C-CE4B-5C7F-93593840BDA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AE3047-154A-8EB3-0C1F-31C4C5AB9EE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等线</vt:lpstr>
      <vt:lpstr>MiSans Demibold</vt:lpstr>
      <vt:lpstr>MiSans</vt:lpstr>
      <vt:lpstr>等线 Light</vt:lpstr>
      <vt:lpstr>MiSans ExtraLight</vt:lpstr>
      <vt:lpstr>Arial</vt:lpstr>
      <vt:lpstr>MiSans Light</vt:lpstr>
      <vt:lpstr>MiSans Semibold</vt:lpstr>
      <vt:lpstr>思源黑体 CN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2026-07-08T12:23:16Z</dcterms:modified>
</cp:coreProperties>
</file>