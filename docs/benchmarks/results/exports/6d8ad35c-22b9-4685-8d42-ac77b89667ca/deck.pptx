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5A09FC-0584-42B1-9CB6-51EC50E31CC7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C7DB47-6144-457B-B24D-80612F5D10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0860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区块链技术架构现状结构图 先级重排。 图示：区块链技术架构现状结构图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C7DB47-6144-457B-B24D-80612F5D100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09131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区块链技术架构问题分层卡片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C7DB47-6144-457B-B24D-80612F5D100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53454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区块链技术架构方案架构图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C7DB47-6144-457B-B24D-80612F5D100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33786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C7DB47-6144-457B-B24D-80612F5D100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00933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C7DB47-6144-457B-B24D-80612F5D100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93257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C7DB47-6144-457B-B24D-80612F5D100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69875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区块链技术架构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区块链技术架构提案汇报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24C1454-CA5E-C39E-2126-D82EE12E54CE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区块链技术架构提案汇报 区块链技术架构提案汇报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区块链技术架构的核心约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E16F0D9D-2E55-875F-9A8D-788807B1597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D43A79B-FDE4-CDE5-0301-8B472F260EA1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区块链技术架构的核心约束与机会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区块链技术架构当前在目标达成、资源配置与执行路径上存在明显瓶颈。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图示：区块链技术架构问题分层卡片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围绕区块链技术架构可将问题拆为目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区块链技术架构的分阶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E85A132-AB13-FB10-EEEC-DB2D6B574704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区块链技术架构的分阶段落地方案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区块链技术架构方案建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议采用“目标对齐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效果验证”三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区块链技术架构方案架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构图 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阶段：明确区块链技术架构目标与边界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完成区块链技术架构试点并跟踪关键指标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建议围绕区块链技术架构建立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7951444-0035-10A0-03CC-16BA62D30501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37E62E4-F252-C2ED-5ED6-B4C51177149A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0E10820-1B92-E2A0-E9F4-0D2BD5A33FE9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D34D2B9-1D14-9C4F-E673-21C7892C1499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7B24296-E3D7-FEF6-3166-320699B9CC35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599</Words>
  <Application>Microsoft Office PowerPoint</Application>
  <PresentationFormat>宽屏</PresentationFormat>
  <Paragraphs>89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MiSans</vt:lpstr>
      <vt:lpstr>MiSans Demibold</vt:lpstr>
      <vt:lpstr>等线 Light</vt:lpstr>
      <vt:lpstr>MiSans Semibold</vt:lpstr>
      <vt:lpstr>MiSans Light</vt:lpstr>
      <vt:lpstr>思源黑体 CN Normal</vt:lpstr>
      <vt:lpstr>等线</vt:lpstr>
      <vt:lpstr>Arial</vt:lpstr>
      <vt:lpstr>MiSans Normal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2026-07-08T11:17:54Z</dcterms:modified>
</cp:coreProperties>
</file>