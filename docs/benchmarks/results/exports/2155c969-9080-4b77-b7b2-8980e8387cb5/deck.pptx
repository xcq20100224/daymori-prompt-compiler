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5327A-D546-4474-8EE7-BBDCF600072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B4A09-606A-43E1-94F9-761B69F8E9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22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先级重排。 图示：新产品上市计划现状结构图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4A09-606A-43E1-94F9-761B69F8E95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149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4A09-606A-43E1-94F9-761B69F8E95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150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4A09-606A-43E1-94F9-761B69F8E95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839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4A09-606A-43E1-94F9-761B69F8E95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563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4A09-606A-43E1-94F9-761B69F8E95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9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B4A09-606A-43E1-94F9-761B69F8E95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3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6657F2-246E-02AD-F030-4E66B65AED3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 新产品上市计划提案汇报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970FF55-6232-E2E4-18D5-E6B077C6045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2B22219-BE8F-6805-5373-13FC5D967BF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D3EB12-1B10-746C-72DF-2AA64FA64F8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新产品上市计划方案建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新产品上市计划方案架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阶段：明确新产品上市计划目标与边界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完成新产品上市计划试点并跟踪关键指标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3A785B-EF62-36D4-CAB9-64EBCBA045D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C480E5-C6E1-32B0-54A4-9AC6F778C2C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0D391EF-76AC-93C9-D675-3D7F5158425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2F5288-74E7-C477-C152-A60D2480D04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9DBAC0-CEA4-B4A5-F782-D0C30FA40DB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2026-07-08T10:18:55Z</dcterms:modified>
</cp:coreProperties>
</file>