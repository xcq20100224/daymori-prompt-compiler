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E0056-CA15-4754-9CC2-47FEC28D360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66FAE-4E3B-44F6-A291-654C30B941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1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66FAE-4E3B-44F6-A291-654C30B9415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99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66FAE-4E3B-44F6-A291-654C30B9415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901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66FAE-4E3B-44F6-A291-654C30B9415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260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66FAE-4E3B-44F6-A291-654C30B9415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919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66FAE-4E3B-44F6-A291-654C30B9415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59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66FAE-4E3B-44F6-A291-654C30B9415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45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5C7E472-2CEA-EC94-C10C-6BC48A3E878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DEAF2CE-3A6F-89CF-862F-771DFFFA2E6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D7A5988-BCF1-F333-223C-5F5A195BA47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3CF3B3-81CA-1E79-AE45-64FF17A5974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5F9B915-07F9-F870-30AC-897D38E58A8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AC95A6-44B4-A681-D845-297ED764019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132691D-77FF-501B-2735-3239B10D918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43F58A-CC8C-75DC-7E86-E8D5E00C30F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F4EA30-91FF-1769-3CF8-231F587DF6C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2026-07-08T11:59:00Z</dcterms:modified>
</cp:coreProperties>
</file>