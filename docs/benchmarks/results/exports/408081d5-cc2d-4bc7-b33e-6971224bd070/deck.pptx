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C2B6A3-9453-4FFC-9767-DCD35F4DCAAC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709CCE-818E-4D12-9709-1CED6B5680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3274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供应链优化实施计划现状结构图 需要先完成问题分层与优先级重排。 图示：供应链优化实施计划现状结构图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709CCE-818E-4D12-9709-1CED6B56801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72429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709CCE-818E-4D12-9709-1CED6B56801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04699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709CCE-818E-4D12-9709-1CED6B56801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2097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709CCE-818E-4D12-9709-1CED6B56801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45980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709CCE-818E-4D12-9709-1CED6B56801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60344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709CCE-818E-4D12-9709-1CED6B56801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40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供应链优化实施计划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供应链优化实施计划提案汇报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C8362E7-AD1C-13E3-B3A4-25029F27B17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供应链优化实施计划提案汇报 供应链优化实施计划提案汇报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供应链优化实施计划的核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68EFF76-495E-6BF5-A59D-5D936255366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8EB9AA7-3179-F8CB-950E-048E4B681EC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供应链优化实施计划当前在目标达成、资源配置与执行路径上存在明显瓶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颈。若继续沿用现有方式，成本、效率与可持续性将同步承压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图示：供应链优化实施计划问题分层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卡片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围绕供应链优化实施计划可将问题拆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为目标定义、流程协同、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供应链优化实施计划的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E3AED36-C137-9FD0-A0F2-80CB8C4DE33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供应链优化实施计划方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供应链优化实施计划方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案建议采用“目标对齐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阶段：明确供应链优化实施计划目标与边界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完成供应链优化实施计划试点并跟踪关键指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建议围绕供应链优化实施计划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80BA2AD-E361-C5FA-196B-7B4E1173FA3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AB4D2B4-FF63-E3CA-EF11-F7C70A57001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3145C8D-8EAB-6A15-FC24-CC405641236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AC43B38-981F-F3AC-C09F-48E47B2A632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3C9F0C2-5010-66AC-1981-1F3D279EA50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528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MiSans ExtraLight</vt:lpstr>
      <vt:lpstr>等线</vt:lpstr>
      <vt:lpstr>MiSans Light</vt:lpstr>
      <vt:lpstr>等线 Light</vt:lpstr>
      <vt:lpstr>MiSans Semibold</vt:lpstr>
      <vt:lpstr>Arial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2026-07-08T13:00:00Z</dcterms:modified>
</cp:coreProperties>
</file>