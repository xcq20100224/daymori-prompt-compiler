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70CA-35E2-4710-8E26-6D52AA69BA9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A83E3-A8DB-4D78-865E-5E47B9EC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339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150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14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280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64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3949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A83E3-A8DB-4D78-865E-5E47B9EC028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516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2EC24C0-275A-784D-8D79-FE68B865071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0CA16FE-F3CF-8FFC-2C88-18CFBCDD46E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E954FA-809A-C1EA-DBF3-8CEF599F60A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8DC72B-7CB5-99EF-19E4-E9E3378EE58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9F28C54-7199-418A-24FB-C555D89259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AF4B24-61DA-2598-479B-225B5F90EB3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8862A58-0834-6EB3-500D-F350EB70277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082F00-4BDF-68D0-B92A-77D48AB444E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119CA7A-A7EF-DBF8-B8D1-C969866CC46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A6D4B6-8EE8-9F1F-477E-C26DBB7D9AA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793F3A0-A963-15F5-F57A-166D7A98DE4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7FD8D4-2493-31F2-3CD8-ECAE6EF27D6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A5BDCA-9E06-A85B-573A-E49AC9C81AA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8586FD-15E7-0419-E339-DEDE3A72C24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4290A78-89F6-F50E-33E4-AD8C415178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0D31600-E85C-BAB7-AD5F-2801D91FFED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ExtraLight</vt:lpstr>
      <vt:lpstr>MiSans Semibold</vt:lpstr>
      <vt:lpstr>等线 Light</vt:lpstr>
      <vt:lpstr>MiSans</vt:lpstr>
      <vt:lpstr>MiSans Demibold</vt:lpstr>
      <vt:lpstr>Arial</vt:lpstr>
      <vt:lpstr>思源黑体 CN Normal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2026-07-08T14:32:29Z</dcterms:modified>
</cp:coreProperties>
</file>