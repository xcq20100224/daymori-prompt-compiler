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B61F7-4C7C-4D94-98B6-4F825B5D0E21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2E9992-A447-4CAC-9C9F-821A7614CC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0084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2E9992-A447-4CAC-9C9F-821A7614CCF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02101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运营层”能力缺口， 先打通知识与工单系统， 再优化策略引擎与反馈学习流程。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2E9992-A447-4CAC-9C9F-821A7614CCF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01553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2E9992-A447-4CAC-9C9F-821A7614CCF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90100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 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2E9992-A447-4CAC-9C9F-821A7614CCF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06430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2E9992-A447-4CAC-9C9F-821A7614CCF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87868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2E9992-A447-4CAC-9C9F-821A7614CCF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48395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客服降本增效方案提案汇报：成本结构优化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87BC79A-B1D8-3D95-2583-F97E589C0502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BA48EB0D-F6BE-B8F8-C4F8-D0BC6B74730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1729ECE-5593-D13F-2CA9-97F2E107014D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客服降本增效方案当前问题并非单点故障，而是流程协同与质量兜底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不足。若直接大规模上线，可能引发体验波动，应先通过小范围试点验证风险边界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客服降本增效方案应拆解“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数据层、模型层、编排层、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9A6B410-60D1-E9F2-66C8-8A3D4D2D418C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阶段：建立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客服降本增效方案成本基线与分层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客服降本增效方案自动化覆盖并压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阶段：按成本收益曲线持续优化投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案建立收益看板，至少覆盖单次服务成本、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一次解决率、平均响应时长与满意度，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按周复盘并动态调整资源投入。 图示：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C07649C-B867-7483-41D7-8BB3F1EFA3B0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6AD138F-CB4D-FFFA-08BD-173F1407A743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CD49373-72F0-2840-5F08-20A832B7009F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509F18D-43F3-F45F-C4DA-AE0E644F02AF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48DBAD8-B9A4-AA26-DF3A-4A450AAD72EC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604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MiSans Semibold</vt:lpstr>
      <vt:lpstr>等线 Light</vt:lpstr>
      <vt:lpstr>MiSans</vt:lpstr>
      <vt:lpstr>MiSans Demibold</vt:lpstr>
      <vt:lpstr>Arial</vt:lpstr>
      <vt:lpstr>MiSans Light</vt:lpstr>
      <vt:lpstr>思源黑体 CN Normal</vt:lpstr>
      <vt:lpstr>MiSans Normal</vt:lpstr>
      <vt:lpstr>MiSans Medium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2026-07-09T04:34:07Z</dcterms:modified>
</cp:coreProperties>
</file>