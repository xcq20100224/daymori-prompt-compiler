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D743F-DA73-42BD-A3DE-DD59E7A0509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E67F6-BA58-413D-8C5D-0594ED7CB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719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E67F6-BA58-413D-8C5D-0594ED7CBB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304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E67F6-BA58-413D-8C5D-0594ED7CBB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160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E67F6-BA58-413D-8C5D-0594ED7CBB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23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E67F6-BA58-413D-8C5D-0594ED7CBB6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950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E67F6-BA58-413D-8C5D-0594ED7CBB6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351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E67F6-BA58-413D-8C5D-0594ED7CBB6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2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EC98D0-6F81-F113-0C78-9AFCCCB4686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6A82C5C-FA57-25B4-235B-593301258A4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F36239-CF32-4A0D-6320-36410DC66D0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690C4B-BC22-8073-0F60-E0AA96F3F6A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A87277-BE3E-926C-3A26-1B634391794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73CC20-40B3-6382-3927-B9A3185FA8C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9256A0-A243-9AA0-CD02-767186C550E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7B85AEF-B95D-96F1-1856-2B32640CD5E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F6B97A-A2EB-54E8-336C-37CE610724F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2026-07-07T03:59:58Z</dcterms:modified>
</cp:coreProperties>
</file>