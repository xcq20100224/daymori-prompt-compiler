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AE2EEF-1706-4A49-B19A-16E443BE135C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14CEE-2A82-4AFC-AA73-4CF1622B4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689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行动：先讲解后提问，安排</a:t>
            </a:r>
            <a:r>
              <a:rPr lang="en-US" altLang="zh-CN"/>
              <a:t>2</a:t>
            </a:r>
            <a:r>
              <a:rPr lang="zh-CN" altLang="en-US"/>
              <a:t>分钟同伴复述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157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965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行动：先讲解后提问，安排</a:t>
            </a:r>
            <a:r>
              <a:rPr lang="en-US" altLang="zh-CN"/>
              <a:t>2</a:t>
            </a:r>
            <a:r>
              <a:rPr lang="zh-CN" altLang="en-US"/>
              <a:t>分钟同伴复述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685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68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647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420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行动：本节先讲解后提问，安排</a:t>
            </a:r>
            <a:r>
              <a:rPr lang="en-US" altLang="zh-CN"/>
              <a:t>1</a:t>
            </a:r>
            <a:r>
              <a:rPr lang="zh-CN" altLang="en-US"/>
              <a:t>分钟练习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645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行动：本节先讲解后提问， 安排</a:t>
            </a:r>
            <a:r>
              <a:rPr lang="en-US" altLang="zh-CN"/>
              <a:t>1</a:t>
            </a:r>
            <a:r>
              <a:rPr lang="zh-CN" altLang="en-US"/>
              <a:t>分钟练习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620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055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083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行动：本节先讲解后提问，安排</a:t>
            </a:r>
            <a:r>
              <a:rPr lang="en-US" altLang="zh-CN"/>
              <a:t>1</a:t>
            </a:r>
            <a:r>
              <a:rPr lang="zh-CN" altLang="en-US"/>
              <a:t>分钟练习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8906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6513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342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5025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行动：规范书写并与同伴互评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0939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证据：本章通过</a:t>
            </a:r>
            <a:r>
              <a:rPr lang="en-US" altLang="zh-CN"/>
              <a:t>2</a:t>
            </a:r>
            <a:r>
              <a:rPr lang="zh-CN" altLang="en-US"/>
              <a:t>组数据与</a:t>
            </a:r>
            <a:r>
              <a:rPr lang="en-US" altLang="zh-CN"/>
              <a:t>1</a:t>
            </a:r>
            <a:r>
              <a:rPr lang="zh-CN" altLang="en-US"/>
              <a:t>道例题验证结论 </a:t>
            </a:r>
            <a:r>
              <a:rPr lang="en-US" altLang="zh-CN"/>
              <a:t>• </a:t>
            </a:r>
            <a:r>
              <a:rPr lang="zh-CN" altLang="en-US"/>
              <a:t>行动：先讲解后提问，安排</a:t>
            </a:r>
            <a:r>
              <a:rPr lang="en-US" altLang="zh-CN"/>
              <a:t>2</a:t>
            </a:r>
            <a:r>
              <a:rPr lang="zh-CN" altLang="en-US"/>
              <a:t>分钟同伴复述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6474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行动：先讲解后提问，安排</a:t>
            </a:r>
            <a:r>
              <a:rPr lang="en-US" altLang="zh-CN"/>
              <a:t>2</a:t>
            </a:r>
            <a:r>
              <a:rPr lang="zh-CN" altLang="en-US"/>
              <a:t>分钟同伴复述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7307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8424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4169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行动：先讲解后提问，安排</a:t>
            </a:r>
            <a:r>
              <a:rPr lang="en-US" altLang="zh-CN"/>
              <a:t>2</a:t>
            </a:r>
            <a:r>
              <a:rPr lang="zh-CN" altLang="en-US"/>
              <a:t>分钟同伴复述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839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结论：本章聚焦封面：牛顿第二定律课堂讲解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证据：本章通过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组数据与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道例题验证结论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EFCBE8B-A7EA-7B45-1CDE-DC9AB04F5C0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B412379-F4E6-109A-DB84-5CA7CBDF1A9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</a:t>
            </a:r>
            <a:r>
              <a:rPr lang="en-US" altLang="zh-CN" sz="1000"/>
              <a:t>• </a:t>
            </a:r>
            <a:r>
              <a:rPr lang="zh-CN" altLang="en-US" sz="1000"/>
              <a:t>结论：本章聚焦目录与学习路径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证据：本章通过</a:t>
            </a:r>
            <a:r>
              <a:rPr lang="en-US" altLang="zh-CN" sz="1000"/>
              <a:t>2</a:t>
            </a:r>
            <a:r>
              <a:rPr lang="zh-CN" altLang="en-US" sz="1000"/>
              <a:t>组数据与</a:t>
            </a:r>
            <a:r>
              <a:rPr lang="en-US" altLang="zh-CN" sz="1000"/>
              <a:t>1</a:t>
            </a:r>
            <a:r>
              <a:rPr lang="zh-CN" altLang="en-US" sz="1000"/>
              <a:t>道例题验证结论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引发学生对力和运动关系的思考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结论：本章聚焦问题引入与知识回顾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证据：本章通过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组数据与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道例题验证结论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281B42-1F06-D6E5-5CF3-6E50297C9AFF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5E413F-FBD0-A962-9494-04B05B6627B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连接旧知并过渡到第二定律 连接旧知并过渡到第二定律 </a:t>
            </a:r>
            <a:r>
              <a:rPr lang="en-US" altLang="zh-CN" sz="1000"/>
              <a:t>• </a:t>
            </a:r>
            <a:r>
              <a:rPr lang="zh-CN" altLang="en-US" sz="1000"/>
              <a:t>结论：第一定律说明无合力时匀速或静止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证据：以</a:t>
            </a:r>
            <a:r>
              <a:rPr lang="en-US" altLang="zh-CN" sz="1000"/>
              <a:t>2</a:t>
            </a:r>
            <a:r>
              <a:rPr lang="zh-CN" altLang="en-US" sz="1000"/>
              <a:t>组数据和</a:t>
            </a:r>
            <a:r>
              <a:rPr lang="en-US" altLang="zh-CN" sz="1000"/>
              <a:t>1</a:t>
            </a:r>
            <a:r>
              <a:rPr lang="zh-CN" altLang="en-US" sz="1000"/>
              <a:t>道例题验证本页结论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CB5BFA-241F-7B64-C8AA-8D6A671BC2FF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建立实验驱动的定律发现路径 建立实验驱动的定律发现路径 </a:t>
            </a:r>
            <a:r>
              <a:rPr lang="en-US" altLang="zh-CN" sz="1000"/>
              <a:t>• </a:t>
            </a:r>
            <a:r>
              <a:rPr lang="zh-CN" altLang="en-US" sz="1000"/>
              <a:t>结论：本章聚焦实验探究与定律发现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证据：本章通过</a:t>
            </a:r>
            <a:r>
              <a:rPr lang="en-US" altLang="zh-CN" sz="1000"/>
              <a:t>2</a:t>
            </a:r>
            <a:r>
              <a:rPr lang="zh-CN" altLang="en-US" sz="1000"/>
              <a:t>组数据与</a:t>
            </a:r>
            <a:r>
              <a:rPr lang="en-US" altLang="zh-CN" sz="1000"/>
              <a:t>1</a:t>
            </a:r>
            <a:r>
              <a:rPr lang="zh-CN" altLang="en-US" sz="1000"/>
              <a:t>道例题验证结论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理解加速度与力、质量的定量关系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结论：质量定时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成正比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0.5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增至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1.5m/s²...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从图像与数据归纳数学关系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实验支持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的线性关系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证据：以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组数据和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道例题验证本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页结论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FC51856-4450-8134-AD58-89BA775F581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掌握公式变形与单位意义 掌握公式变形与单位意义 </a:t>
            </a:r>
            <a:r>
              <a:rPr lang="en-US" altLang="zh-CN" sz="1000"/>
              <a:t>• </a:t>
            </a:r>
            <a:r>
              <a:rPr lang="zh-CN" altLang="en-US" sz="1000"/>
              <a:t>结论：</a:t>
            </a:r>
            <a:r>
              <a:rPr lang="en-US" altLang="zh-CN" sz="1000"/>
              <a:t>F=ma</a:t>
            </a:r>
            <a:r>
              <a:rPr lang="zh-CN" altLang="en-US" sz="1000"/>
              <a:t>、</a:t>
            </a:r>
            <a:r>
              <a:rPr lang="en-US" altLang="zh-CN" sz="1000"/>
              <a:t>a=F/m</a:t>
            </a:r>
            <a:r>
              <a:rPr lang="zh-CN" altLang="en-US" sz="1000"/>
              <a:t>、</a:t>
            </a:r>
            <a:r>
              <a:rPr lang="en-US" altLang="zh-CN" sz="1000"/>
              <a:t>m=F/a</a:t>
            </a:r>
            <a:r>
              <a:rPr lang="zh-CN" altLang="en-US" sz="1000"/>
              <a:t>三式等价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证据：当</a:t>
            </a:r>
            <a:r>
              <a:rPr lang="en-US" altLang="zh-CN" sz="1000"/>
              <a:t>F=12N,m=3kg</a:t>
            </a:r>
            <a:r>
              <a:rPr lang="zh-CN" altLang="en-US" sz="1000"/>
              <a:t>时</a:t>
            </a:r>
            <a:r>
              <a:rPr lang="en-US" altLang="zh-CN" sz="1000"/>
              <a:t>a=4m/s²...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D623BF4-6838-3D09-5F52-34537DC12F1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结论：本章聚焦例题应用：从理论到计算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证据：本章通过</a:t>
            </a:r>
            <a:r>
              <a:rPr lang="en-US" altLang="zh-CN" sz="1000"/>
              <a:t>2</a:t>
            </a:r>
            <a:r>
              <a:rPr lang="zh-CN" altLang="en-US" sz="1000"/>
              <a:t>组数据与</a:t>
            </a:r>
            <a:r>
              <a:rPr lang="en-US" altLang="zh-CN" sz="1000"/>
              <a:t>1</a:t>
            </a:r>
            <a:r>
              <a:rPr lang="zh-CN" altLang="en-US" sz="1000"/>
              <a:t>道例题验证结论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F5A835B-4039-31EC-6BC0-99582C227620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A2E22DF-66CE-A560-9255-EF54F25E945E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提升多步骤计算与表达能力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结论：解题必须写清已知、求解、公式、结果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证据：以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组数据和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道例题验证本页结论（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）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请您单击此处添加合适文字加以解释说明，可调整文字的大小或者颜色等属性。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结论：本章聚焦课堂总结与分层作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业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压缩核心概念与方法链路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结论：本章聚焦课堂小结：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知识结构图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证据：本章通过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组数据与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道例题验证结论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4E1F235-D068-3C3F-15D4-EDC16326D38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课堂收束与下节预告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THANK YOU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结论：本章聚焦课堂收束与下节预告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证据：本章通过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组数据与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道例题验证结论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1551</Words>
  <Application>Microsoft Office PowerPoint</Application>
  <PresentationFormat>宽屏</PresentationFormat>
  <Paragraphs>164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MiSans Semibold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2026-07-03T02:25:45Z</dcterms:modified>
</cp:coreProperties>
</file>