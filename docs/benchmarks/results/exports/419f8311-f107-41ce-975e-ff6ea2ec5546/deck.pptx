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4CAF4-E743-4A2C-8B01-7ECE7142B4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BD88D-8AA6-4732-ABCD-0AF60E8EF5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34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1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928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376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22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41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BD88D-8AA6-4732-ABCD-0AF60E8EF5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720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1F2065-4A09-22D5-A50D-B47BA8BEA7E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8EC14BD-3DF2-3E21-0C46-CDE8179B2B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7B0BA9-3542-525E-88EE-6E41EDC20A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3540ED-0CDB-045F-664E-F3C28FAF5FE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A8AA86-5E49-8E6B-2A04-63938049AF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8B5C80-6D90-817A-B721-01164E544EA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3E6030-565E-12DE-770A-11D66F288C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9B4264-8FFC-3618-B02E-1C4955B1C8A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C9204D-F29A-63FC-CAEA-4F65C6EFB62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2026-07-08T05:08:52Z</dcterms:modified>
</cp:coreProperties>
</file>