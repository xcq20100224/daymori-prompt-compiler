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73AFC-09C8-486F-8834-0E2DF635629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3360B-80BF-483C-B5D7-86714D422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225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区块链技术架构现状结构图 先级重排。 图示：区块链技术架构现状结构图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3360B-80BF-483C-B5D7-86714D422B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604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3360B-80BF-483C-B5D7-86714D422B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41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3360B-80BF-483C-B5D7-86714D422B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569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3360B-80BF-483C-B5D7-86714D422B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025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3360B-80BF-483C-B5D7-86714D422B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049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3360B-80BF-483C-B5D7-86714D422B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289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区块链技术架构提案汇报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0C7B38-2477-6555-63B5-CA58B3199ED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区块链技术架构提案汇报 区块链技术架构提案汇报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635F68A-00D4-A1F0-E605-04D128C377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8BDB83-69D4-CB51-9716-D4713365F4E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区块链技术架构当前在目标达成、资源配置与执行路径上存在明显瓶颈。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图示：区块链技术架构问题分层卡片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围绕区块链技术架构可将问题拆为目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区块链技术架构的分阶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93F342-C97F-3DD8-7848-9788534790B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区块链技术架构方案建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区块链技术架构方案架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阶段：明确区块链技术架构目标与边界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完成区块链技术架构试点并跟踪关键指标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建议围绕区块链技术架构建立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228DD5-1F1C-A4EE-4ED0-8B8769A04C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21B37A-C87D-41B2-5983-486463D6087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DC6BD8A-4AD2-D5D2-4A1F-E1884B40CBF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45BF998-B4A6-46FA-DB48-5511F07452F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377CC2-25D6-C921-7EA1-D23C9DC0FC8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2026-07-08T11:18:09Z</dcterms:modified>
</cp:coreProperties>
</file>