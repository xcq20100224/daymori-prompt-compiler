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78681-8B5F-4EF0-8515-B809FBE9B2C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5D3F3-63A4-43F3-9F47-501DEA0947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675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ABTest0_1783519043473</a:t>
            </a:r>
            <a:r>
              <a:rPr lang="zh-CN" altLang="en-US"/>
              <a:t>现状结构图 需要先完成问题分层与优先级重排。 图示： </a:t>
            </a:r>
            <a:r>
              <a:rPr lang="en-US" altLang="zh-CN"/>
              <a:t>ABTest0_1783519043473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5D3F3-63A4-43F3-9F47-501DEA0947E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025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ABTest0_1783519043473</a:t>
            </a:r>
            <a:r>
              <a:rPr lang="zh-CN" altLang="en-US"/>
              <a:t>问题分层卡片 题拆为目标定义、流程协同、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ABTest0_17835 19043473</a:t>
            </a:r>
            <a:r>
              <a:rPr lang="zh-CN" altLang="en-US"/>
              <a:t>问题分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5D3F3-63A4-43F3-9F47-501DEA0947E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248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ABTest0_1783519043473</a:t>
            </a:r>
            <a:r>
              <a:rPr lang="zh-CN" altLang="en-US"/>
              <a:t>方案架构图 先完成基线与关键能力 建设， 再通过迭代机制优化质 量， 形成可复制的执行闭环。 图示： </a:t>
            </a:r>
            <a:r>
              <a:rPr lang="en-US" altLang="zh-CN"/>
              <a:t>ABTest0_17 8351904347 3</a:t>
            </a:r>
            <a:r>
              <a:rPr lang="zh-CN" altLang="en-US"/>
              <a:t>方案架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5D3F3-63A4-43F3-9F47-501DEA0947E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852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5D3F3-63A4-43F3-9F47-501DEA0947E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428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集，至少覆盖效率、质量、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5D3F3-63A4-43F3-9F47-501DEA0947E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533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5D3F3-63A4-43F3-9F47-501DEA0947E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03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ABTest0_1783519043473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ABTest0_1783519043473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ABTest0_17835190</a:t>
            </a:r>
          </a:p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43473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的核心</a:t>
            </a:r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…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1E1A5F3-65CF-2EBB-0FBB-62D148B3024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0AF0241-A389-8AD8-D003-C4380F30E91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ABTest0_1783519043473</a:t>
            </a:r>
            <a:r>
              <a:rPr lang="zh-CN" altLang="en-US" sz="1400"/>
              <a:t>的核心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ABTest0_1783519043473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当前在目标达成、资源配置与执行路径上存在明显瓶颈。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若继续沿用现有方式，成本、效率与可持续性将同步承压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sz="1000"/>
              <a:t>ABTest0_178</a:t>
            </a:r>
          </a:p>
          <a:p>
            <a:pPr algn="ctr"/>
            <a:r>
              <a:rPr lang="en-US" sz="1000"/>
              <a:t>3519043473</a:t>
            </a:r>
            <a:r>
              <a:rPr lang="zh-CN" altLang="en-US" sz="1000"/>
              <a:t>可将问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CC56F5C-7F5E-E960-DDF8-BACC07B8F8B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BC5096F-CB83-183C-EB6C-35BA3AE7490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ABTest0_1783519043473</a:t>
            </a:r>
            <a:r>
              <a:rPr lang="zh-CN" altLang="en-US" sz="1000"/>
              <a:t>可将问题拆为目标定义、流程协同、</a:t>
            </a:r>
          </a:p>
          <a:p>
            <a:r>
              <a:rPr lang="zh-CN" altLang="en-US" sz="1000"/>
              <a:t>执行能力与反馈闭环四个层面。先聚焦高频高影响环节，再逐步覆盖复杂场景，可显著降低试点风险。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ABTest0_1783519043473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的分阶</a:t>
            </a:r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…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67C5F2-0F17-030E-F953-08D03B72FEB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ABTest0_1783519043473</a:t>
            </a:r>
            <a:r>
              <a:rPr lang="zh-CN" altLang="en-US" sz="1400"/>
              <a:t>的分阶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ABTest0_17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8351904347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方案建议采用“目标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对齐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效果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验证”三层架构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4004288-11AD-C873-F1C3-C3A519A0FD7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904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04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ABTest0_1</a:t>
            </a:r>
          </a:p>
          <a:p>
            <a:pPr>
              <a:lnSpc>
                <a:spcPct val="150000"/>
              </a:lnSpc>
            </a:pPr>
            <a:r>
              <a:rPr lang="en-US" altLang="zh-CN" sz="1000"/>
              <a:t>783519043473</a:t>
            </a:r>
            <a:r>
              <a:rPr lang="zh-CN" altLang="en-US" sz="1000"/>
              <a:t>建立统一指标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EBD2700-F1D7-F019-8656-B94D332CDAC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1C3FFE4-BA54-38E4-62E4-9930E4A7523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8014DAA-B5CC-83E6-9074-9A57F83C26D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FCC5990-9E64-2CA1-F484-9A87E252266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D510CA-D78E-0357-3A4C-C28B913E295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0092F8C-C2FA-0585-576E-227B99B0537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3E2603C-B47C-A657-DCED-92595EABC50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8EBE587-70D7-AB2B-34A2-BA119340F83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447</Words>
  <Application>Microsoft Office PowerPoint</Application>
  <PresentationFormat>宽屏</PresentationFormat>
  <Paragraphs>56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2026-07-08T13:57:54Z</dcterms:modified>
</cp:coreProperties>
</file>