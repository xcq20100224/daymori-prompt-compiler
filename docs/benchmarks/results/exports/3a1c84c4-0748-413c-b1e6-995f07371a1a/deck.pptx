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E9D44-7D9E-46EC-95D1-E62838CC7C6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AB610-A797-4B39-BC02-2F89E5BC8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41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AB610-A797-4B39-BC02-2F89E5BC8EF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086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AB610-A797-4B39-BC02-2F89E5BC8E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039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AB610-A797-4B39-BC02-2F89E5BC8E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003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AB610-A797-4B39-BC02-2F89E5BC8E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865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AB610-A797-4B39-BC02-2F89E5BC8E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744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AB610-A797-4B39-BC02-2F89E5BC8EF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227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83102F-C87E-FDBC-EC7C-4324A7B4F33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BA5BE54-6BD9-F02B-3274-C7EA946537E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E46CE67-4CF5-4880-A809-AB4A1B2ED29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9D2018-E553-8002-4CBB-ED083714268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0E930D-3F77-46AC-BFEB-9384BCAE137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856DDC-412B-3B8F-6EE6-F3539497041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6816908-F061-FC84-64B2-0EDAF1E4DCE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76C8E1-79DA-ED54-A11E-85EE7CD7243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80ACA0-5F54-AF80-919D-B8589F45080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2026-07-08T12:27:10Z</dcterms:modified>
</cp:coreProperties>
</file>