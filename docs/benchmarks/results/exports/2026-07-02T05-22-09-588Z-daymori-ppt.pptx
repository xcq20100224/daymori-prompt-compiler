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350E9-4AD4-4351-ACA4-D08A369EA8A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A71D7-7939-45CA-AC9E-6BF44406E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08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307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484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5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169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953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802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971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A71D7-7939-45CA-AC9E-6BF44406EF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10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2026-07-02T05:22:09Z</dcterms:modified>
</cp:coreProperties>
</file>