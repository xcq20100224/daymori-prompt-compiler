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95700-6AB7-4124-986A-7EFE2B69E7F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A77061-265B-4854-811A-651169470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800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77061-265B-4854-811A-651169470D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717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77061-265B-4854-811A-651169470D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008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77061-265B-4854-811A-651169470DF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907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77061-265B-4854-811A-651169470DF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708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77061-265B-4854-811A-651169470DF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473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77061-265B-4854-811A-651169470DF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135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5601C2-74B7-C4F2-328E-6FB526AB938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948E841-88FA-EF66-DB5C-F6A7C9CE383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DE53C75-F001-E6A3-3FF3-B77C2918746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3C1A77-5F95-5DDA-8AFE-353393E27DD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5CAC791-7C12-FA15-223A-B29D732FDC6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6A2886-508E-AD50-8C72-9E2B3D2328D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32FC0A5-532F-1FA7-7BC9-04B35E52FE5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7F251DE-8D27-F3AC-0B42-B52F381BA23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31E57D6-EC90-54BE-15B4-8A544D02008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2026-07-07T08:29:51Z</dcterms:modified>
</cp:coreProperties>
</file>