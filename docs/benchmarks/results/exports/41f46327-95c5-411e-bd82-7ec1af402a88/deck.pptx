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9126D2-0009-4623-95D4-DEC2B314C2D3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8C448-9519-4529-B827-6AC4072072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6023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48C448-9519-4529-B827-6AC4072072C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3334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48C448-9519-4529-B827-6AC4072072C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9077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48C448-9519-4529-B827-6AC4072072C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55041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48C448-9519-4529-B827-6AC4072072C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13043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48C448-9519-4529-B827-6AC4072072C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12061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48C448-9519-4529-B827-6AC4072072C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9432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285302D-46F5-A196-4AEB-DC5E4C62995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5174AA9-AFEC-802E-E890-4FA007795EC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1C7248E-CECC-A226-7724-96E68058191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0EF9ECC-A9EB-77D0-C12A-129ADD003356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售前咨询、订单状态、退换货政策与基础售后进度通常具备标准答案，适合由</a:t>
            </a:r>
            <a:r>
              <a:rPr lang="en-US" altLang="zh-CN" sz="1000"/>
              <a:t>AI</a:t>
            </a:r>
            <a:r>
              <a:rPr lang="zh-CN" altLang="en-US" sz="1000"/>
              <a:t>客服优先承接。</a:t>
            </a:r>
          </a:p>
          <a:p>
            <a:r>
              <a:rPr lang="zh-CN" altLang="en-US" sz="1000"/>
              <a:t>人工团队应聚焦投诉处理、复杂异常与高价值客户沟通，以提升整体服务质量。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0C15EFD-A1FF-0C58-7F8F-5C947BF3496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能力与实施并行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E6416D3-7311-1907-9D11-5173A157FDBC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方案设计 方案设计 方案以知识库、意图识别、多轮对话、工单联动与人工转接为核心能力，先覆盖标准化问答场景，</a:t>
            </a:r>
          </a:p>
          <a:p>
            <a:r>
              <a:rPr lang="zh-CN" altLang="en-US" sz="1000"/>
              <a:t>再逐步接入质检分析与运营报表，形成可持续优化的服务闭环。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阶段接入客服系统并灰度上线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A1389B9-A3E1-B9A7-A205-39A0E156264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管理决策 管理决策 确认试点范围与预算边界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DBEDAF8-A9AD-F98A-6D54-804092B411F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469</Words>
  <Application>Microsoft Office PowerPoint</Application>
  <PresentationFormat>宽屏</PresentationFormat>
  <Paragraphs>63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2026-07-06T01:33:12Z</dcterms:modified>
</cp:coreProperties>
</file>