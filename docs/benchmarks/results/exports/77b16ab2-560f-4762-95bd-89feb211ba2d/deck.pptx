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671B1-62AF-4932-B2AF-D98D031BAE4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51601-7A48-49CF-8869-0414DA999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45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51601-7A48-49CF-8869-0414DA9992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31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51601-7A48-49CF-8869-0414DA9992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16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51601-7A48-49CF-8869-0414DA9992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98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51601-7A48-49CF-8869-0414DA9992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997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51601-7A48-49CF-8869-0414DA9992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816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51601-7A48-49CF-8869-0414DA9992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465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DC4FB4-2864-F17B-CE16-8CB319DC6BE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21E0E65-37B1-7245-92CC-A477876CC5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1D50BB-3964-F4EE-CA00-91D7429239F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7CE2A2-1683-4F27-10E9-321CF2ECBA6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6FE12D-B4C6-24A3-9110-DC38914CD69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C34730-0EB2-EC3A-E48E-94CD7CA1D18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A4BA76-6D15-57D0-B98C-F50A3B77B14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7867E8-F941-6DF7-DB90-AE4E181728D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5970BF-6A2D-8576-2804-C8E9A51566B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2026-07-08T11:57:34Z</dcterms:modified>
</cp:coreProperties>
</file>