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57371-8395-43B6-B7F3-B8639387CF9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6E1E2-3A57-4B43-9AA5-1EE7BC658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62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图示：用户增长策略现状结构图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6E1E2-3A57-4B43-9AA5-1EE7BC658C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34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6E1E2-3A57-4B43-9AA5-1EE7BC658C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816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6E1E2-3A57-4B43-9AA5-1EE7BC658C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161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6E1E2-3A57-4B43-9AA5-1EE7BC658C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200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6E1E2-3A57-4B43-9AA5-1EE7BC658C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696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6E1E2-3A57-4B43-9AA5-1EE7BC658C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04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E411A8-E821-FF90-C1FD-BC7CE9364E2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用户增长策略提案汇报：强调风险可控 用户增长策略提案汇报：强调风险可控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E1A9325-0F90-9814-FB2E-7FCF76DF60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C5D606-4077-0E43-D90E-A02E3B03CB8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11DCFA-3FEA-A318-0837-102958DC114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用户增长策略方案架构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阶段：定义用户增长策略的风险分级与兜底规则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灰度试点用户增长策略并监控异常告警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59FB3D-5EDA-3D07-6E4A-1556AC6BB9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459765-67CF-62D0-5B39-7A4687886EC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17A78B-E742-36C8-7335-524AB9DDA8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D82835-554D-E6F1-D198-426B837BFAE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885B0C-91EC-C49A-A355-DBE6E981C17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368</Words>
  <Application>Microsoft Office PowerPoint</Application>
  <PresentationFormat>宽屏</PresentationFormat>
  <Paragraphs>67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2026-07-09T04:43:58Z</dcterms:modified>
</cp:coreProperties>
</file>