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8C921-BF56-467A-921F-6A7F58F51D58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F282A-351C-4203-B76B-8B7ED8CD9A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42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005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11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710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517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817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456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09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80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309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533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59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138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4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044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92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925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679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6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8436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F282A-351C-4203-B76B-8B7ED8CD9AA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99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549E5B-29C3-64BC-7597-59B9E2C5D85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00EA8F-79DE-6A3C-59F6-D7E9CA78A8F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E84FC7-36B3-9C65-64DF-EBFF7444C9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93F7CE-0B23-83BC-A2E2-0EE130D6455C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D89BC0-DC6E-789A-D910-DD75A1C603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61EC12-5A61-ABAA-E1C2-02C2857988F5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316DE3-D654-C325-C296-1C97A8CB7C4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C7DC25-4BEA-63DD-3FC4-1C9A1151CA9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FB5B8E-D993-1624-5BE7-3DBF01E36CEA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1D5155-F357-34AC-AA8F-BAB483B558AB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632E01-B45D-71FB-6EF0-79DE4F1EC7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1536</Words>
  <Application>Microsoft Office PowerPoint</Application>
  <PresentationFormat>宽屏</PresentationFormat>
  <Paragraphs>165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2026-07-03T02:00:37Z</dcterms:modified>
</cp:coreProperties>
</file>