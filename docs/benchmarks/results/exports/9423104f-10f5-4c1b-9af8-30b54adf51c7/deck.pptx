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4F461A-64B2-405A-BAE1-866214A4FF2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CF1496-8B44-42AA-9A16-837ADB04BD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503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F1496-8B44-42AA-9A16-837ADB04BD1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889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F1496-8B44-42AA-9A16-837ADB04BD1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80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F1496-8B44-42AA-9A16-837ADB04BD1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277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F1496-8B44-42AA-9A16-837ADB04BD1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400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F1496-8B44-42AA-9A16-837ADB04BD1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111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F1496-8B44-42AA-9A16-837ADB04BD1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959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9F9A9C8-C2FD-C01C-FAD1-DFCCAC15541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71F5C46-A310-ADAA-8B25-B47C13C588D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32500DB-0DAE-A2C6-D78C-5495CCB1467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9AD2A3-E6BA-63F5-2680-3B91C25587E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C29BC4D-7BA7-75AE-3216-5FC61E7E839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4A120C-4757-8E80-9614-E05240F155F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076B389-0D35-0563-E97D-E09757AC980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4EAEE55-29BC-683D-CAA3-764F5A73D39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4EBFC42-2430-82FD-2BB9-7649E98A919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2026-07-08T04:56:51Z</dcterms:modified>
</cp:coreProperties>
</file>