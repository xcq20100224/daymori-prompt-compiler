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17280-8E63-4FC2-BEF4-EE54586027B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BF167-28C9-4181-A829-5C27F122BD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25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BF167-28C9-4181-A829-5C27F122BD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617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BF167-28C9-4181-A829-5C27F122BD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674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BF167-28C9-4181-A829-5C27F122BD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019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BF167-28C9-4181-A829-5C27F122BD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052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BF167-28C9-4181-A829-5C27F122BD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191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BF167-28C9-4181-A829-5C27F122BD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53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3CE852-A111-E403-F339-7DF003272BA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C887D78-D52D-D6B6-1FDC-19428419837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E3A540-29A1-959C-7974-DA4A1406294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8DE854-BB4B-B9D0-3D74-D378BBECEAF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194114-2DBF-6368-72B3-8B37248C472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2EEBE4-D93C-F63A-E780-24BB0AA8A1A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540FA4-A294-D054-3004-F4E7D21653F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24F675-DE3F-3226-98F0-26C6C999D7E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F61373-4DED-FB01-76F0-6058C0DAD08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MiSans</vt:lpstr>
      <vt:lpstr>等线 Light</vt:lpstr>
      <vt:lpstr>MiSans ExtraLight</vt:lpstr>
      <vt:lpstr>Arial</vt:lpstr>
      <vt:lpstr>MiSans Demibold</vt:lpstr>
      <vt:lpstr>MiSans Semibold</vt:lpstr>
      <vt:lpstr>MiSans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2026-07-09T04:39:46Z</dcterms:modified>
</cp:coreProperties>
</file>