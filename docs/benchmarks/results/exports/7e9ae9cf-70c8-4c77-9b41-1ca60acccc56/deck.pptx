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24813B-8F91-4C30-9851-B88DBCE000AB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436C43-EBDB-4082-A7EF-A802F4CC950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57977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客户留存提升方案现状结构图 先级重排。 图示：客户留存提升方案现状结构图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436C43-EBDB-4082-A7EF-A802F4CC9505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4363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客户留存提升方案问题分层卡片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436C43-EBDB-4082-A7EF-A802F4CC9505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17526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客户留存提升方案方案架构图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436C43-EBDB-4082-A7EF-A802F4CC9505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91331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436C43-EBDB-4082-A7EF-A802F4CC9505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70885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436C43-EBDB-4082-A7EF-A802F4CC9505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12469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436C43-EBDB-4082-A7EF-A802F4CC9505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62320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客户留存提升方案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客户留存提升方案提案汇报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8A6150A-B985-7642-9751-93B75B8380B1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客户留存提升方案提案汇报 客户留存提升方案提案汇报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客户留存提升方案的核心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D69C60C0-8052-C349-9FFF-DB4E66183591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8BF19F21-15C2-18B9-C6DC-F7F71190FE1D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客户留存提升方案的核心约束与机会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客户留存提升方案当前在目标达成、资源配置与执行路径上存在明显瓶颈。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若继续沿用现有方式，成本、效率与可持续性将同步承压，需要先完成问题分层与优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图示：客户留存提升方案问题分层卡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片 内容由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围绕客户留存提升方案可将问题拆为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目标定义、流程协同、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客户留存提升方案的分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98AF547-C7FB-DF90-6D39-ED68A67801A6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客户留存提升方案的分阶段落地方案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客户留存提升方案方案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建议采用“目标对齐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-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能力建设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效果验证”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三层架构，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先完成基线与关键能力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客户留存提升方案方案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阶段：明确客户留存提升方案目标与边界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完成客户留存提升方案试点并跟踪关键指标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建议围绕客户留存提升方案建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ACCC9EC8-700C-74BC-D8CF-91B857297A09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509416E-C98D-3DD7-BA3E-966AEB05CAF9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6AFA3784-6831-EEA9-0DE5-58AAC953F19C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CC6E3FE7-B9AB-295A-03C2-A75738E0275D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75FEC393-8E95-0999-B622-2ED1BA8CD8DE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596</Words>
  <Application>Microsoft Office PowerPoint</Application>
  <PresentationFormat>宽屏</PresentationFormat>
  <Paragraphs>90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思源黑体 CN Normal</vt:lpstr>
      <vt:lpstr>MiSans Normal</vt:lpstr>
      <vt:lpstr>MiSans ExtraLight</vt:lpstr>
      <vt:lpstr>MiSans Medium</vt:lpstr>
      <vt:lpstr>MiSans</vt:lpstr>
      <vt:lpstr>等线 Light</vt:lpstr>
      <vt:lpstr>MiSans Demibold</vt:lpstr>
      <vt:lpstr>MiSans Semibold</vt:lpstr>
      <vt:lpstr>MiSans Light</vt:lpstr>
      <vt:lpstr>等线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2026-07-08T10:16:47Z</dcterms:modified>
</cp:coreProperties>
</file>