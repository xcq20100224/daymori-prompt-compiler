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2743200" cy="0"/>
          </a:xfrm>
          <a:prstGeom prst="line">
            <a:avLst/>
          </a:prstGeom>
          <a:noFill/>
          <a:ln w="12700">
            <a:solidFill>
              <a:srgbClr val="8B5E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目标：明确汇报主题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6766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季度经营复盘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管理层汇报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63840" y="1828800"/>
            <a:ext cx="3749040" cy="1828800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C7A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9659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素材占位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394960"/>
            <a:ext cx="10972800" cy="1051560"/>
          </a:xfrm>
          <a:prstGeom prst="roundRect">
            <a:avLst/>
          </a:prstGeom>
          <a:solidFill>
            <a:srgbClr val="F1EFE9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577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演讲备注：30秒开场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目标与范围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2743200" cy="0"/>
          </a:xfrm>
          <a:prstGeom prst="line">
            <a:avLst/>
          </a:prstGeom>
          <a:noFill/>
          <a:ln w="12700">
            <a:solidFill>
              <a:srgbClr val="8B5E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目标：对齐汇报边界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6766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目标定义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范围边界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63840" y="1828800"/>
            <a:ext cx="3749040" cy="1828800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C7A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9659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素材占位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394960"/>
            <a:ext cx="10972800" cy="1051560"/>
          </a:xfrm>
          <a:prstGeom prst="roundRect">
            <a:avLst/>
          </a:prstGeom>
          <a:solidFill>
            <a:srgbClr val="F1EFE9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577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演讲备注：说明边界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数据复盘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2743200" cy="0"/>
          </a:xfrm>
          <a:prstGeom prst="line">
            <a:avLst/>
          </a:prstGeom>
          <a:noFill/>
          <a:ln w="12700">
            <a:solidFill>
              <a:srgbClr val="8B5E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目标：展示关键结果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6766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收入与成本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同比环比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63840" y="1828800"/>
            <a:ext cx="3749040" cy="1828800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C7A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9659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素材占位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折线图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394960"/>
            <a:ext cx="10972800" cy="1051560"/>
          </a:xfrm>
          <a:prstGeom prst="roundRect">
            <a:avLst/>
          </a:prstGeom>
          <a:solidFill>
            <a:srgbClr val="F1EFE9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577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演讲备注：数据解读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问题与对策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2743200" cy="0"/>
          </a:xfrm>
          <a:prstGeom prst="line">
            <a:avLst/>
          </a:prstGeom>
          <a:noFill/>
          <a:ln w="12700">
            <a:solidFill>
              <a:srgbClr val="8B5E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目标：定位核心问题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6766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根因分析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对策列表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63840" y="1828800"/>
            <a:ext cx="3749040" cy="1828800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C7A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9659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素材占位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鱼骨图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394960"/>
            <a:ext cx="10972800" cy="1051560"/>
          </a:xfrm>
          <a:prstGeom prst="roundRect">
            <a:avLst/>
          </a:prstGeom>
          <a:solidFill>
            <a:srgbClr val="F1EFE9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577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演讲备注：先问题后动作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2743200" cy="0"/>
          </a:xfrm>
          <a:prstGeom prst="line">
            <a:avLst/>
          </a:prstGeom>
          <a:noFill/>
          <a:ln w="12700">
            <a:solidFill>
              <a:srgbClr val="8B5E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目标：明确执行路径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6766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责任分工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63840" y="1828800"/>
            <a:ext cx="3749040" cy="1828800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C7A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9659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素材占位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394960"/>
            <a:ext cx="10972800" cy="1051560"/>
          </a:xfrm>
          <a:prstGeom prst="roundRect">
            <a:avLst/>
          </a:prstGeom>
          <a:solidFill>
            <a:srgbClr val="F1EFE9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577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演讲备注：收束与承诺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季度经营复盘成品演示 - 企业路演</dc:title>
  <dc:subject>企业路演</dc:subject>
  <dc:creator>Daymori</dc:creator>
  <cp:lastModifiedBy>Daymori</cp:lastModifiedBy>
  <cp:revision>1</cp:revision>
  <dcterms:created xsi:type="dcterms:W3CDTF">2026-06-28T08:18:46Z</dcterms:created>
  <dcterms:modified xsi:type="dcterms:W3CDTF">2026-06-28T08:18:46Z</dcterms:modified>
</cp:coreProperties>
</file>