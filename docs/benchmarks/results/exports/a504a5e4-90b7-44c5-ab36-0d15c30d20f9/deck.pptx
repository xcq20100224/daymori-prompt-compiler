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78902-6FBE-4965-AFB4-04319C5615C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089D8-7269-41F4-81C4-B8603BA8F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9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089D8-7269-41F4-81C4-B8603BA8F3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010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089D8-7269-41F4-81C4-B8603BA8F31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818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089D8-7269-41F4-81C4-B8603BA8F3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251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089D8-7269-41F4-81C4-B8603BA8F3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994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089D8-7269-41F4-81C4-B8603BA8F3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863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089D8-7269-41F4-81C4-B8603BA8F31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767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59FA9A-4EA0-3936-6788-BE57A270CDB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8CAAC60-BF1C-6DCB-9B76-131E898F1D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DB2B6C-46F7-B5BA-3080-69F915FF84A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A0D8D6-F510-006D-4FD0-8D27E8D979E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BFFD86-D3A8-ADB4-8368-073B0245FE3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307257-299B-490E-672A-7406D4CBB8F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238747-4E74-CADB-321E-1BC4F58EFDA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686E85-1A85-0666-5FF2-A61D94C4AB9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B3AA60E-92B6-28D0-8A8C-EA16B38DD4C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Arial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2026-07-08T13:04:30Z</dcterms:modified>
</cp:coreProperties>
</file>