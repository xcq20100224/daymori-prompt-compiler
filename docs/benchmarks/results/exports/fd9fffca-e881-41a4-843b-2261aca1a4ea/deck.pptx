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2D709C-15BB-4249-96A1-31C74B3F25A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AC0F8-3471-45F7-AB62-3B156FB369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548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AC0F8-3471-45F7-AB62-3B156FB369B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481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AC0F8-3471-45F7-AB62-3B156FB369B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366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AC0F8-3471-45F7-AB62-3B156FB369B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249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AC0F8-3471-45F7-AB62-3B156FB369B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679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AC0F8-3471-45F7-AB62-3B156FB369B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84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AC0F8-3471-45F7-AB62-3B156FB369B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0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365099-CC1A-6A59-5FD4-AAABDD9DB2C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AF69024-CA8D-19DD-F64F-392CD17C997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19C254E-5311-5507-3DB0-F97747F62D5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ABF5B9-9A3B-6D52-8E23-D13272662B1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D64FE68-BD0E-F37C-B92D-F85B131D0C7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0FEA7D-B9E2-1CC2-1851-E89A71A659E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3A23FC-94B9-F10A-C899-5C64B639F05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797C17-7231-A056-1C02-F4FD68A5859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ABE791-F4F3-8A14-1A67-F6C8EFC72ED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2026-07-07T07:56:26Z</dcterms:modified>
</cp:coreProperties>
</file>