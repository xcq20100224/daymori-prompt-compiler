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C2795-3579-4052-8AA9-FAA35EDFE8A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362BD-E1D8-497C-95D0-03C0055FD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76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咖啡店选址方案现状结构图 先级重排。 图示：咖啡店选址方案现状结构图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62BD-E1D8-497C-95D0-03C0055FD5D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108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62BD-E1D8-497C-95D0-03C0055FD5D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484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62BD-E1D8-497C-95D0-03C0055FD5D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405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62BD-E1D8-497C-95D0-03C0055FD5D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372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62BD-E1D8-497C-95D0-03C0055FD5D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089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62BD-E1D8-497C-95D0-03C0055FD5D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364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咖啡店选址方案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咖啡店选址方案提案汇报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27FE20-3282-CE08-A8C3-9CF8707C970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咖啡店选址方案提案汇报 咖啡店选址方案提案汇报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咖啡店选址方案的核心约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CC45759-291E-580D-4367-06D1991E869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FF66F7E-0C4C-895C-03CE-974AD865886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咖啡店选址方案当前在目标达成、资源配置与执行路径上存在明显瓶颈。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图示：咖啡店选址方案问题分层卡片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围绕咖啡店选址方案可将问题拆为目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咖啡店选址方案的分阶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7FCF29-2B38-9E82-65B1-751612DA77E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咖啡店选址方案方案建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咖啡店选址方案方案架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阶段：明确咖啡店选址方案目标与边界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完成咖啡店选址方案试点并跟踪关键指标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建议围绕咖啡店选址方案建立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23A04F-32B8-FB23-83C0-A8BEC78AFA2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60221E-389E-C10C-6C34-BE5D0ACA273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16AF4C-61D9-0E8C-619B-362D25F5562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6BAA098-4E9E-3C15-F560-56B2468F212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690F8B-8287-885E-4013-5277B89D3E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2026-07-08T11:18:57Z</dcterms:modified>
</cp:coreProperties>
</file>