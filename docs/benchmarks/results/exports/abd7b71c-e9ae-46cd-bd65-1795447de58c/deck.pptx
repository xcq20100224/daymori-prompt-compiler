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606FD-68AF-45B9-918B-43A9B45E057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7F9DA-12F3-43C6-A2DC-593B5B792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07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34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18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318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17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91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7F9DA-12F3-43C6-A2DC-593B5B792D2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58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F30E4A-8E74-4551-77E8-0BC6F76FE4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DA604F4-D196-7206-92C6-2B50EE718C6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594396-D388-FFA8-F492-55C65957AFD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A635C1-0A33-BDA1-7EA2-601C4B973A3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5E0822-62E5-B6BF-46C1-C0E45370849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C4F00A-098F-4947-17CB-9AC59B7843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DF2F3D-FE5A-ED9B-D4CB-F01483809F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EB828A-0A1F-89AB-E533-E2A19DA9055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FFFB73-D601-9902-3D4B-AFB9D47F3EA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2026-07-07T07:51:35Z</dcterms:modified>
</cp:coreProperties>
</file>