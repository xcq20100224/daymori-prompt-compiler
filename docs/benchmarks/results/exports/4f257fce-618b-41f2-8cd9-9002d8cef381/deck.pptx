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D085D-C792-4748-BC3B-B886E0B07D1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EA6C6-D72E-4FD1-AF78-9B5A2647CD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08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6049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86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75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324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1726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EA6C6-D72E-4FD1-AF78-9B5A2647CD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52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F1E336-A1B7-768B-CCC1-69301BAB4A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B07202-82D6-2605-F79D-2A3FF0C3CB2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415AF7-EEFD-16C8-E044-7EE016EB829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BAB502-4B02-D3AB-DEDF-58D2F745766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7AA1A50-3991-F1E1-BA47-31A7A34E06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1062B2-A1C4-591D-9021-DE37A3A454C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357847-6400-9D91-1C26-875EA53617E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FFF7BE-0F32-E71E-22B9-4DEE53BADB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5CAC6A-6B9A-BCBE-17F8-BBDCF158908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2026-07-08T04:54:21Z</dcterms:modified>
</cp:coreProperties>
</file>