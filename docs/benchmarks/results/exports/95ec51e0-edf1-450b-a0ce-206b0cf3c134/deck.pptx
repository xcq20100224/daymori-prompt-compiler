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60004-401C-429B-A16E-AE4FE899D20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B86C6-530F-4E20-8EA5-F4A811CCA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73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B86C6-530F-4E20-8EA5-F4A811CCADE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64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B86C6-530F-4E20-8EA5-F4A811CCAD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895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B86C6-530F-4E20-8EA5-F4A811CCAD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214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B86C6-530F-4E20-8EA5-F4A811CCAD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186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B86C6-530F-4E20-8EA5-F4A811CCAD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877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B86C6-530F-4E20-8EA5-F4A811CCAD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917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4BA66B-FEF1-93CE-6447-55E3AFFE423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EFA7EE6-0035-D689-D1CD-505F5939D7C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8189303-FBF7-6930-AA9B-428E287BD47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950A22-2991-1B58-AE22-2A1F245F488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D3216A9-50D6-815C-56A4-CC01F1A8129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D327E7-1DB8-80C3-84FD-FD1D770DB1D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328E8B7-3EB4-2745-72BF-4C22BE0D4A8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4BE8624-BB51-61FB-BFBE-449893D9D8E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F1B4D3-1E64-8F1F-47DE-E150C5AD283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2026-07-07T08:22:59Z</dcterms:modified>
</cp:coreProperties>
</file>