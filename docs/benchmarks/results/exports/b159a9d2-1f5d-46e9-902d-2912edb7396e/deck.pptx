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653AF-8210-41AA-BD37-185FCD914E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2F295-41C7-4545-B55D-0099B0C758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21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2F295-41C7-4545-B55D-0099B0C758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25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2F295-41C7-4545-B55D-0099B0C758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66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2F295-41C7-4545-B55D-0099B0C758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517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2F295-41C7-4545-B55D-0099B0C758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873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2F295-41C7-4545-B55D-0099B0C758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995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2F295-41C7-4545-B55D-0099B0C758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42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1CB5ACD-E05B-6665-63C9-77042BA279C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1A67C0-5441-B1FC-D53A-BDED25B278F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0C3EFFA-BF0E-E252-D791-5D7ADFC9D3A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82ECBE-683D-637B-A8EB-978E414976E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3BFA22-5D44-3FA5-5A13-AE2721D0A76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9E2DBC-1315-0AAF-FB03-BDE6CC39945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291CE5-EB99-62E2-BB0D-EEFB1BEC43A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EA518E-FCB9-5EFF-3FD9-F441615A073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173CAA-89AF-2C35-B0B1-FF67084470B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等线</vt:lpstr>
      <vt:lpstr>MiSans ExtraLight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2026-07-08T12:16:23Z</dcterms:modified>
</cp:coreProperties>
</file>