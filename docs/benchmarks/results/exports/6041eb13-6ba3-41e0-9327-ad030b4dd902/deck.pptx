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51B64-3265-4621-A73A-C5B2ECA4386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11FFB-851D-4F5D-95EB-FC2704ACA6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62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用户增长运营现状结构图 优先级重排。 图示：用户增长运营现状结构图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11FFB-851D-4F5D-95EB-FC2704ACA6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644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用户增长运营问题分层卡片 执行能力与反馈闭环四个层面。 先聚焦高频高影响环节， 再逐步覆盖复杂场景， 可显著降低试点风险。 图示： 用户增长运营问题分层卡片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11FFB-851D-4F5D-95EB-FC2704ACA6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551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用户增长运营方案架构图 建设， 再通过迭代机制优化质 量， 形成可复制的执行闭环。 图示： 用户增长运营方案架构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11FFB-851D-4F5D-95EB-FC2704ACA6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374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11FFB-851D-4F5D-95EB-FC2704ACA6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138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11FFB-851D-4F5D-95EB-FC2704ACA6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245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B11FFB-851D-4F5D-95EB-FC2704ACA6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862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用户增长运营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AFE592-30E6-E97A-9B08-0010937D025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用户增长运营提案汇报 用户增长运营提案汇报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用户增长运营的核心约束与机会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5D47F5E-3A89-926C-6820-9B80BD38A0A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76A5B34-D673-39A9-EBA1-C4B0597ABAE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用户增长运营当前在目标达成、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围绕用户增长运营可将问题拆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3C4AF2-67CB-CAA3-9D67-167DABCDDF5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4F7A2D-5F4D-3F62-20B1-CEE83BB2BA9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围绕用户增长运营可将问题拆为目标定义、流程协同、执行能力与反馈闭环四个层面。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用户增长运营的分阶段落地方案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3B0906-3CAB-1654-F1BC-E92A7A19173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用户增长运营方案建议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B3CAAF-DC93-908D-5121-E86EFF1AD67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阶段：明确用户增长运营目标与边界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阶段：完成用户增长运营试点并跟踪关键指标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建议围绕用户增长运营建立统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79279A6-F571-4BEC-77A0-659CD669F6F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2D3F07-A9C3-2A12-24A9-B5D03A8026D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建议围绕用户增长运营建立统一指标集，至少覆盖效率、质量、成本与稳定性四类指标。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9EC6C3-5E4E-1B55-0268-086FAD8C9B5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6889FE-A0E0-85D5-3090-3D46D460CA5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79204E-7803-4CB3-D533-77000DB7930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0CDCA8-1CBC-1D6A-33C8-EE93A435B53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F12AAFC-02BC-916A-3F42-61A9CFA9A0E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6470CA-F346-8CE3-A283-66DB5CB4DCB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64182B-D8DF-5F20-E054-200AA1ED330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Demibold</vt:lpstr>
      <vt:lpstr>思源黑体 CN Normal</vt:lpstr>
      <vt:lpstr>MiSans Normal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2026-07-08T14:22:03Z</dcterms:modified>
</cp:coreProperties>
</file>