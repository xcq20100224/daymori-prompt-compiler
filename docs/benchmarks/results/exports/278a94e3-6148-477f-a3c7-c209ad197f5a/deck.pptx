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F1545-6032-44E4-B944-50B2AD07A10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C69C8-2C40-4A46-89D2-E88806E2E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21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C69C8-2C40-4A46-89D2-E88806E2EC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38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C69C8-2C40-4A46-89D2-E88806E2EC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43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C69C8-2C40-4A46-89D2-E88806E2EC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131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C69C8-2C40-4A46-89D2-E88806E2EC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110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C69C8-2C40-4A46-89D2-E88806E2EC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77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C69C8-2C40-4A46-89D2-E88806E2EC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853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85A8C7-D776-14AA-5764-4906D5F9D14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CA7F6A-FA87-7993-63E9-CEC83D1E62B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1D3FA2-B424-DADA-F53F-33C8ADA0B90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35E50-0AFA-B214-5A16-99D61B801F3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44CE61-0D6F-5E24-A919-B3A85C40A4B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D2F2BD-AF4F-DFAE-7F48-6456B076FF1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79F359-9CA6-BB64-8F43-A5299564FED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765054B-0CE9-D511-3B4B-2CDB959B38F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050EA3-3AF5-88F5-2DAB-9A2936F5940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EC4E38-A66C-B59A-AEA4-D82EC215FC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76B54B-92A4-AC7B-05D9-C8D20E8193B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FCE91C-E59D-F89B-15BA-28D7F3FC011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DBE3BA-5BD8-1117-5DA4-AF18D169497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C130324-B1EA-4C68-BB27-0EF411D6B47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8CB835-65F1-E156-FF5E-352A375D7A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5EB59D-239F-1CC0-5182-AE0C697C885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MiSans Semibold</vt:lpstr>
      <vt:lpstr>Arial</vt:lpstr>
      <vt:lpstr>MiSans</vt:lpstr>
      <vt:lpstr>MiSans Demibold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2026-07-08T14:28:20Z</dcterms:modified>
</cp:coreProperties>
</file>