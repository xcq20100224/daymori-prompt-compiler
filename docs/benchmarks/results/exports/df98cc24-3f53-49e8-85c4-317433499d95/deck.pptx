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4AFCA-17E2-4738-83C8-E0C419B49DF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E8DDE-45A5-417C-BA1D-E1BB64D451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684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8DDE-45A5-417C-BA1D-E1BB64D451C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411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8DDE-45A5-417C-BA1D-E1BB64D451C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742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8DDE-45A5-417C-BA1D-E1BB64D451C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530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8DDE-45A5-417C-BA1D-E1BB64D451C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79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8DDE-45A5-417C-BA1D-E1BB64D451C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352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8DDE-45A5-417C-BA1D-E1BB64D451C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761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72206E-F38E-76C1-C6DA-2AA96E434FB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923F67A-E360-EEC7-1CE9-BA3E8F0332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36C0FE-58D8-25FE-7E5B-BC553E76E80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BC4829-32AE-B5A5-7A97-AF5F0DDF056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805612E-C7AB-DAA0-371A-C95D13882C0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3812C0-943C-477B-863F-7B7692521EC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A59AF40-EDDF-8BC9-4BF3-A06A93C4F29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857E06-C70C-C633-E4BC-75CAB34FEDB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479197-458A-0A54-C76E-18C5F397CC7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2026-07-09T04:38:08Z</dcterms:modified>
</cp:coreProperties>
</file>