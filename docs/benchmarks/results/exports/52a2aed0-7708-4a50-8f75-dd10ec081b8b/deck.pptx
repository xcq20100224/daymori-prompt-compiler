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F0C7F-F9F3-43C3-A8A8-566267F4B5A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2CF7B0-B570-4B9C-99E2-917F79BF56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417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2CF7B0-B570-4B9C-99E2-917F79BF567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613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2CF7B0-B570-4B9C-99E2-917F79BF567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827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2CF7B0-B570-4B9C-99E2-917F79BF567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642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2CF7B0-B570-4B9C-99E2-917F79BF567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865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2CF7B0-B570-4B9C-99E2-917F79BF567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6874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2CF7B0-B570-4B9C-99E2-917F79BF567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247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FE85721-0C7A-5507-97D9-660AA9EE7D5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0577D4D-5A4F-E9C0-DCD6-54E5DB4FED9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7422FCA-4E07-AA8F-0A1F-DD6041BFDE0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42D512A-11D3-0528-2E2C-91906BA4941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C7D5526-2DD4-2856-8D1E-9EADA55BA99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987AF91-0CE2-9628-BD3B-4B39300C1B7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DCF48EC-241D-88F6-5837-0A7CB9ED319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EAB3097-129D-E554-D4C9-150CDCF97B2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3838605-CBE7-3F18-0C39-5BD4D2CB545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Normal</vt:lpstr>
      <vt:lpstr>MiSans Semibold</vt:lpstr>
      <vt:lpstr>MiSans Medium</vt:lpstr>
      <vt:lpstr>等线 Light</vt:lpstr>
      <vt:lpstr>思源黑体 CN Normal</vt:lpstr>
      <vt:lpstr>MiSans ExtraLight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2026-07-08T12:25:26Z</dcterms:modified>
</cp:coreProperties>
</file>