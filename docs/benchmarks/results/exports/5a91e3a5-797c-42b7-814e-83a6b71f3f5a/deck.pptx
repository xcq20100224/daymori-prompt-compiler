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6A8A8-3B42-43A9-9DE8-F142E2FF52C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2EB43-0ABE-42BA-9C86-85DDF564BB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826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2EB43-0ABE-42BA-9C86-85DDF564BB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813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2EB43-0ABE-42BA-9C86-85DDF564BB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60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2EB43-0ABE-42BA-9C86-85DDF564BB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103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2EB43-0ABE-42BA-9C86-85DDF564BB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129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2EB43-0ABE-42BA-9C86-85DDF564BB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481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2EB43-0ABE-42BA-9C86-85DDF564BB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0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18534C-09C1-4BF0-EB3A-2CF31923751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C95A8F1-A267-AEEB-FDB0-BF643F40966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95DC41D-0365-04F9-AE3D-9763C6BF7D3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156440-907F-1680-C4AA-F9A994B5B76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8E3B24-E75F-781F-4F90-476CD561E95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2F5A8A-22C3-BCDC-2D98-316B7FB1D2A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DA998A-00D4-1CBC-3DEE-6FE172EF9C1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A9E7FE-F626-8BD6-36E6-49A75E0D60E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27B8E2-96C2-BACE-C143-7F58ABD79B4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2026-07-07T08:23:25Z</dcterms:modified>
</cp:coreProperties>
</file>