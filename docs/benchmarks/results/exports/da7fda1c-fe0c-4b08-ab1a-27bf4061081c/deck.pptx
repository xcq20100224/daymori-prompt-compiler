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B518C-2C4A-41DE-90BC-28D1679F863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17086-BD17-4AF7-ABB0-A654EDA684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019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17086-BD17-4AF7-ABB0-A654EDA6841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410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17086-BD17-4AF7-ABB0-A654EDA6841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222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17086-BD17-4AF7-ABB0-A654EDA6841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060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17086-BD17-4AF7-ABB0-A654EDA6841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291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17086-BD17-4AF7-ABB0-A654EDA6841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974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17086-BD17-4AF7-ABB0-A654EDA6841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679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0EF241-1E95-40AB-42A1-C02BA7D9213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053AF66-5D91-091F-0AEB-BC986FD44E9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53D388-2D4D-938B-4193-8B47AEED03D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056E66-757B-0165-039F-0ADC02878C2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A0F502-F493-E789-D9D0-367D2DA8C4D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A0AB0A-CA45-3E43-841B-C650ABD8D42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25B1A5-3C3A-0ED0-5CC1-92D325A621E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98C4BB-27A1-6979-84DA-AE22125D59C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8CBABE5-D9EE-5DC7-A224-57DB4F80972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2026-07-08T10:22:32Z</dcterms:modified>
</cp:coreProperties>
</file>