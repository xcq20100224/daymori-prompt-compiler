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893A7-9826-46A7-BC3B-2ACF034FC66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83C6D-AC86-48E9-A82B-A8E733E6CE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824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83C6D-AC86-48E9-A82B-A8E733E6CE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27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83C6D-AC86-48E9-A82B-A8E733E6CE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736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83C6D-AC86-48E9-A82B-A8E733E6CE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43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83C6D-AC86-48E9-A82B-A8E733E6CE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42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83C6D-AC86-48E9-A82B-A8E733E6CE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40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83C6D-AC86-48E9-A82B-A8E733E6CE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53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CA029C-6893-2292-1600-545534843D4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C974E3-C0FE-F95C-7164-A9DD2F1E77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35E4287-B482-20EA-A56A-57C5886CFB3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5C67AD-0E3F-43E7-61B2-A6507184863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C9AD7E-493A-DE6E-195C-3B67AA00186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D184DC-2AF8-1F52-BEE7-3C27C91FCF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A9EC65-6A59-7F8B-6417-331F69A20F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9B2BFBC-B69E-2A25-47A1-C936E3E125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8EC8B3-7CA4-EDC6-3815-83842F0B36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2026-07-08T12:01:16Z</dcterms:modified>
</cp:coreProperties>
</file>