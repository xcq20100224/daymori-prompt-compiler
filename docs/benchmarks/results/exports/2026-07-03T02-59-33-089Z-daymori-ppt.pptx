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0A4740C-B499-6F7D-4073-305C033BB06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20B7423-CE6E-3AC0-547F-FA4A9072F88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DE7058-634C-9095-4E85-BA151F00E5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3E7D20D-D55D-9529-D1C2-FA41E39EC41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本章目标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84F345-C0BF-DCEF-9BAB-69BAF3050AA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AEA78E-D382-8FE4-7F83-02D24332D4E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4A645A-C05A-60A7-80CF-3678962BA19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8D2EE0-2B63-0310-4005-05F82D6D9B8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本章目标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E06F09-5916-A26C-51BE-62AB949B5FF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2208B0-1138-BDC3-ABAC-02842E4718E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7AC55F-BA0D-15A5-3803-5C0314EC33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DE4706-7400-2052-E95B-8BEAF1DC4D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D4D493-2373-7A3E-E9CE-208F2F31C19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DDD59E-F4BE-2EFD-46A2-4F22A39812C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BD69D1-A16F-63B7-D368-96A04E37C1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6FBA2B-3EC6-C5BF-1F33-9E50702A87C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C274E7-68F4-EC18-EAA4-513DB8A6E1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D7F64A-C65A-B214-62E7-0B6AEECB78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BD70D3-A203-3E1B-17FB-A02D8FD800F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28DCF0-AD17-C23E-76B4-CE5DC6DA60E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本章目标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5F12502-98C4-9033-93EE-4DF6CECDAFB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课堂小结：知识结构图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920549-BCE6-A101-92D0-4C0149D8E1D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本章目标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1549E0-4AD6-9161-A11A-B16C335E45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1207</Words>
  <Application>Microsoft Office PowerPoint</Application>
  <PresentationFormat>宽屏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15</cp:revision>
  <dcterms:created xsi:type="dcterms:W3CDTF">2022-06-02T07:27:36Z</dcterms:created>
  <dcterms:modified xsi:type="dcterms:W3CDTF">2026-07-03T02:59:31Z</dcterms:modified>
</cp:coreProperties>
</file>