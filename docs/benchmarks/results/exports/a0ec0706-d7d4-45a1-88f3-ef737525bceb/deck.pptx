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2F2BF-0C34-415F-87E9-33FCB1BBD1C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6CFDE-9C16-44A6-A42A-2801367563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29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23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470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1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67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516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6CFDE-9C16-44A6-A42A-2801367563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2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B6F84D-45B9-5BF5-BD0E-AE4B65598B3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152F6A-2C42-A088-558C-0E484EE78C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336AE0-5591-BBF6-C6A8-DD3CCFA8BD1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640254-C404-857C-2161-73894A29CC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CB12E8-7E23-922E-4F9C-B8DF5EC63B3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CB1136-9342-C567-9B3A-F7700C2E6EF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AAC140-ED6F-9008-11EB-B885178CF83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F1DE8D-2630-A4B0-A6BD-4BEB31D347C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CBF870-2DEC-9B7E-9036-B257052A793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2026-07-09T02:10:51Z</dcterms:modified>
</cp:coreProperties>
</file>