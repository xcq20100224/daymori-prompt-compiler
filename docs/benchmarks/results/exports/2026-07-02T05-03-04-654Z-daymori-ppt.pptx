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2D6CDF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通用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核心公式与含义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让学生理解 F=ma 的物理意义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AFC8F5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关键要点：结论：受力越大，加速度越大；质量越大，加速度越小 ｜ 证据：m=2kg 物体受 6N 力时 a=3m/s^2，受 10N 力时 a=5m/s^2 ｜ 行动：本节进行提问与板演，课后完成 3 题计算练习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本页结论：让学生理解 F=ma 的物理意义；关键抓手：结论：受力越大，加速度越大；质量越大，加速度越小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1/2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例题与实验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目标：通过数字例题建立计算路径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2D6CDF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本页结论：通过数字例题建立计算路径；关键抓手：结论：先列已知再代入公式可显著降低错误率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D9E5FA"/>
          </a:solidFill>
          <a:ln w="12700">
            <a:solidFill>
              <a:srgbClr val="AFC7F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结论：先列已知再代入公式可显著降低错误率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CBDBF9"/>
          </a:solidFill>
          <a:ln w="12700">
            <a:solidFill>
              <a:srgbClr val="AFC7F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证据：班级抽测中按三步法作答正确率 84%，自由作答 61%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D9E5FA"/>
          </a:solidFill>
          <a:ln w="12700">
            <a:solidFill>
              <a:srgbClr val="AFC7F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行动：本节完成实验记录，下一节进行错题复盘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结论：先列已知再代入公式可显著降低错误率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证据：班级抽测中按三步法作答正确率 84%，...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行动：本节完成实验记录，下一节进行错题复盘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2D6CD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AFC8F5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实验表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8134241" y="2231136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对比图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D3E1FA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演讲备注：要求单位换算写全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2/2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牛顿第二定律 - 通用</dc:title>
  <dc:subject>通用</dc:subject>
  <dc:creator>Daymori</dc:creator>
  <cp:lastModifiedBy>Daymori</cp:lastModifiedBy>
  <cp:revision>1</cp:revision>
  <dcterms:created xsi:type="dcterms:W3CDTF">2026-07-02T05:03:04Z</dcterms:created>
  <dcterms:modified xsi:type="dcterms:W3CDTF">2026-07-02T05:03:04Z</dcterms:modified>
</cp:coreProperties>
</file>