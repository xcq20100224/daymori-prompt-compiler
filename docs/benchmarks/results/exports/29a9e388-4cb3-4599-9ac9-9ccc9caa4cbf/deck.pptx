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020339-0E1D-44E6-B130-A1C54BEC1F1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AEA83C-EE21-4768-BE66-F914C864D9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862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AEA83C-EE21-4768-BE66-F914C864D92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930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AEA83C-EE21-4768-BE66-F914C864D92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443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AEA83C-EE21-4768-BE66-F914C864D92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436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AEA83C-EE21-4768-BE66-F914C864D92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477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AEA83C-EE21-4768-BE66-F914C864D92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155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AEA83C-EE21-4768-BE66-F914C864D92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839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B3A40C-222A-60CC-73BE-ADBF926C0A2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4FA033F-A924-5E16-6368-939BC95D63B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6CC357E-6697-54F8-B5EF-FF93CC6BE46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18E735-211A-676F-E839-BA611F147AA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8E1406-EF33-9FB2-7B96-8A385EEE35F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0F9B15D-3661-285E-7995-AD3B4E03AC9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9276D8-D980-8E58-54DF-4DAECEF709A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E4868DC-0DE9-BE15-87D4-FAEFE7AB749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C7221B4-CF85-B9CD-F031-9CBBF564586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2026-07-08T12:01:35Z</dcterms:modified>
</cp:coreProperties>
</file>