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9F1AC-7A5E-4C1C-9190-87C02BD687A9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DB46C2-13D6-499D-99A2-1FAE63AD3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714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B46C2-13D6-499D-99A2-1FAE63AD326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207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B46C2-13D6-499D-99A2-1FAE63AD326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870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B46C2-13D6-499D-99A2-1FAE63AD326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550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B46C2-13D6-499D-99A2-1FAE63AD326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507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B46C2-13D6-499D-99A2-1FAE63AD326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000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B46C2-13D6-499D-99A2-1FAE63AD326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26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556A18D-CF82-8D50-7FCC-A1584A72547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19F820-EE24-DF6A-ABB6-73D983727E3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7B9AF89-2909-9DE8-F952-4934AF5E008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03999C7-1AB6-3BE2-7F25-03E3A978E74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A95BFBB-331C-5F65-78B4-9DBCBC01B3D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61D415-4382-C36C-944F-D65B7E83663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F00D22C-2514-7A58-E5CD-B905609DEBC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405F28-98F0-EC3B-CB50-3347669A0AC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BEE762E-7D0A-DE47-3466-65B565C3D00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2026-07-09T03:15:57Z</dcterms:modified>
</cp:coreProperties>
</file>