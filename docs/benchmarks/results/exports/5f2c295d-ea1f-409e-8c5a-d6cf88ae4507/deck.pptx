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A9766-71BD-498A-B69A-4AA486905F3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5FB02-7A07-4E60-823B-D7687C33C3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037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5FB02-7A07-4E60-823B-D7687C33C3D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42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5FB02-7A07-4E60-823B-D7687C33C3D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099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5FB02-7A07-4E60-823B-D7687C33C3D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863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5FB02-7A07-4E60-823B-D7687C33C3D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938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5FB02-7A07-4E60-823B-D7687C33C3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21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5FB02-7A07-4E60-823B-D7687C33C3D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61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FF3738-BC35-488D-72F2-46A1B785322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5E55F83-F3E3-30BC-135D-A53C43C6191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F16E05-450E-4E8F-B4D3-D6A39839CE6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83CA9A-8B30-587C-2AA5-8DF22650377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BA19CC-BB46-91BF-6027-7C6FB113C98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781A6B9-2E9C-51EB-CE04-4E5BBE3133D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295691-0B0C-C5F9-3293-3B6CA9FDDE8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5045BE-82B4-7E2F-C93D-EB1C231F09E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F1D39D-A896-0DA7-7785-F200F92ADAB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2026-07-08T13:13:58Z</dcterms:modified>
</cp:coreProperties>
</file>