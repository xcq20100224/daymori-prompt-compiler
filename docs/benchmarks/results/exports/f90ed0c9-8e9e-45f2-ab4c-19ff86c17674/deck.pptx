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1E562-B9B1-406E-9BBF-0D84FDFD78CA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D23E0D-46A7-4722-B17A-4D0542840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407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23E0D-46A7-4722-B17A-4D054284065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032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23E0D-46A7-4722-B17A-4D054284065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448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23E0D-46A7-4722-B17A-4D054284065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031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23E0D-46A7-4722-B17A-4D054284065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656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23E0D-46A7-4722-B17A-4D054284065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16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23E0D-46A7-4722-B17A-4D054284065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600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8A1EB1-796E-480D-8FC9-D9E532B39AD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89BF2BC-3767-E525-F550-3F41D8800B7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023AA94-3B5C-362A-D357-4B8A20D153C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EA3ED3-124E-FC28-70C1-6C6321A7DF4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F344AB9-9A28-1C8D-FB2C-A0DD6CEA519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67BBF1F-1404-8B20-59F1-EA45345825A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CC46877-E702-FB4A-575B-4B2F5DB40A4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A11D589-64A3-5286-8862-4D7A7C42761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F9D15D1-F538-CFD0-41F1-36F5B0A8941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Light</vt:lpstr>
      <vt:lpstr>等线 Light</vt:lpstr>
      <vt:lpstr>MiSans Semibold</vt:lpstr>
      <vt:lpstr>Arial</vt:lpstr>
      <vt:lpstr>MiSans Medium</vt:lpstr>
      <vt:lpstr>思源黑体 CN Normal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2026-07-09T02:13:45Z</dcterms:modified>
</cp:coreProperties>
</file>