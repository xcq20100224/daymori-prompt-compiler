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7508C-9F04-451A-A78C-05B0739B332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453B7-6D16-448E-815A-664F6A2CE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43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453B7-6D16-448E-815A-664F6A2CE90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95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453B7-6D16-448E-815A-664F6A2CE90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026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453B7-6D16-448E-815A-664F6A2CE90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869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453B7-6D16-448E-815A-664F6A2CE90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258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453B7-6D16-448E-815A-664F6A2CE90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408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453B7-6D16-448E-815A-664F6A2CE90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611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EF65DC-C45E-83E3-A0A9-950B9CD2FF5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CB77761-D4D2-2113-571B-F3CE7EFB3C4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81DEA5-1893-3DD7-414E-57BCDB623C4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B55B47-9450-F681-C69C-50A9A589E52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374518-0AC1-B7C5-9512-71C103727C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16A4B8-DC16-DAAE-0215-EBEDD7A4268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18781A-DB7D-956B-15BD-22C6C67420F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680769-9073-9B1A-A8AE-7A58612FA21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6E5F33-5B23-9DD0-9400-695C6C92554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2026-07-08T04:59:59Z</dcterms:modified>
</cp:coreProperties>
</file>