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85136-C243-4FEB-B91F-8851683F279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AF08F-41E2-465F-B2A8-EE19ACCBBE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82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AF08F-41E2-465F-B2A8-EE19ACCBBE8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204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AF08F-41E2-465F-B2A8-EE19ACCBBE8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992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AF08F-41E2-465F-B2A8-EE19ACCBBE8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36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AF08F-41E2-465F-B2A8-EE19ACCBBE8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172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AF08F-41E2-465F-B2A8-EE19ACCBBE8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771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AF08F-41E2-465F-B2A8-EE19ACCBBE8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07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AF08F-41E2-465F-B2A8-EE19ACCBBE8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765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AF08F-41E2-465F-B2A8-EE19ACCBBE8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477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导入：压强与浮力为什么重要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建立压强与浮力学习动机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B5CE690-2757-0B86-3844-8B80C280299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2026-07-02T08:19:44Z</dcterms:modified>
</cp:coreProperties>
</file>