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C201E-51E9-4644-A6B4-91FFA011651C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12AEB-883C-48CC-9F71-D92CBE03E4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546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12AEB-883C-48CC-9F71-D92CBE03E4A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390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12AEB-883C-48CC-9F71-D92CBE03E4A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825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12AEB-883C-48CC-9F71-D92CBE03E4A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291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12AEB-883C-48CC-9F71-D92CBE03E4A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60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12AEB-883C-48CC-9F71-D92CBE03E4A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887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12AEB-883C-48CC-9F71-D92CBE03E4A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650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12AEB-883C-48CC-9F71-D92CBE03E4A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463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12AEB-883C-48CC-9F71-D92CBE03E4A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920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导入：牛顿第二定律为什么重要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建立牛顿第二定律学习动机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DC0FB66-65F0-2B23-FEC1-D589B994366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2026-07-02T08:18:17Z</dcterms:modified>
</cp:coreProperties>
</file>