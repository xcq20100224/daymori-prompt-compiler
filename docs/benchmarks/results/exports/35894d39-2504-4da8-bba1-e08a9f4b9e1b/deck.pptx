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47A89-C875-4113-8947-F9918D23E74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0DDFE-4373-42EA-A075-A581F3096C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846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0DDFE-4373-42EA-A075-A581F3096C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2826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0DDFE-4373-42EA-A075-A581F3096C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024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0DDFE-4373-42EA-A075-A581F3096C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147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0DDFE-4373-42EA-A075-A581F3096C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640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0DDFE-4373-42EA-A075-A581F3096C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64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0DDFE-4373-42EA-A075-A581F3096C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95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FD5335-82EC-5163-0DAB-8D16E35A0EC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680731C-43A6-A985-931D-6D08173E9C9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1C4B6A-849A-07F2-F35A-56DFBBCFFA9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8E69B8-D690-7120-6EC3-FFDCF600C30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5A9E21A-0702-A020-8D02-020D0E1E990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238A37-F0CE-8344-FF77-9A9D5B52682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A74705-3A6C-DDDC-109F-9D3D395F967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724A75F-755A-6134-EDEF-D3D956A2E2B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8BBF96-6777-CC03-8458-509540A64F0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MiSans</vt:lpstr>
      <vt:lpstr>MiSans ExtraLight</vt:lpstr>
      <vt:lpstr>MiSans Demibold</vt:lpstr>
      <vt:lpstr>等线 Light</vt:lpstr>
      <vt:lpstr>MiSans Semibold</vt:lpstr>
      <vt:lpstr>Arial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2026-07-08T04:34:42Z</dcterms:modified>
</cp:coreProperties>
</file>