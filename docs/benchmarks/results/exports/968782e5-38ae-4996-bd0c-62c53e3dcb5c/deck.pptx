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058A2-2185-428E-95C5-00530981792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D4F1B-2831-4190-9B9B-6E6015FB6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9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供应链优化实施计划现状结构图 需要先完成问题分层与优先级重排。 图示：供应链优化实施计划现状结构图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D4F1B-2831-4190-9B9B-6E6015FB653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604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D4F1B-2831-4190-9B9B-6E6015FB653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486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供应链优化实施计划方案架构图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D4F1B-2831-4190-9B9B-6E6015FB653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000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D4F1B-2831-4190-9B9B-6E6015FB653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844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D4F1B-2831-4190-9B9B-6E6015FB653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401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D4F1B-2831-4190-9B9B-6E6015FB653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115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供应链优化实施计划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供应链优化实施计划提案汇报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0483166-C634-A888-F450-7F0F95EF84B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供应链优化实施计划提案汇报 供应链优化实施计划提案汇报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供应链优化实施计划的核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EC00C72-89CE-917A-0AC5-3F49392795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49D41D7-7844-0EBE-9476-3433B91AD03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供应链优化实施计划当前在目标达成、资源配置与执行路径上存在明显瓶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颈。若继续沿用现有方式，成本、效率与可持续性将同步承压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图示：供应链优化实施计划问题分层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卡片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围绕供应链优化实施计划可将问题拆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为目标定义、流程协同、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供应链优化实施计划的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AE64FF-88B6-0BD0-F97D-0B49FE2C0BD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供应链优化实施计划的分阶段落地方案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供应链优化实施计划方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案建议采用“目标对齐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阶段：明确供应链优化实施计划目标与边界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完成供应链优化实施计划试点并跟踪关键指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建议围绕供应链优化实施计划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8F83FA-58AF-70CA-4CC7-B053282937E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FA64A9-481D-7744-96F5-29901D803DC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39D771-0339-C77F-8A3D-653F52EC9EB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F881C0-5509-D968-D62A-D16AFA21F91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CA0BB8-E553-0801-2D47-1DAC9E78136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528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2026-07-08T13:00:29Z</dcterms:modified>
</cp:coreProperties>
</file>