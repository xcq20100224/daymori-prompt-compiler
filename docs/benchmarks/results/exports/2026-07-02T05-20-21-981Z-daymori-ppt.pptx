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C5721D-A2F7-436C-90B4-0D4C94B380F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221EA-04A7-4BAD-ACF0-4FCA10ED11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58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221EA-04A7-4BAD-ACF0-4FCA10ED113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0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221EA-04A7-4BAD-ACF0-4FCA10ED113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9774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221EA-04A7-4BAD-ACF0-4FCA10ED113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282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221EA-04A7-4BAD-ACF0-4FCA10ED113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4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221EA-04A7-4BAD-ACF0-4FCA10ED113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7833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221EA-04A7-4BAD-ACF0-4FCA10ED113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295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221EA-04A7-4BAD-ACF0-4FCA10ED113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142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7221EA-04A7-4BAD-ACF0-4FCA10ED113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224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2026-07-02T05:20:21Z</dcterms:modified>
</cp:coreProperties>
</file>