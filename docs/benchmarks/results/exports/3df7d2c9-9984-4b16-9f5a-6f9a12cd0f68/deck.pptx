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6D48-5816-40A4-9D3C-BB5A43E56CE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8A6E8-8882-4C71-BD35-FD6C93A6D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8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8A6E8-8882-4C71-BD35-FD6C93A6DC9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626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8A6E8-8882-4C71-BD35-FD6C93A6DC9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544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8A6E8-8882-4C71-BD35-FD6C93A6DC9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0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8A6E8-8882-4C71-BD35-FD6C93A6DC9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7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8A6E8-8882-4C71-BD35-FD6C93A6DC9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067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8A6E8-8882-4C71-BD35-FD6C93A6DC9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42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140BB9-53E8-9565-6558-2C0DE0CBE13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FA45454-1B73-A40D-6022-B089804835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E6C751-FDD6-A1BA-22F7-D169F78BCEF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559983-1134-DB7E-EA9A-4D815E6CA96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721EF1-1B24-2503-F169-062E825353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FCEFFC-6B2E-4C88-1F4C-51A8FC761DC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130885-6B9A-CF4A-D68B-B3EFF06B13A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7A1F41-5D6F-7CB9-425C-672BC2A503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4AD183-D09E-C18B-2A42-BB4F420C8D7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Semibold</vt:lpstr>
      <vt:lpstr>等线 Light</vt:lpstr>
      <vt:lpstr>MiSans Light</vt:lpstr>
      <vt:lpstr>Arial</vt:lpstr>
      <vt:lpstr>思源黑体 CN Normal</vt:lpstr>
      <vt:lpstr>MiSans Normal</vt:lpstr>
      <vt:lpstr>MiSans ExtraLight</vt:lpstr>
      <vt:lpstr>MiSans Medium</vt:lpstr>
      <vt:lpstr>MiSans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2026-07-09T02:25:22Z</dcterms:modified>
</cp:coreProperties>
</file>