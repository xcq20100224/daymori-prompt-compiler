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3A11F-BDD2-48B5-AEEF-B831CCF92B6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F03975-1633-4E6B-AAB9-C8067EF247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858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03975-1633-4E6B-AAB9-C8067EF2470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504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03975-1633-4E6B-AAB9-C8067EF2470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58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03975-1633-4E6B-AAB9-C8067EF2470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330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03975-1633-4E6B-AAB9-C8067EF2470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197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03975-1633-4E6B-AAB9-C8067EF2470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336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03975-1633-4E6B-AAB9-C8067EF2470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096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C5BF80F-417C-8613-E05E-33073751D89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6541679-369F-05DE-F0E2-4697CC5448A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49EEDAE-DF36-F0CB-2470-FD05BA97C4B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46C4D3-AF3A-9D0C-46EB-29D2B4112BE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53A8F0F-FA69-DEA6-9AD8-E493CDBC419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A7B2429-DDE3-B458-11BF-F30AECA5BA5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73681AB-6CD1-89B7-67EF-7E7B2FA8F0D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2DDA0BF-8961-9B1A-8031-0F88923998B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3E2B1C1-BCF0-55E7-9317-688C6EB1D77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2026-07-07T08:42:08Z</dcterms:modified>
</cp:coreProperties>
</file>