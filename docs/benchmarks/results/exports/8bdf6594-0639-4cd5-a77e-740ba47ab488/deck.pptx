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FE677-6750-4FB3-A385-5CA5BBCC95C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90907-1C1F-4CAB-88B2-1ADA63DAF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42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368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238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620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076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152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D90907-1C1F-4CAB-88B2-1ADA63DAF0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385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E70002-7E41-2171-2D88-EB2B970D76A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67FB036-B944-63B9-18C5-F30C2FE8FEC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6C585D9-C665-49CE-0633-3DCE014FCD5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7488D5-D76C-8334-A676-A8642818E69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3BD252-6920-0C1B-B935-45DAB7D6AFD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6994C7-ED5E-80D2-E13E-5FF940A4958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208458-ED60-0760-89D2-3709F5A2B2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E13F0A-1EBB-3B21-8EC3-EEF26B9E7C3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FBFDFF-8222-5E6D-FE43-0AF67F029E1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2026-07-07T08:25:07Z</dcterms:modified>
</cp:coreProperties>
</file>