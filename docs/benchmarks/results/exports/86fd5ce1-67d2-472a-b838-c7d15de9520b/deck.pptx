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E43CD-8334-4437-9709-9E1E9F22A8C9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AFA35-17C7-47D8-B60F-35ADCBE04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904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AFA35-17C7-47D8-B60F-35ADCBE043A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454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AFA35-17C7-47D8-B60F-35ADCBE043A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233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AFA35-17C7-47D8-B60F-35ADCBE043A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647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AFA35-17C7-47D8-B60F-35ADCBE043A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263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AFA35-17C7-47D8-B60F-35ADCBE043A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276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AFA35-17C7-47D8-B60F-35ADCBE043A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301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CFFEBA2-9D8A-2BC8-7BE8-131AC53D365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2B5F91E-A095-6A94-3892-CD93A9B3A4C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CA332FF-BFB6-37EE-D948-EE1E16D3124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AE0180-EDB4-23F6-1FFE-3127D1CCBAD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B73CE97-99CD-2FE5-E49A-71E4D306D3B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B943B92-D5CA-C53A-E4DC-FB8100C6787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7D84F6-F034-20B9-7BF7-571F202A643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30EE040-615E-4C72-B364-983CF239954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4B4C317-6245-95EB-D78A-2B8AE4680C4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2026-07-09T02:11:16Z</dcterms:modified>
</cp:coreProperties>
</file>