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F7FB4-514D-4198-9924-6529B1351B9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69449-FDDB-4AF5-986E-09A245C3B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7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296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525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30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525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22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69449-FDDB-4AF5-986E-09A245C3B2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561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AC2A95-A4C4-27F8-0DFB-974B57EE617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2CF074C-02E9-B75C-7E41-50911A65201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9AFC2E-4470-A93C-6BE3-D164B28548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51F1A5-AAEF-4496-7602-EF64E1DB890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8FA19D-BB54-149B-FCC1-C0FFFBF5BCF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EE649D-5E40-DA1D-A6C8-5A9F58DC132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16C13C-FF9F-03A3-51BC-56E0CBCFEA1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082733-ECF0-C492-4497-29B9A6C537A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25B71A-AAB4-8380-9885-04C6C17D947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</vt:lpstr>
      <vt:lpstr>MiSans Demibold</vt:lpstr>
      <vt:lpstr>等线 Light</vt:lpstr>
      <vt:lpstr>MiSans Semibold</vt:lpstr>
      <vt:lpstr>MiSans Light</vt:lpstr>
      <vt:lpstr>思源黑体 CN Normal</vt:lpstr>
      <vt:lpstr>等线</vt:lpstr>
      <vt:lpstr>Arial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2026-07-08T13:03:41Z</dcterms:modified>
</cp:coreProperties>
</file>