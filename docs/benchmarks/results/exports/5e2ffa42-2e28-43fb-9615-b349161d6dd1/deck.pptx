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85C9CF-80AD-4AC1-9CAE-B1792A947EE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369641-FB0A-43D1-B500-E3A312BA3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78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企业数字化转型现状结构图 优先级重排。 图示：企业数字化转型现状结构图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9641-FB0A-43D1-B500-E3A312BA3C8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870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企业数字化转型问题分层卡片 执行能力与反馈闭环四个层面。 先聚焦高频高影响环节， 再逐步覆盖复杂场景， 可显著降低试点风险。 图示： 企业数字化转型问题分层卡片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9641-FB0A-43D1-B500-E3A312BA3C8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0357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企业数字化转型方案架构图 建设， 再通过迭代机制优化质 量， 形成可复制的执行闭环。 图示： 企业数字化转型方案架 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9641-FB0A-43D1-B500-E3A312BA3C8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54512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9641-FB0A-43D1-B500-E3A312BA3C8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8231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9641-FB0A-43D1-B500-E3A312BA3C8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24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369641-FB0A-43D1-B500-E3A312BA3C8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607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企业数字化转型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E9DC1F5-5560-79C9-C8E4-213158682D2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企业数字化转型提案汇报 企业数字化转型提案汇报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8596080-5C15-F88F-E85E-98933A94CFC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6ECE506-D05B-A51A-EEF3-D28935C7D72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E84C49-EBB2-98E4-3197-17B14B3AA63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DB6A6F5-E908-A81A-F94D-A491FA397AA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490286-981D-1365-1AB8-5F8058167159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sz="11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55F4A5-6AA5-D903-0B68-23DB95811E7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1F4FF84-6236-CA5E-B28B-69DBEECAC5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10BA3D1-D1BB-148C-5DA6-3F4C0E8F1B3A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endParaRPr lang="zh-CN" altLang="en-US" sz="10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EB2749-FCA4-12A6-6B33-5017896D0ED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69E1A8F-0B7E-7BBA-FA1F-FCB16173902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DC13CEB-D190-E5CA-8255-3DF94B86BF1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BCC9844-3977-9D01-6384-1365357D6F7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3718112-58D1-BECC-C615-D1C68134392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89E67A-E447-D677-A495-063416C3FDF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5B29046-6B07-BFDC-5D2C-303D5D54C685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272</Words>
  <Application>Microsoft Office PowerPoint</Application>
  <PresentationFormat>宽屏</PresentationFormat>
  <Paragraphs>35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思源黑体 CN Normal</vt:lpstr>
      <vt:lpstr>MiSans Normal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2026-07-08T14:30:14Z</dcterms:modified>
</cp:coreProperties>
</file>