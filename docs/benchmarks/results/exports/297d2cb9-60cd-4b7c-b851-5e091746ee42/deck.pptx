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8C746-93BC-4D32-8496-75BA60EC049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FABED-DD84-41F0-9439-300FCF2A6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41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FABED-DD84-41F0-9439-300FCF2A60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9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FABED-DD84-41F0-9439-300FCF2A60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416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FABED-DD84-41F0-9439-300FCF2A60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923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FABED-DD84-41F0-9439-300FCF2A60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652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FABED-DD84-41F0-9439-300FCF2A60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51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FABED-DD84-41F0-9439-300FCF2A60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531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4056F3-F6EB-90C8-B95C-24749F6F379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41AA21E-D8F7-0332-FDA2-A7832012E2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DFEBBE-FF2D-7E18-E8CA-61201BEE108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A33226-B5DB-E87E-2CAD-8C28A367485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4D2C22-F054-5B1C-C581-50104E52A5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E3BFE9-39BD-D068-A4E2-1F88367C367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83C4F-C997-54B1-C9C2-F5FD1C7728F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3A9696-3660-E0F6-77F4-96C0A6CD4E4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5FB381-E75C-037F-CB19-EE329B194FB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2026-07-09T04:21:59Z</dcterms:modified>
</cp:coreProperties>
</file>