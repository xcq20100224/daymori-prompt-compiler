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46E0D-86C7-476E-88D8-9FBC243D26D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5491A-853E-4CF7-B669-F41DC12BFC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558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5491A-853E-4CF7-B669-F41DC12BFC4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015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5491A-853E-4CF7-B669-F41DC12BFC4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612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5491A-853E-4CF7-B669-F41DC12BFC4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914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5491A-853E-4CF7-B669-F41DC12BFC4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698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5491A-853E-4CF7-B669-F41DC12BFC4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834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5491A-853E-4CF7-B669-F41DC12BFC4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991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622476E-61C8-141A-7F92-7FE6F0FEA49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9017999-39C7-CA73-7C67-C2E9E05BC68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EF40987-25EC-EE81-4FFB-AFFA119707D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AC0BB3-B939-8DD1-E80B-E0C685E55C2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72E7506-7644-75F6-936B-84BFFF556EF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4C9537C-C57E-B192-6804-BCA07F46E6E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E4EA38D-E0D6-CD30-31E5-F5B95996517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CCBC272-7B15-F417-DD17-FE769AABBD7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32B74F-39CF-33AF-B2E5-6FB1984754E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Light</vt:lpstr>
      <vt:lpstr>等线 Light</vt:lpstr>
      <vt:lpstr>MiSans Medium</vt:lpstr>
      <vt:lpstr>MiSans Semibold</vt:lpstr>
      <vt:lpstr>思源黑体 CN Normal</vt:lpstr>
      <vt:lpstr>Arial</vt:lpstr>
      <vt:lpstr>MiSans</vt:lpstr>
      <vt:lpstr>MiSans Demibold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2026-07-09T02:19:18Z</dcterms:modified>
</cp:coreProperties>
</file>