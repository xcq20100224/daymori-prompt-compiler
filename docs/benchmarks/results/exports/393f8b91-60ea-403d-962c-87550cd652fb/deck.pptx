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2AA71-C6DE-4372-A8B5-CBBCA117310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25F1-3CBD-4BD5-A9AF-F4D4E72916D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9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825F1-3CBD-4BD5-A9AF-F4D4E72916D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50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825F1-3CBD-4BD5-A9AF-F4D4E72916D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458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825F1-3CBD-4BD5-A9AF-F4D4E72916D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53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825F1-3CBD-4BD5-A9AF-F4D4E72916D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12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825F1-3CBD-4BD5-A9AF-F4D4E72916D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140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825F1-3CBD-4BD5-A9AF-F4D4E72916D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6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5F7413-7D00-E8DD-AF02-D40E97EEC89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3C5C5BB-2C96-7DD1-D4E9-D7F0693485B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1B561E-A3FF-4C99-8BBC-038A81975E6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0BC7CC-42A1-B746-A580-BA31290103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5923FA-FE4D-9EC8-05AF-F51C91B7709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AB2AE3C-EFEA-2D8B-D48B-40448E7060C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3F1012-FAE9-6B11-582C-34121673319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8138C87-CEA3-6817-F09C-B8B9CB439D1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514F19C-9CE8-2B27-AEB5-989FC2BE673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2026-07-07T08:16:07Z</dcterms:modified>
</cp:coreProperties>
</file>