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9229F-7AD7-4774-87AE-980364A0CEAA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4AF562-F6EB-4D9C-AA0E-E664C3A313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174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用户增长策略现状结构图 图示：用户增长策略现状结构图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F562-F6EB-4D9C-AA0E-E664C3A3134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93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用户增长策略问题分层卡片 执行动作与里程碑安排， 帮助读者快速理解问题背景、 方案价值与下一步推进优先级。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F562-F6EB-4D9C-AA0E-E664C3A3134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87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用户增长策略方案架构图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F562-F6EB-4D9C-AA0E-E664C3A3134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994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F562-F6EB-4D9C-AA0E-E664C3A3134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1052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F562-F6EB-4D9C-AA0E-E664C3A3134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5291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4AF562-F6EB-4D9C-AA0E-E664C3A3134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702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用户增长策略提案汇报：强调风险可控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51DFF1-B041-4655-A402-98DDCF04350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用户增长策略提案汇报：强调风险可控 用户增长策略提案汇报：强调风险可控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用户增长策略的核心约束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CF86FBD-1223-A92A-E9E1-8E03275228D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9F27F32-AFFA-D447-D1E3-13E4F431D2D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图示：用户增长策略问题分层卡片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用户增长策略的分阶段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DFDA9FA-53C8-40E1-59A5-0C3E8E5EF89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用户增长策略的分阶段落地方案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用户增长策略方案架构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阶段：定义用户增长策略的风险分级与兜底规则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灰度试点用户增长策略并监控异常告警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阶段：在风险可控前提下扩大覆盖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717818-0CFC-70CF-4555-4698A4B2D49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18BB599-68EC-A49F-555D-1C98FC35CB2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7F2884-12BE-10E7-2DED-253A59EA67DB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3DB07C2-F487-5552-E7AC-97DEFDD5067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06811D-3DB2-C290-A49D-1A17B6E04FC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368</Words>
  <Application>Microsoft Office PowerPoint</Application>
  <PresentationFormat>宽屏</PresentationFormat>
  <Paragraphs>67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2026-07-09T04:44:09Z</dcterms:modified>
</cp:coreProperties>
</file>