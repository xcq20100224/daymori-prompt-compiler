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40416-CC0A-4431-ACC4-0A2FBC4E23C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2E575-AAAB-4AC9-BBCD-7C587C679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E575-AAAB-4AC9-BBCD-7C587C6795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70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E575-AAAB-4AC9-BBCD-7C587C6795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42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E575-AAAB-4AC9-BBCD-7C587C6795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037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E575-AAAB-4AC9-BBCD-7C587C6795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05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E575-AAAB-4AC9-BBCD-7C587C6795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963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E575-AAAB-4AC9-BBCD-7C587C6795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86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A34F9F-DE40-0560-FADE-2191B88EB79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6C6132-441F-6E6E-D50C-CEC1E6792A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9C170A7-3065-CB0F-8C9B-83129CE6522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B6D1DE-2694-56B3-6D66-BE5B204F6D3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CE0A37-32E7-7A13-BE29-CEE11C624F4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DC696C-F028-1CA5-5097-220543E3AB3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A66DEF-C75B-399E-9FDD-771B342EB3E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C6E256-2606-5FF7-B524-F88D623DEA5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C37B85-FB94-23C4-8DC6-B470C1AD70A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2026-07-08T13:14:54Z</dcterms:modified>
</cp:coreProperties>
</file>