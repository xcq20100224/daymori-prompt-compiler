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45795-8600-493A-A249-BD4D7666116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E9799-9F3E-4B4C-8E6C-7BA5E9A68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09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82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ABTest2_1783519662126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86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86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40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304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77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E9799-9F3E-4B4C-8E6C-7BA5E9A68E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964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ABTest2_1783519662126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3519662126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85601B5-EF59-A04E-6BC7-236A533EB4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8351966212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783519662126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42143C-0AA5-C90E-C176-A087A46A42E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2A5805-605B-007C-EA5F-8C37C32022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5F4168-33D6-454C-5279-94C0BC5F4A5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1B2DCC-2441-6B7C-43CE-CC29AB737C7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244124-56FE-270A-6446-36FF563834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2026-07-08T14:12:43Z</dcterms:modified>
</cp:coreProperties>
</file>