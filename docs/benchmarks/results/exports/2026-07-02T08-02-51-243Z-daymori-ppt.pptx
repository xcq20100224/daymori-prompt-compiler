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1F82C-0636-4F06-80B7-519DDB8E4E0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049F1-BBF3-455A-95F9-71850ADE47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32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96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276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1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924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26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55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345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049F1-BBF3-455A-95F9-71850ADE475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5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导入：质量守恒定律为什么重要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8A39C5B-9937-7E4F-0D23-7A93D2D498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2026-07-02T08:02:49Z</dcterms:modified>
</cp:coreProperties>
</file>