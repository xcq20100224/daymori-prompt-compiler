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F846DD-6076-40A2-970C-EF273B46A989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F3E4DB-349A-4668-AE90-9DB2BAF527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1084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F3E4DB-349A-4668-AE90-9DB2BAF527C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83565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F3E4DB-349A-4668-AE90-9DB2BAF527C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37761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F3E4DB-349A-4668-AE90-9DB2BAF527C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79439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F3E4DB-349A-4668-AE90-9DB2BAF527C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56234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F3E4DB-349A-4668-AE90-9DB2BAF527C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16553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F3E4DB-349A-4668-AE90-9DB2BAF527C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71683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5AD51CF-7349-EAD0-9684-51D960F46300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E04FEC40-2C87-0FAE-1385-3A08AD0A92C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7033950-3F12-2BF8-DDF4-0C8EF2820560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A8D1DD6-CDDC-2462-F84B-9D284629DEB5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3BDF907-546F-9616-0B40-3498F9D7FED0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D20D007-37F5-65AE-97B1-C6FAA49B9E5A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E89AAA9-F14D-9296-8AD4-DBBD0465FAEC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51DC137-A680-B305-31F3-A98BEBD6846E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1313AB5-74E7-FA8A-CDF1-4D608EC8705B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等线 Light</vt:lpstr>
      <vt:lpstr>MiSans Normal</vt:lpstr>
      <vt:lpstr>MiSans Medium</vt:lpstr>
      <vt:lpstr>Arial</vt:lpstr>
      <vt:lpstr>MiSans ExtraLight</vt:lpstr>
      <vt:lpstr>等线</vt:lpstr>
      <vt:lpstr>MiSans Semibold</vt:lpstr>
      <vt:lpstr>MiSans</vt:lpstr>
      <vt:lpstr>MiSans Demibold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2026-07-08T05:13:41Z</dcterms:modified>
</cp:coreProperties>
</file>