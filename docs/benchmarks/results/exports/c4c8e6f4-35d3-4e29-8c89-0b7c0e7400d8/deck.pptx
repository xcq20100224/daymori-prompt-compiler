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0F1FFC-8C83-49C6-8235-7B658F6F733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124CEB-9C3F-436F-89EB-4A3136C713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6398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24CEB-9C3F-436F-89EB-4A3136C7131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72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24CEB-9C3F-436F-89EB-4A3136C7131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3993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24CEB-9C3F-436F-89EB-4A3136C7131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41189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24CEB-9C3F-436F-89EB-4A3136C7131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4058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24CEB-9C3F-436F-89EB-4A3136C7131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9863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24CEB-9C3F-436F-89EB-4A3136C7131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679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34C0CB4-C565-2EEA-9058-DADEABD56C1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59BEAD2-2FF6-94E3-BD68-47869E2BE75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FFB3463-AD3F-3982-1E2B-450D9AF9362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8B0A1D2-F83A-AC98-E6A8-8E37B0BCF75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572C3F6-A41D-B37E-7427-E951116C86C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66D8E22-DB2D-9C64-78E1-DB4D5B966A0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4E6A996-8EA4-0ABF-0612-B144869CC15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EEFD76B-57EF-D547-647E-4C9DA0E2F72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AB83D1-750B-5ACC-8F9E-045029B0C40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607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Normal</vt:lpstr>
      <vt:lpstr>等线</vt:lpstr>
      <vt:lpstr>MiSans</vt:lpstr>
      <vt:lpstr>等线 Light</vt:lpstr>
      <vt:lpstr>MiSans Demibold</vt:lpstr>
      <vt:lpstr>MiSans ExtraLight</vt:lpstr>
      <vt:lpstr>Arial</vt:lpstr>
      <vt:lpstr>MiSans Light</vt:lpstr>
      <vt:lpstr>MiSans Semibold</vt:lpstr>
      <vt:lpstr>思源黑体 CN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2026-07-08T13:05:15Z</dcterms:modified>
</cp:coreProperties>
</file>