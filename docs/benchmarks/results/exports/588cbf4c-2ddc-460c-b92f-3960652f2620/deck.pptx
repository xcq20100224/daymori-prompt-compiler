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D5729-D977-4954-A70F-AB940103907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43E8-0E9B-4834-A609-DD9AA80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350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43E8-0E9B-4834-A609-DD9AA801CFA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763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43E8-0E9B-4834-A609-DD9AA801CFA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274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43E8-0E9B-4834-A609-DD9AA801CFA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670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43E8-0E9B-4834-A609-DD9AA801CFA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738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43E8-0E9B-4834-A609-DD9AA801CFA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966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43E8-0E9B-4834-A609-DD9AA801CFA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661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D0D2E74-C76E-06BA-9913-AFC95F6414B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EF5BA56-0861-E029-7C3B-2B1B4AF6A4B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4213E2A-CB3B-D2BB-D3FE-4445184D9C4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1C2D3A-BCC8-5F76-D6E0-889B635B81D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763A6F-24B2-A0A3-DE05-8A3F8DC0C4A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3EBF9B-9B12-6237-DFFF-1739E765EB3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2419164-CD8A-0F1C-6A6F-7BBFE6A97CC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1A3AD5-5285-5828-4FE4-D7D0963A7FE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D2AE86-DD61-2EF4-32F8-D173C5F95E6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2026-07-07T08:09:58Z</dcterms:modified>
</cp:coreProperties>
</file>