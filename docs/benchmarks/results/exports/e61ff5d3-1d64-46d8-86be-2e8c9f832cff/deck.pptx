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6CC35-4917-4940-966E-92820DA423C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96A17-048F-4538-AA6E-35591DE77B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19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55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73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02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923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7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96A17-048F-4538-AA6E-35591DE77B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958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4D4934-7EAC-3557-898A-459EAD27E5A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8EC9CCF-50DF-188C-6F2B-99E60255D0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97B100-6C11-F35F-57F8-9A8D2CF835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76F591-DAD7-175F-B865-CEC57D2C4CE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4901D3-B7F9-0512-72C9-79491472F7A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F62095-7021-A317-267E-1EEE9FEECA2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180EB2-A4F2-2D7F-93BE-CD7E91E6B42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9500A7-2388-6170-4974-03CD8FB55E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6461C6-9DFE-0B7C-4EB1-C57A27028EA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2026-07-08T04:59:14Z</dcterms:modified>
</cp:coreProperties>
</file>