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236B3-635B-4FD6-987F-9A156A69ED6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C7956-C5E8-4E55-A84C-1B749A976C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270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C7956-C5E8-4E55-A84C-1B749A976C8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329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C7956-C5E8-4E55-A84C-1B749A976C8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907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C7956-C5E8-4E55-A84C-1B749A976C8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469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C7956-C5E8-4E55-A84C-1B749A976C8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865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C7956-C5E8-4E55-A84C-1B749A976C8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237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C7956-C5E8-4E55-A84C-1B749A976C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471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C7956-C5E8-4E55-A84C-1B749A976C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365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C7956-C5E8-4E55-A84C-1B749A976C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376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导入：现在完成时为什么重要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建立现在完成时学习动机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F5044E5-8ADD-D93E-AF90-62681B22B39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2026-07-02T08:38:13Z</dcterms:modified>
</cp:coreProperties>
</file>