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EC19E-763F-475C-8C22-02824F49545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C5196-44AF-4F9F-AC9D-91976779A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798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C5196-44AF-4F9F-AC9D-91976779A34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933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C5196-44AF-4F9F-AC9D-91976779A34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921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C5196-44AF-4F9F-AC9D-91976779A34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779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C5196-44AF-4F9F-AC9D-91976779A34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15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C5196-44AF-4F9F-AC9D-91976779A34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205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C5196-44AF-4F9F-AC9D-91976779A34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7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F28E9C-0CF0-8AAF-2019-EEA66DF6EE9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67CC490-AADA-F73D-CC6F-E828D67AC05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65D661-702C-5473-0AC4-C9A0ABDD206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539A8F-A299-035B-1630-7F8A9E625FB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851312D-AD10-82FF-9927-0E4FECC71B4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71FDD7D-BC5B-047B-0482-8413635E00E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CEBE17F-FD3C-319C-58E0-DF1169C849A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85E3EB1-E958-81E6-1BB6-BC280A6150C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B2086E-F6B4-2C04-C5ED-2F78DED8055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等线</vt:lpstr>
      <vt:lpstr>思源黑体 CN Normal</vt:lpstr>
      <vt:lpstr>等线 Light</vt:lpstr>
      <vt:lpstr>MiSans Medium</vt:lpstr>
      <vt:lpstr>MiSans Normal</vt:lpstr>
      <vt:lpstr>Arial</vt:lpstr>
      <vt:lpstr>MiSans Demibold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2026-07-08T12:22:59Z</dcterms:modified>
</cp:coreProperties>
</file>