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1976A-037D-4B05-94B0-14B4360227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F83A-0F5F-418F-B3C0-03696178A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35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64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87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535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20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985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228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14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F83A-0F5F-418F-B3C0-03696178AE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281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建立新品上市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90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天战役学习动机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2026-07-02T05:28:07Z</dcterms:modified>
</cp:coreProperties>
</file>