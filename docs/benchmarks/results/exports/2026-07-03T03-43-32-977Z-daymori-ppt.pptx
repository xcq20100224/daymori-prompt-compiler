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练习卡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本页核心结论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02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6C3E9F7-7E78-A177-A2F3-6D71CC7F2B4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核心观点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牛顿第二定律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-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要点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聚焦一个中心观点，围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096E2C-C8E8-825F-409C-4B13C258EE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牛顿第二定律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• 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本页核心结论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4DCCAB-AB6A-0E82-F519-2DA8576A694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牛顿第二定律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8A5FF7-F682-2883-CB97-D8373AD2B4B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核心观点 核心观点 </a:t>
            </a:r>
            <a:r>
              <a:rPr lang="en-US" altLang="zh-CN" sz="1400"/>
              <a:t>• </a:t>
            </a:r>
            <a:r>
              <a:rPr lang="zh-CN" altLang="en-US" sz="1400"/>
              <a:t>牛顿第二定律 </a:t>
            </a:r>
            <a:r>
              <a:rPr lang="en-US" altLang="zh-CN" sz="1400"/>
              <a:t>- </a:t>
            </a:r>
            <a:r>
              <a:rPr lang="zh-CN" altLang="en-US" sz="1400"/>
              <a:t>要点</a:t>
            </a:r>
            <a:r>
              <a:rPr lang="en-US" altLang="zh-CN" sz="1400"/>
              <a:t>6</a:t>
            </a:r>
            <a:r>
              <a:rPr lang="zh-CN" altLang="en-US" sz="1400"/>
              <a:t>聚焦一个中心观点，围</a:t>
            </a:r>
            <a:r>
              <a:rPr lang="en-US" altLang="zh-CN" sz="1400"/>
              <a:t>…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E7C786-68D6-C2AD-7130-201D8B3EB3D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练习问题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选项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51816D-781A-0B12-1927-112FEFC549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牛顿第二定律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ACE903-182B-16E0-E742-6C929DF57CD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练习问题 练习问题 </a:t>
            </a:r>
            <a:r>
              <a:rPr lang="en-US" altLang="zh-CN" sz="1400"/>
              <a:t>• </a:t>
            </a:r>
            <a:r>
              <a:rPr lang="zh-CN" altLang="en-US" sz="1400"/>
              <a:t>选项</a:t>
            </a:r>
            <a:r>
              <a:rPr lang="en-US" altLang="zh-CN" sz="1400"/>
              <a:t>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总结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9E63BB-C7D5-212D-49F8-208409A86B9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形成统一结论 形成统一结论 </a:t>
            </a:r>
            <a:r>
              <a:rPr lang="en-US" altLang="zh-CN" sz="1400"/>
              <a:t>• </a:t>
            </a:r>
            <a:r>
              <a:rPr lang="zh-CN" altLang="en-US" sz="1400"/>
              <a:t>结论</a:t>
            </a:r>
            <a:r>
              <a:rPr lang="en-US" altLang="zh-CN" sz="1400"/>
              <a:t>1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9B1037-B430-0E05-95A9-7038DCA342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447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2026-07-03T03:43:31Z</dcterms:modified>
</cp:coreProperties>
</file>