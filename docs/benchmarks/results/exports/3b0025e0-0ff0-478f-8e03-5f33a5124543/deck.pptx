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8B5DE-C6A1-48AD-8500-7309063A73B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D132C-989C-4AB6-9026-87E7A5867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04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D132C-989C-4AB6-9026-87E7A586774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715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D132C-989C-4AB6-9026-87E7A586774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39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D132C-989C-4AB6-9026-87E7A586774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720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D132C-989C-4AB6-9026-87E7A586774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410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D132C-989C-4AB6-9026-87E7A586774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875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D132C-989C-4AB6-9026-87E7A586774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967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0268B7-2E8E-53FC-AD22-4800210C2C4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A95C9B-6905-0613-CDE7-89783D969BF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DC7360B-557A-D80E-1129-AB5CDE48480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E3AE4F-4E78-13CD-DCED-E278090B24F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1C430F-174B-BDAA-8FCF-9CC67299252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1B6077-C6CA-8A05-7349-CC3F4E3C059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3A6E62-495B-6880-FFF7-5C0D13FCFE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64EA83-ACEE-344F-F88E-4320D05B3C0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C13B1E-EFEE-9058-6FFC-E181E1956D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2F7203-19C7-EF42-8814-F87BA6F1A61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E65C38-FF42-9BFD-15A0-40ACEA0690F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FD1095-23C9-FC69-750A-1DD54D5178A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4F7C5A-137F-F732-D9E9-23AB3EBDE94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C5E85E-7CE1-3A50-9ACF-0FD67ACA2C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A8B59C-5A68-3570-6A7E-B2E4169852F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2026-07-08T14:16:21Z</dcterms:modified>
</cp:coreProperties>
</file>