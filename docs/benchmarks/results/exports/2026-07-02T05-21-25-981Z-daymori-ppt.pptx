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3B6D8-E0B2-4C35-ACF7-D5CCC66A172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97E7E-44AA-41CA-92B7-1045B0E730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66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97E7E-44AA-41CA-92B7-1045B0E7300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79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97E7E-44AA-41CA-92B7-1045B0E7300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033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97E7E-44AA-41CA-92B7-1045B0E730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839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97E7E-44AA-41CA-92B7-1045B0E730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631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97E7E-44AA-41CA-92B7-1045B0E7300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695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97E7E-44AA-41CA-92B7-1045B0E7300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527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97E7E-44AA-41CA-92B7-1045B0E730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490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97E7E-44AA-41CA-92B7-1045B0E7300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1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建立一次函数学习动机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2026-07-02T05:21:25Z</dcterms:modified>
</cp:coreProperties>
</file>