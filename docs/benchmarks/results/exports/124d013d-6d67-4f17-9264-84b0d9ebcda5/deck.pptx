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657A9-EB8C-41C2-9640-3378D1612C1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94F57-4408-414C-8AA2-058D9F3828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85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3207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11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095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8904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9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4F57-4408-414C-8AA2-058D9F3828F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63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AA2CE7-9F47-5846-9463-0EB444898F0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188DE72-5708-BC2D-A319-EA187381C74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72527A-2233-8C6D-8C38-771F8F3A1DA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54F5E5-F4CB-03DA-1741-72F66FED5D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E4D2D0-F622-31A8-079D-DA9B0E1AF9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A5B980-AB10-2BDF-BB9D-BFB13940675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0BD313-233D-1CF2-AEBF-FB0FAFD4930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C7876E3-B40E-43BC-52D0-5771338ECD3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3F3F4F-8C71-1989-5878-49E58AD4C52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2026-07-08T12:54:47Z</dcterms:modified>
</cp:coreProperties>
</file>