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行动：先看导入问题，再完成分层练习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图示建议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图示建议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图示建议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示例图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练习卡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总结图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牛顿第二定律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• 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本页核心结论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章节</a:t>
            </a:r>
            <a:r>
              <a:rPr lang="en-US" altLang="zh-CN" sz="1000"/>
              <a:t>02</a:t>
            </a:r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B0C3651-E5E3-E5BF-0B8E-591D1B5D616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</a:t>
            </a:r>
            <a:r>
              <a:rPr lang="zh-CN" altLang="en-US" sz="1400"/>
              <a:t>本页核心结论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牛顿第二定律 </a:t>
            </a:r>
            <a:r>
              <a:rPr lang="en-US" altLang="zh-CN">
                <a:cs typeface="思源黑体 CN Normal" panose="020B0400000000000000" charset="-122"/>
              </a:rPr>
              <a:t>- </a:t>
            </a:r>
            <a:r>
              <a:rPr lang="zh-CN" altLang="en-US">
                <a:cs typeface="思源黑体 CN Normal" panose="020B0400000000000000" charset="-122"/>
              </a:rPr>
              <a:t>要点</a:t>
            </a:r>
            <a:r>
              <a:rPr lang="en-US" altLang="zh-CN">
                <a:cs typeface="思源黑体 CN Normal" panose="020B0400000000000000" charset="-122"/>
              </a:rPr>
              <a:t>3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核心观点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牛顿第二定律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-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要点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聚焦一个中心观点，围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A5277D1-4BB5-B47E-CF11-124CCFB33D7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牛顿第二定律 </a:t>
            </a:r>
            <a:r>
              <a:rPr lang="en-US" altLang="zh-CN"/>
              <a:t>- </a:t>
            </a:r>
            <a:r>
              <a:rPr lang="zh-CN" altLang="en-US"/>
              <a:t>要点</a:t>
            </a:r>
            <a:r>
              <a:rPr lang="en-US" altLang="zh-CN"/>
              <a:t>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• 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本页核心结论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章节</a:t>
            </a:r>
            <a:r>
              <a:rPr lang="en-US" altLang="zh-CN" sz="1000"/>
              <a:t>05</a:t>
            </a:r>
            <a:endParaRPr lang="zh-CN" altLang="en-US" sz="10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C5ACD6-16BA-D24C-C5C9-5B2DBC1DE82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</a:t>
            </a:r>
            <a:r>
              <a:rPr lang="zh-CN" altLang="en-US" sz="1400"/>
              <a:t>本页核心结论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牛顿第二定律 </a:t>
            </a:r>
            <a:r>
              <a:rPr lang="en-US" altLang="zh-CN" sz="1000"/>
              <a:t>- </a:t>
            </a:r>
            <a:r>
              <a:rPr lang="zh-CN" altLang="en-US" sz="1000"/>
              <a:t>要点</a:t>
            </a:r>
            <a:r>
              <a:rPr lang="en-US" altLang="zh-CN" sz="1000"/>
              <a:t>6</a:t>
            </a:r>
            <a:endParaRPr lang="zh-CN" altLang="en-US" sz="10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96BC74B-83D9-FA3B-BCF3-9EBAE90AB33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核心观点 核心观点 </a:t>
            </a:r>
            <a:r>
              <a:rPr lang="en-US" altLang="zh-CN" sz="1400"/>
              <a:t>• </a:t>
            </a:r>
            <a:r>
              <a:rPr lang="zh-CN" altLang="en-US" sz="1400"/>
              <a:t>牛顿第二定律 </a:t>
            </a:r>
            <a:r>
              <a:rPr lang="en-US" altLang="zh-CN" sz="1400"/>
              <a:t>- </a:t>
            </a:r>
            <a:r>
              <a:rPr lang="zh-CN" altLang="en-US" sz="1400"/>
              <a:t>要点</a:t>
            </a:r>
            <a:r>
              <a:rPr lang="en-US" altLang="zh-CN" sz="1400"/>
              <a:t>6</a:t>
            </a:r>
            <a:r>
              <a:rPr lang="zh-CN" altLang="en-US" sz="1400"/>
              <a:t>聚焦一个中心观点，围</a:t>
            </a:r>
            <a:r>
              <a:rPr lang="en-US" altLang="zh-CN" sz="1400"/>
              <a:t>…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牛顿第二定律 </a:t>
            </a:r>
            <a:r>
              <a:rPr lang="en-US" altLang="zh-CN">
                <a:cs typeface="思源黑体 CN Normal" panose="020B0400000000000000" charset="-122"/>
              </a:rPr>
              <a:t>- </a:t>
            </a:r>
            <a:r>
              <a:rPr lang="zh-CN" altLang="en-US">
                <a:cs typeface="思源黑体 CN Normal" panose="020B0400000000000000" charset="-122"/>
              </a:rPr>
              <a:t>要点</a:t>
            </a:r>
            <a:r>
              <a:rPr lang="en-US" altLang="zh-CN">
                <a:cs typeface="思源黑体 CN Normal" panose="020B0400000000000000" charset="-122"/>
              </a:rPr>
              <a:t>7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8DA2C0-8EAE-96F3-731B-E64C2BA6233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练习问题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选项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1EDDA57-DF68-8E32-5DA2-99B28F3F7C1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牛顿第二定律 </a:t>
            </a:r>
            <a:r>
              <a:rPr lang="en-US" altLang="zh-CN"/>
              <a:t>- </a:t>
            </a:r>
            <a:r>
              <a:rPr lang="zh-CN" altLang="en-US"/>
              <a:t>要点</a:t>
            </a:r>
            <a:r>
              <a:rPr lang="en-US" altLang="zh-CN"/>
              <a:t>8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EE57F9-9D74-932C-C074-FB0AA050F2A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练习问题 练习问题 </a:t>
            </a:r>
            <a:r>
              <a:rPr lang="en-US" altLang="zh-CN" sz="1400"/>
              <a:t>• </a:t>
            </a:r>
            <a:r>
              <a:rPr lang="zh-CN" altLang="en-US" sz="1400"/>
              <a:t>选项</a:t>
            </a:r>
            <a:r>
              <a:rPr lang="en-US" altLang="zh-CN" sz="1400"/>
              <a:t>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总结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A8C480-E4E8-D6E4-4FD0-721BCD5E12D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形成统一结论 形成统一结论 </a:t>
            </a:r>
            <a:r>
              <a:rPr lang="en-US" altLang="zh-CN" sz="1400"/>
              <a:t>• </a:t>
            </a:r>
            <a:r>
              <a:rPr lang="zh-CN" altLang="en-US" sz="1400"/>
              <a:t>结论</a:t>
            </a:r>
            <a:r>
              <a:rPr lang="en-US" altLang="zh-CN" sz="1400"/>
              <a:t>1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8DD60F4-0A7C-89E7-CE96-59F7FC0C7A1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感谢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447</Words>
  <Application>Microsoft Office PowerPoint</Application>
  <PresentationFormat>宽屏</PresentationFormat>
  <Paragraphs>78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ExtraLight</vt:lpstr>
      <vt:lpstr>MiSans Light</vt:lpstr>
      <vt:lpstr>MiSans Semibold</vt:lpstr>
      <vt:lpstr>思源黑体 CN Normal</vt:lpstr>
      <vt:lpstr>MiSans Medium</vt:lpstr>
      <vt:lpstr>Arial</vt:lpstr>
      <vt:lpstr>MiSans Normal</vt:lpstr>
      <vt:lpstr>等线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14</cp:revision>
  <dcterms:created xsi:type="dcterms:W3CDTF">2022-06-02T07:27:36Z</dcterms:created>
  <dcterms:modified xsi:type="dcterms:W3CDTF">2026-07-03T03:44:50Z</dcterms:modified>
</cp:coreProperties>
</file>