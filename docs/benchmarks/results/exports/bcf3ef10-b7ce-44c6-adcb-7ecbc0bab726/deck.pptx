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47D6C-A51F-4A7F-87E6-CC85A3AD17A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931ED-98CF-46F5-A795-FBE668F3D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512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8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898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920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60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362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31ED-98CF-46F5-A795-FBE668F3D8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574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22E5D0-2E9D-E4CE-7823-CFF94CE1C8B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C04A63C-0BA5-C66D-BEAC-01B49BE047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D23351-2DD0-D0D6-AFB0-27237572499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67BC27-9080-2A2F-64C9-E78EA3637F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7A39E2-ADDB-09C8-2D41-2F3EB28B7B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D6955E-BCA8-4273-5F64-99913D3C52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5E3F36-A5BF-6634-2D18-CD6F1BF5418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E8ABFB-0D3C-FA9C-A6BA-9F79A904664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FB1195-7278-DC0B-3B19-3A2D421C88F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MiSans Medium</vt:lpstr>
      <vt:lpstr>等线 Light</vt:lpstr>
      <vt:lpstr>MiSans Normal</vt:lpstr>
      <vt:lpstr>Arial</vt:lpstr>
      <vt:lpstr>MiSans Demibold</vt:lpstr>
      <vt:lpstr>MiSans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2026-07-08T10:27:26Z</dcterms:modified>
</cp:coreProperties>
</file>