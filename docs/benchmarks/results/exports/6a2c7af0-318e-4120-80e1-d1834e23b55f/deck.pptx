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E9177ED-71C7-4ECC-9689-014AA8F57DC0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4719CDA-C526-44C3-91CE-864991C788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884170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企业数字化转型路线图现状结构图 需要先完成问题分层与优先级重排。 图示：企业数字化转型路线图现状结构图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719CDA-C526-44C3-91CE-864991C7880C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894330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企业数字化转型路线图问题分层卡片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719CDA-C526-44C3-91CE-864991C7880C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3575433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企业数字化转型路线图方案架构图 先完成基线与关键能力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719CDA-C526-44C3-91CE-864991C7880C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5954940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719CDA-C526-44C3-91CE-864991C7880C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8608006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719CDA-C526-44C3-91CE-864991C7880C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1803474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719CDA-C526-44C3-91CE-864991C7880C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420132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27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企业数字化转型路线图</a:t>
            </a:r>
            <a:endParaRPr lang="zh-CN" altLang="en-US" sz="27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企业数字化转型路线图提案汇报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1/10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A45D40F4-57F1-0AC1-EFA6-92419E87AA18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企业数字化转型路线图提案汇报 企业数字化转型路线图提案汇报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CBF75840-2B95-6F3B-6189-C1C778F37B94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B446B1DC-8B25-DBE7-6EDA-00DD80E5C862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26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 lang="en-US" altLang="zh-CN" sz="13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18396E0-A5D4-942E-ED30-295F4E100B99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企业数字化转型路线图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方案架构图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25E13A46-63AE-2989-56FA-3ABB8D1446E7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FB17154B-0537-A464-499D-F4960B9BB5D7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66DEA87D-5EE5-68E2-03FC-6B3C17E9A90A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1C17F67E-EB05-972F-46E6-018AC83C9423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08E5819A-C145-8531-AA5E-6BC7E22112D0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320</Words>
  <Application>Microsoft Office PowerPoint</Application>
  <PresentationFormat>宽屏</PresentationFormat>
  <Paragraphs>61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</vt:lpstr>
      <vt:lpstr>MiSans Demibold</vt:lpstr>
      <vt:lpstr>MiSans ExtraLight</vt:lpstr>
      <vt:lpstr>MiSans Light</vt:lpstr>
      <vt:lpstr>等线</vt:lpstr>
      <vt:lpstr>等线 Light</vt:lpstr>
      <vt:lpstr>MiSans Semibold</vt:lpstr>
      <vt:lpstr>思源黑体 CN Normal</vt:lpstr>
      <vt:lpstr>Arial</vt:lpstr>
      <vt:lpstr>MiSans Medium</vt:lpstr>
      <vt:lpstr>MiSans Normal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2026-07-08T12:06:30Z</dcterms:modified>
</cp:coreProperties>
</file>