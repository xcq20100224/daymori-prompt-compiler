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4C6A4-4AFB-4EB4-A644-9EAB2E5E7A06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09A0A-23F3-460C-94BE-A594ED8280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008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09A0A-23F3-460C-94BE-A594ED82801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390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09A0A-23F3-460C-94BE-A594ED82801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651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09A0A-23F3-460C-94BE-A594ED82801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394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09A0A-23F3-460C-94BE-A594ED82801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928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09A0A-23F3-460C-94BE-A594ED82801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946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09A0A-23F3-460C-94BE-A594ED82801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812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2B37755-89C4-7D28-E834-3544E168018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7F9FBCD-90F7-0FAD-4D3E-1E470D41BF9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D926F4C-DB80-22F5-10A7-CF598F97E43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A1B533-1628-1E90-82A7-15FB976B06B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5102822-7082-335D-F2B7-5BF1547CC18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59D567-EEBC-8B47-4A6D-5042E76E01A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059778-6478-DBE6-78AE-418BE9B131D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79EE59B-6ED2-FDCA-C8B1-C5BB101B2E8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A3D2DC-EB6E-9730-CC0C-02E41F83EEE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2026-07-07T08:46:33Z</dcterms:modified>
</cp:coreProperties>
</file>