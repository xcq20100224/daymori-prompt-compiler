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B699A-4B0E-4EB3-8A6D-0FBE6B7886F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DDC6D-E821-4275-983B-E2C78A67D4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2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44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193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752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834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316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DDC6D-E821-4275-983B-E2C78A67D4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202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B56F19-708C-BC12-57CC-8DD990DDA5C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9DB40AE-1D7F-AFA4-E6B7-EB96053C67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498D3E-82E3-01B4-2119-BF07A07D4C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7D4661-6E64-E648-1A30-51275FFCC8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734875-89D5-D0ED-DBDA-6C7C1F518E3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8BBD08-10BF-AD89-24C1-1B51F92901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8A152B-C465-C93A-6BF5-8B614EB9786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7FDC03-DE60-983F-1133-5B4892BECE4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FF6852-DCC2-B282-2F6C-BA4FB8DD2ED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2026-07-09T04:31:40Z</dcterms:modified>
</cp:coreProperties>
</file>