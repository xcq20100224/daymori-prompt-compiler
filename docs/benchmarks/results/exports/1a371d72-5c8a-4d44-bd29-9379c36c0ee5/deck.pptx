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01ED6-E0B0-4C2E-8322-779E1B6DB5A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01AD0-F7F9-49C4-86D8-87E7BBB71C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3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01AD0-F7F9-49C4-86D8-87E7BBB71C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918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01AD0-F7F9-49C4-86D8-87E7BBB71C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272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01AD0-F7F9-49C4-86D8-87E7BBB71C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260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01AD0-F7F9-49C4-86D8-87E7BBB71C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935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01AD0-F7F9-49C4-86D8-87E7BBB71C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897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01AD0-F7F9-49C4-86D8-87E7BBB71C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88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F24FA78-5497-CBC0-F87A-8B5ABF4D283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DE12F1A-7989-9A6D-749A-3B48CBCC6A9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1B74BC8-E5BF-C1EC-23FF-807259782E9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D6EB9D-7AA5-49C4-B6D2-581BFE84F7E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985C18-AC07-B665-D20A-D17F41FD02E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64B192-8555-D8E8-9282-E8B98765C9F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20E5AE-6946-38D8-759E-334F5D892C5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6E9917-50CC-20C0-FAF2-C5E7C4D6CBA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C509C3-C774-9EE1-C597-63210BE2CE6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2026-07-08T10:19:06Z</dcterms:modified>
</cp:coreProperties>
</file>