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035CE-06E5-418B-A7BE-C59C89E9599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4CC597-62EE-4A15-BBF2-E3A78F034F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759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ABTest0_1783519287562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CC597-62EE-4A15-BBF2-E3A78F034F3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88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19287562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CC597-62EE-4A15-BBF2-E3A78F034F3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116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8351928756 2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CC597-62EE-4A15-BBF2-E3A78F034F3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313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CC597-62EE-4A15-BBF2-E3A78F034F3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281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CC597-62EE-4A15-BBF2-E3A78F034F3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567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CC597-62EE-4A15-BBF2-E3A78F034F3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526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ABTest0_1783519287562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ABTest0_1783519287562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ABTest0_17835192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87562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9891CED-F699-09B0-F502-960B333CF79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AC48BB-2C13-BB47-10DF-3FF925F5AEA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ABTest0_1783519287562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ABTest0_1783519287562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3519287562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5CFEFE-2620-0A0B-2760-F26D95F18C5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DEA0A8-25E8-8BB2-C738-D0D4BCCB662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ABTest0_1783519287562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ABTest0_1783519287562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0DAFC9-9645-E046-9624-0B0A047F507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ABTest0_1783519287562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8351928756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6241AA-3BCD-74FF-0F7E-448575FFF35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928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783519287562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88A2E9-5F15-8525-0C37-8A6534BF55B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C613A9D-97D3-4C89-D4F8-CFE306FEE64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38ACFC-7056-66E2-FDEE-65F3FD9902D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3B58B8-F8A2-64F5-D3C5-E95A40FD51C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591D6C4-E11C-29B7-A724-CA1FF334E4F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A28688C-8C40-4044-8BD0-BB729142833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BA8977-2A94-84D3-1E1C-A241FB0A0A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8C446B-DBE0-B8CD-00B6-121BA5C61A4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2026-07-08T14:04:46Z</dcterms:modified>
</cp:coreProperties>
</file>