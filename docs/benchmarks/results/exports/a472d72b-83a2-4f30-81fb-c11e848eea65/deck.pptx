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6A6DD-F4D7-471E-8B81-ADC24AB0D2D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A20A3-FE76-488E-A0D8-0395DD013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99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20A3-FE76-488E-A0D8-0395DD013C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20A3-FE76-488E-A0D8-0395DD013C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375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20A3-FE76-488E-A0D8-0395DD013C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836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20A3-FE76-488E-A0D8-0395DD013C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976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20A3-FE76-488E-A0D8-0395DD013C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841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A20A3-FE76-488E-A0D8-0395DD013C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050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BAB358-280D-DE20-D8D3-034A37973ED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1594A60-26EA-477C-5FBC-410118BBCE3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7C5B1F-1755-0B64-9DC1-193144E6FC5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96DE2C-4232-3554-F830-FD1BD78DCA5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2110F9-1E96-6F7D-B7C8-7BC3482AA72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C84EBFD-D1DA-37C6-9C56-ABF07247047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3B4F9C-3C00-7752-5027-07405F51239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CD1929-3C88-BF73-762F-23DAA71750E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5D866C-27A2-39AB-957E-0461FB63CF2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2026-07-08T11:58:15Z</dcterms:modified>
</cp:coreProperties>
</file>