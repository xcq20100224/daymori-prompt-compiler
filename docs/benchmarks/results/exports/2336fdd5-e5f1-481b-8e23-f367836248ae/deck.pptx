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F3CC43-A6B0-4414-84F4-EFAE8ECD6087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87AAC4-3E8B-4B54-80D3-67875DE61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253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7AAC4-3E8B-4B54-80D3-67875DE61F5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131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7AAC4-3E8B-4B54-80D3-67875DE61F5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216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7AAC4-3E8B-4B54-80D3-67875DE61F5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224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7AAC4-3E8B-4B54-80D3-67875DE61F5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27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7AAC4-3E8B-4B54-80D3-67875DE61F5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939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7AAC4-3E8B-4B54-80D3-67875DE61F5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523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C1526B-5C94-DF48-7FEA-0D069C5C9FC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F9A2FFA-704F-DE81-EEC9-3288F12AD77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EF0D4A3-13FF-337E-ED9B-EAAA87014A6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2D72580-D11C-3186-B417-ED17DA69213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DBE040-BD7F-E2F6-2455-9E810D5774E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5AC815-1D16-EFF7-C0C3-FA3FEA6F16B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D0E0D76-C82E-2466-514A-8165A02D128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347EB1C-A494-3FEC-CE45-7129B5ABDD1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B16379-781D-895A-9C51-90F8214AD9C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2026-07-07T08:30:04Z</dcterms:modified>
</cp:coreProperties>
</file>