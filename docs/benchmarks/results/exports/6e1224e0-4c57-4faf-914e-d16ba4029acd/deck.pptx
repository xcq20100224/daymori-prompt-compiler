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12727-4635-49D4-B46C-D89239BBB78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32553-885B-4B88-B04D-F456B2C34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09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32553-885B-4B88-B04D-F456B2C3443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937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32553-885B-4B88-B04D-F456B2C344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850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32553-885B-4B88-B04D-F456B2C3443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174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32553-885B-4B88-B04D-F456B2C3443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192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32553-885B-4B88-B04D-F456B2C3443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740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32553-885B-4B88-B04D-F456B2C3443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532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0F42C8-39DE-A0AE-228B-F61E5DF952F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F2F4A6F-7037-C5CB-62CC-1BAC3DCA94A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473B00-3816-2704-1077-B11B971DF52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8E6A2A-CEDA-0F6C-58F7-C5ABDBBA046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F983D0-7B59-0DF5-53CD-0149119E31C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EE29DE-8986-B25E-32EE-AAADEBBE626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E0B188-18DF-6F92-EF7C-58BF692A4CD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F63FA6-C017-BDAF-8D90-F51E6DD52FE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082A36-AB66-B14E-4309-068242D614E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2026-07-08T04:37:50Z</dcterms:modified>
</cp:coreProperties>
</file>