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D8A813-B6C5-4D2D-A031-1014D7610CD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C03FF8-23B9-437A-B9D5-1756F1E1C3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2009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03FF8-23B9-437A-B9D5-1756F1E1C36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7806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03FF8-23B9-437A-B9D5-1756F1E1C36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05169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03FF8-23B9-437A-B9D5-1756F1E1C36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93946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03FF8-23B9-437A-B9D5-1756F1E1C36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81435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03FF8-23B9-437A-B9D5-1756F1E1C36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66743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03FF8-23B9-437A-B9D5-1756F1E1C36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4604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8017E19-30A0-43CC-957E-EB74E01C19E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4A613C0-592C-23C3-F909-441FF06CFD1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B485901-4144-493C-C609-D5C86E1F883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B505237-BB76-CF74-6C23-DC1D3E4188F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5811362-C3E0-C2FE-DFB5-618ACEDCF1E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3A599C3-899F-1405-5451-4506F061211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94AF7ED-CEA6-7E3D-6C4A-E568D2A60E9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E4FF72A-EDE5-3DA1-4208-66ADCF62271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C6A99CC-06DF-CF00-50F8-DC338B4BCAD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MiSans Medium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2026-07-08T12:18:18Z</dcterms:modified>
</cp:coreProperties>
</file>