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1D96A1-D770-4538-8742-770A3002B61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C1B10-D0E4-4A95-8072-9FBA171742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332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C1B10-D0E4-4A95-8072-9FBA1717422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667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C1B10-D0E4-4A95-8072-9FBA1717422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268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C1B10-D0E4-4A95-8072-9FBA1717422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624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C1B10-D0E4-4A95-8072-9FBA171742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250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C1B10-D0E4-4A95-8072-9FBA1717422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620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C1B10-D0E4-4A95-8072-9FBA1717422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977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4368857-E02A-711C-95AB-59BB84B0E45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1591D70-7EB4-CAAA-ED23-7B244C79B5B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145074A-82DF-8D48-8BB6-8BF35C7BCA7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633C0D-277B-0EF2-38FB-63AB821B062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335DD3-86B0-AC96-2B32-75367A006C9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C0B8DF-FB3B-4049-31C9-1F5E15F31DE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5A98F2-E411-0AEF-7B12-C8E1348582D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04DBDEA-910B-2235-F2D0-868C8ABBC56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A66DDC-9A38-F309-2BE8-80734EB3726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A8F5604-8DC6-5418-5B81-5C029B48760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54662E-1665-0FFA-8955-C837ADB67E8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8F81B85-955B-58C7-26A1-56942D2AC40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3F5C627-F897-1C11-E345-00BBCF2E9B8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42A486C-9937-DC38-F86C-2FA4AC450C4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2A3D057-2C67-F4FF-9121-31769B9FEA6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E2503AA-4F6D-17F5-33B4-DAFC79616CD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等线 Light</vt:lpstr>
      <vt:lpstr>MiSans Semibold</vt:lpstr>
      <vt:lpstr>Arial</vt:lpstr>
      <vt:lpstr>MiSans</vt:lpstr>
      <vt:lpstr>MiSans Demibold</vt:lpstr>
      <vt:lpstr>思源黑体 CN Normal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2026-07-08T14:25:21Z</dcterms:modified>
</cp:coreProperties>
</file>