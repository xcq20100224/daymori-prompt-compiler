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54E224-53ED-4E1B-B0DD-08F0FB4D9C3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DA10F-BD04-4974-B394-CC70FB69DB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7094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新产品上市计划现状结构图 先级重排。 图示：新产品上市计划现状结构图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DA10F-BD04-4974-B394-CC70FB69DBA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203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DA10F-BD04-4974-B394-CC70FB69DBA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866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DA10F-BD04-4974-B394-CC70FB69DBA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210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DA10F-BD04-4974-B394-CC70FB69DBA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770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DA10F-BD04-4974-B394-CC70FB69DBA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14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DA10F-BD04-4974-B394-CC70FB69DBA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519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新产品上市计划提案汇报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E862518-4BD4-8CD2-ED20-76CDD646EA7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新产品上市计划提案汇报 新产品上市计划提案汇报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新产品上市计划的核心约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5454890-E1C9-E6C3-4B16-881142E6A13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15A75BD-6B0D-AA58-9AC9-D7445F48710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新产品上市计划当前在目标达成、资源配置与执行路径上存在明显瓶颈。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图示：新产品上市计划问题分层卡片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围绕新产品上市计划可将问题拆为目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新产品上市计划的分阶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4214D6E-923D-404E-3FFC-8B37D89D729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新产品上市计划方案建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新产品上市计划方案架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构图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阶段：明确新产品上市计划目标与边界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完成新产品上市计划试点并跟踪关键指标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建议围绕新产品上市计划建立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84132AE-E9F6-F8F0-D141-E682EC9D788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3193DF6-7977-ED16-DA44-9D0170F424F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9E2D1DA-353F-741E-6E0D-DE7F70D2FF5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D43BA9A-8159-6C1F-28E1-0BD56C3ED35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C21A24B-3413-725D-B1BC-1783AD028DC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579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2026-07-08T10:22:09Z</dcterms:modified>
</cp:coreProperties>
</file>