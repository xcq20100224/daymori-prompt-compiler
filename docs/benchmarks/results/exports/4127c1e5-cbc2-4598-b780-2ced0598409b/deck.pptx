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1A2D47-C69F-442E-9C23-E419544125F5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2E5A5-D9C8-4345-9882-716A138FFC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9434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2E5A5-D9C8-4345-9882-716A138FFC0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92359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2E5A5-D9C8-4345-9882-716A138FFC0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91033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2E5A5-D9C8-4345-9882-716A138FFC0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12912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2E5A5-D9C8-4345-9882-716A138FFC0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24976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2E5A5-D9C8-4345-9882-716A138FFC0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72611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2E5A5-D9C8-4345-9882-716A138FFC0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4233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01CB6C4-7A12-6327-F9D9-837E49BF97E2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AC9A21C-3F33-3D0F-1CBC-30AB4347FFA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94FEA65-934D-EC56-3CF5-60B3A2679305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BFACE31-899B-6EA8-CC90-14869997E18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191D6B7-CF23-4B1A-B7D4-65F1CDF0D68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721B924-76AF-25A2-22BA-1512B4F43E4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9923E8A-F3B2-AEE8-96D7-6BAB372F36F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36F96F8-A374-6384-43A3-9B392F79A5C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9564A15-855C-46A3-A185-ADEC29C0D63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2026-07-09T04:35:14Z</dcterms:modified>
</cp:coreProperties>
</file>