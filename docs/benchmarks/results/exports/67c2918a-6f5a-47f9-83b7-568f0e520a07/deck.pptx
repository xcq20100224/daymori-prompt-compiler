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08423-3193-48D6-A36C-668281647D2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77AA1-E40C-4A84-A9A7-0FEAA8A61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8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7AA1-E40C-4A84-A9A7-0FEAA8A61E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04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7AA1-E40C-4A84-A9A7-0FEAA8A61E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88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7AA1-E40C-4A84-A9A7-0FEAA8A61E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01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7AA1-E40C-4A84-A9A7-0FEAA8A61E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980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7AA1-E40C-4A84-A9A7-0FEAA8A61E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581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7AA1-E40C-4A84-A9A7-0FEAA8A61E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47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4ED809-9D1B-25E5-6CED-C830DB641E1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2ED2653-7E8C-08E5-072E-CD95AFF276F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67E15C-3DC7-7491-8BDA-1967A4F540F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328FEC-CD7D-08E2-5517-B1AD8165122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44741B-8D8C-B88E-221E-36FE13FFE1E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8C3FB4-6875-FA76-0D35-CD3CDED2FB8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21E57E-E5C7-7FAB-FB96-5E1CFF0BEEB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704734-96A7-96D3-0404-BD11FE6FDE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E90211-B606-3647-5874-197663B15FA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Arial</vt:lpstr>
      <vt:lpstr>等线</vt:lpstr>
      <vt:lpstr>MiSans</vt:lpstr>
      <vt:lpstr>MiSans Demibold</vt:lpstr>
      <vt:lpstr>MiSans Light</vt:lpstr>
      <vt:lpstr>MiSans Normal</vt:lpstr>
      <vt:lpstr>等线 Light</vt:lpstr>
      <vt:lpstr>MiSans Semibold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2026-07-08T04:30:29Z</dcterms:modified>
</cp:coreProperties>
</file>