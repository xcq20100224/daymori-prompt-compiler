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2C376BC-FEC6-4C47-A172-132FF84620CC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AC8BB7-A1D1-4058-8446-A667CDE2D9A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6469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供应链优化实施计划现状结构图 需要先完成问题分层与优先级重排。 图示：供应链优化实施计划现状结构图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AC8BB7-A1D1-4058-8446-A667CDE2D9A8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96273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供应链优化实施计划问题分层卡片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AC8BB7-A1D1-4058-8446-A667CDE2D9A8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07218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供应链优化实施计划方案架构图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AC8BB7-A1D1-4058-8446-A667CDE2D9A8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20097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AC8BB7-A1D1-4058-8446-A667CDE2D9A8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89835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AC8BB7-A1D1-4058-8446-A667CDE2D9A8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303002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AC8BB7-A1D1-4058-8446-A667CDE2D9A8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91777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供应链优化实施计划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供应链优化实施计划提案汇报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464113F4-12BF-DA96-D91A-CD5B843C731E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供应链优化实施计划提案汇报 供应链优化实施计划提案汇报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供应链优化实施计划的核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心约束与机会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6EEFBE2C-2282-9FC8-73E7-ECF6A2A65959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8C2C0309-EE84-A76D-7244-B7727825C675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供应链优化实施计划的核心约束与机会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供应链优化实施计划当前在目标达成、资源配置与执行路径上存在明显瓶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颈。若继续沿用现有方式，成本、效率与可持续性将同步承压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图示：供应链优化实施计划问题分层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卡片 内容由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围绕供应链优化实施计划可将问题拆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为目标定义、流程协同、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供应链优化实施计划的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分阶段落地方案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364E245-909B-17B1-78BE-C428D4A131C4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供应链优化实施计划的分阶段落地方案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供应链优化实施计划方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案架构图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供应链优化实施计划方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案建议采用“目标对齐</a:t>
            </a:r>
          </a:p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能力建设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效果验证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”三层架构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阶段：明确供应链优化实施计划目标与边界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完成供应链优化实施计划试点并跟踪关键指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建议围绕供应链优化实施计划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建立统一指标集，至少覆盖效率、质量、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0E71754-847C-61F7-D4DA-F5FAB7F4F2CF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87D1867-2189-6855-AE1B-384FDA2A68EE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67A4809E-D95F-04A7-9F95-8405EE1590FF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4D5CFEA2-259D-18A4-C30C-A8B032BC3B16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27912CA8-5BCD-C510-AB14-490C08189549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528</Words>
  <Application>Microsoft Office PowerPoint</Application>
  <PresentationFormat>宽屏</PresentationFormat>
  <Paragraphs>83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Demibold</vt:lpstr>
      <vt:lpstr>MiSans</vt:lpstr>
      <vt:lpstr>MiSans ExtraLight</vt:lpstr>
      <vt:lpstr>等线</vt:lpstr>
      <vt:lpstr>MiSans Light</vt:lpstr>
      <vt:lpstr>等线 Light</vt:lpstr>
      <vt:lpstr>MiSans Semibold</vt:lpstr>
      <vt:lpstr>思源黑体 CN Normal</vt:lpstr>
      <vt:lpstr>Arial</vt:lpstr>
      <vt:lpstr>MiSans Medium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2026-07-08T13:13:21Z</dcterms:modified>
</cp:coreProperties>
</file>