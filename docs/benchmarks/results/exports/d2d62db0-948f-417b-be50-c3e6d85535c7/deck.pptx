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55E33-36DC-46D3-AEA4-57EEF8BB338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C4BA4-6B8F-43A8-9E1A-83935CDFA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44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C4BA4-6B8F-43A8-9E1A-83935CDFAB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46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C4BA4-6B8F-43A8-9E1A-83935CDFAB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055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C4BA4-6B8F-43A8-9E1A-83935CDFAB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38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C4BA4-6B8F-43A8-9E1A-83935CDFAB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609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C4BA4-6B8F-43A8-9E1A-83935CDFAB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592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C4BA4-6B8F-43A8-9E1A-83935CDFAB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42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EF5A9F-6B1F-0787-A984-F5368E9EF8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692ECEA-D181-7F25-D01C-53C70AE93E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8F0EA2-8E32-EB5D-F596-7FE3D5A3E1D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458642-0434-25A5-68C0-B3B032344C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F986E3-BC48-EA88-B00F-67AEDEA7AE0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44954E-9A06-6DF1-BD3E-BEEED642126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ADA196-9744-25FE-7611-164323C89D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1B54B1-8F8F-2B2C-7B82-61EA3DEFFE0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A7AC32-80B0-11E4-CB77-01B9250499C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2026-07-07T08:32:23Z</dcterms:modified>
</cp:coreProperties>
</file>