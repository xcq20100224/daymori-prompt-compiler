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A6FD3-D4A8-4254-9D28-215B0CCB9B2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E1C1F-2F0E-4003-BEF2-481A96899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91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E1C1F-2F0E-4003-BEF2-481A9689969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466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E1C1F-2F0E-4003-BEF2-481A9689969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034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E1C1F-2F0E-4003-BEF2-481A9689969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12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E1C1F-2F0E-4003-BEF2-481A9689969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582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E1C1F-2F0E-4003-BEF2-481A9689969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492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E1C1F-2F0E-4003-BEF2-481A9689969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339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013CD1-0065-E7A8-D2A5-270434FF473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2E7CDFC-86D9-906E-B052-D6E8F683647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43FB8C-CD8F-1A35-AC4B-0D5897D1A0F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5B3C52-7984-8950-F287-A597D578146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D538C7-40AE-4692-E99C-0D8C8F05C4B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54F6F2-1545-0A26-8E60-C31D66F3AE8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F4DE5BC-EC0E-790A-81FC-6C3C50FD121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B35175-3B3F-96F0-E7B3-B6456DFB099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EB64C9-184E-BDAA-0D9E-395E59125F9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2026-07-07T08:42:43Z</dcterms:modified>
</cp:coreProperties>
</file>