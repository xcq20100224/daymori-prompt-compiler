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7FE7B-DFC8-434C-A1B7-D714121E275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816AE-59BF-4974-AADC-73897985B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07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287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797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802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00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816AE-59BF-4974-AADC-73897985B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3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B15904-01F2-1448-E08C-F27DF6E2DF0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B397B85-1AC1-3522-0D75-3DFEDA245D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0BD2C6-4E55-8674-9D26-6BD2F2F64CE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EE7387-697B-D3A3-49B2-6AAA1F0EB84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5E751C-7D90-4A6A-7701-36DDCE19060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65412C-6188-4378-5D00-576AE46C524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F36618-0B1C-8C8F-B77A-4A43FD7C3EE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B28FD6-9146-4EB6-F0BD-7D44E51C466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3EA48F-CCF3-6830-A9B9-C40BB3835B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2026-07-08T12:44:02Z</dcterms:modified>
</cp:coreProperties>
</file>