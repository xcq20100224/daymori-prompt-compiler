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64E98-7C05-4F73-91A2-5CCCBBCA7D3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5475F-74B0-432E-A475-F2E0132F7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8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55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29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119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910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30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70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5475F-74B0-432E-A475-F2E0132F70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2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建立服务稳定性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SLO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升级学习动机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2026-07-02T05:28:27Z</dcterms:modified>
</cp:coreProperties>
</file>