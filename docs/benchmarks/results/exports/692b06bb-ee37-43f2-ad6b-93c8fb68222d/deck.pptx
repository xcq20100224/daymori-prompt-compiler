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D1D6D6-85AB-427F-93D3-771C1C86FC8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15A6C-E0F8-4AC9-9269-0303343849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477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产品市场策略现状结构图 优先级重排。 图示：产品市场策略现状结构图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15A6C-E0F8-4AC9-9269-03033438491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26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产品市场策略问题分层卡片 执行能力与反馈闭环四个层面。 先聚焦高频高影响环节， 再逐步覆盖复杂场景， 可显著降低试点风险。 图示： 产品市场策略问题分层卡片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15A6C-E0F8-4AC9-9269-03033438491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69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产品市场策略方案架构图 建设， 再通过迭代机制优化质 量， 形成可复制的执行闭环。 图示： 产品市场策略方案架构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15A6C-E0F8-4AC9-9269-03033438491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608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15A6C-E0F8-4AC9-9269-03033438491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199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15A6C-E0F8-4AC9-9269-03033438491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009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15A6C-E0F8-4AC9-9269-03033438491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851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产品市场策略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产品市场策略提案汇报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B4E1A9-848C-F137-D4AB-36B7016DB40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产品市场策略提案汇报 产品市场策略提案汇报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产品市场策略的核心约束与机会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7C4CB08-3E69-6C36-AA15-B0A59902499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9251AFB-0A1A-0FB6-7F65-41FDBE60714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产品市场策略当前在目标达成、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围绕产品市场策略可将问题拆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52F8E9-787B-E383-FC89-73D32EDF67D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0CECE1-C0F1-F1A1-9FAE-4B54DA27ECF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围绕产品市场策略可将问题拆为目标定义、流程协同、执行能力与反馈闭环四个层面。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产品市场策略的分阶段落地方案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F7BF8F-E495-FD39-BA91-97239901353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产品市场策略方案建议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F7AF98C-227D-27EA-3F5E-16EE1DF2DA7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阶段：明确产品市场策略目标与边界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阶段：完成产品市场策略试点并跟踪关键指标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建议围绕产品市场策略建立统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93DCE3-FCE4-C54D-D63D-3788C4F925C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AC9CBA-87A5-A39A-E4B8-E251BFCA3AA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建议围绕产品市场策略建立统一指标集，至少覆盖效率、质量、成本与稳定性四类指标。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09EF03D-CAC5-8034-C5E2-7F8A0F8FD4D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F301DD-28C8-736F-F4A0-005262FD803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DF7FD38-C1A0-BD3E-52DB-1A879759910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A4A919B-9199-770D-42D8-5010000C11F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5CE4AA6-2096-174E-93C4-4EA401F3CF8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3B1866-C22C-5825-6998-E90950E982F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39DF277-0C46-F2A4-1A4B-93CFBD13F77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思源黑体 CN Normal</vt:lpstr>
      <vt:lpstr>等线 Light</vt:lpstr>
      <vt:lpstr>MiSans Normal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2026-07-08T14:12:11Z</dcterms:modified>
</cp:coreProperties>
</file>