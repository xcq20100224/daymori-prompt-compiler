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FBB36-9D9F-41DF-8B4A-AB8F8715152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C79BB-C09B-4D34-A1CB-3F6A3B8E56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18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C79BB-C09B-4D34-A1CB-3F6A3B8E568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580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C79BB-C09B-4D34-A1CB-3F6A3B8E568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272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C79BB-C09B-4D34-A1CB-3F6A3B8E568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510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C79BB-C09B-4D34-A1CB-3F6A3B8E568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858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C79BB-C09B-4D34-A1CB-3F6A3B8E568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796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C79BB-C09B-4D34-A1CB-3F6A3B8E568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449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0C9310-4635-3C19-08E4-609E95AFB01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9E395FC-74FB-AD45-8BE5-EF9317E5696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CEEA442-34FC-5B5D-3FC6-E9B7ED7631F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2EBD0C-85E7-9AB3-DE8E-656503C9F64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3D0EF98-65F5-9D06-D855-7B0D279083B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9D2E97-C598-BB09-8FB4-D1B20E3289A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FC17304-0B4E-90BB-4D98-2E25B80B164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BBBA88-6F69-EFCC-1FBB-F89FEA59D7A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4F1D77-798C-ED15-1F5B-2365B2D0F67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2026-07-08T12:20:14Z</dcterms:modified>
</cp:coreProperties>
</file>