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9A363-1597-4F1C-8CF1-45A39A0E8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BC07C-AF1D-4AC3-96C2-30F25CFE2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09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974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117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88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405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59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88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525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BC07C-AF1D-4AC3-96C2-30F25CFE25E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462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导入：酸碱中和反应为什么重要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7D0A956-CCA4-C661-1D00-BF090C8EF6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2026-07-02T08:15:34Z</dcterms:modified>
</cp:coreProperties>
</file>