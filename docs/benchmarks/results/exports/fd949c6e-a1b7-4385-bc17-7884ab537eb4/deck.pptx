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8B0951-087F-4327-8E53-D0E20234224C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B45C33-AC55-4941-882C-63472F2B27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2387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45C33-AC55-4941-882C-63472F2B274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90635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45C33-AC55-4941-882C-63472F2B274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402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45C33-AC55-4941-882C-63472F2B274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26424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45C33-AC55-4941-882C-63472F2B274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69778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45C33-AC55-4941-882C-63472F2B274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1234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45C33-AC55-4941-882C-63472F2B274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630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197146F-5FCE-BE1F-6D2A-83450DAC62D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AF36D83-DA7D-D4E6-3F07-EEF1938AE1C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B461238-7732-F0E8-B9C2-F5A7DEBA582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2F9A32E-F786-1A59-80F8-F15D19B9734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75F929B-F1C9-CCA0-C30C-F5043865636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A9E56B5-B59B-1645-36FA-564273A65CB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27B2FC1-74D5-13EB-8460-7669E7915AB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F446084-88C1-6680-427C-0932EBEF45E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4D53DF2-FDAB-5B07-FA98-7864D0BA78D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2026-07-09T03:15:19Z</dcterms:modified>
</cp:coreProperties>
</file>