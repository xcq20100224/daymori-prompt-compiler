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A60A5-6E71-4D2D-8E73-01CAF4CB61A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8DAB3-80CE-48CA-A21D-EEDD6CFA1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42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054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41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4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76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464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8DAB3-80CE-48CA-A21D-EEDD6CFA19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9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CEF7AC-524B-B57D-8377-7FE058E307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CC93714-0E7C-0CEE-293A-59D2A3D324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A645FB-B65B-6138-7DAE-6F364337879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4EAE91-3CAA-5B59-F75F-90DE41D6E7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D7040E-917F-CA14-4C32-109150FC8E3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93AD41-E169-FC30-3A2A-F184B412D43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AC5146-55E4-79E2-0C0B-F5272D46D19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64BE8F-19FF-669D-C251-635CB0FDBF1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9DB8D4-EA91-CCE3-715C-3C755D0DD28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45E941-0D9F-8CD4-33BC-5FF913FB84D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5E8423-7190-1C0E-2160-AD0FA189832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96A4CF-D867-5CCF-DEB9-4689D77FF9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54C0E6-4C97-2426-559D-76BDE5469C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84574C-450F-6D94-9875-63C59B48ADF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3E53AA-BC1B-1579-E678-B7172C9205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52553D-72E9-648C-3EFB-B196C2E4D77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2026-07-08T14:16:42Z</dcterms:modified>
</cp:coreProperties>
</file>