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4847F-0C08-4CB0-A5EA-F9057553402F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D58E8-0584-471A-B8A3-6C75DE16A6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77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D58E8-0584-471A-B8A3-6C75DE16A6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39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D58E8-0584-471A-B8A3-6C75DE16A6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659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D58E8-0584-471A-B8A3-6C75DE16A6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136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D58E8-0584-471A-B8A3-6C75DE16A6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97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D58E8-0584-471A-B8A3-6C75DE16A6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309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D58E8-0584-471A-B8A3-6C75DE16A6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998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D58E8-0584-471A-B8A3-6C75DE16A6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145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D58E8-0584-471A-B8A3-6C75DE16A6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01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建立供应链降本计划学习动机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2026-07-02T05:23:08Z</dcterms:modified>
</cp:coreProperties>
</file>