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540A1-D1E9-4507-8444-2D9D4165C7D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EDA0F3-C495-4CB2-BDF6-A23F851FF4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264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DA0F3-C495-4CB2-BDF6-A23F851FF43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0330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DA0F3-C495-4CB2-BDF6-A23F851FF43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898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DA0F3-C495-4CB2-BDF6-A23F851FF43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0088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DA0F3-C495-4CB2-BDF6-A23F851FF43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884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DA0F3-C495-4CB2-BDF6-A23F851FF43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674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EDA0F3-C495-4CB2-BDF6-A23F851FF43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61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113FA2-9F05-6DBC-DF47-ED5440F7F81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DE9BB2D-1371-08FE-2B83-D2A0B3FB45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40E2722-A94B-DE80-398A-2F2F1F322CC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A198EAF-37E4-657A-F94F-770E6B8FC142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6B47B21-F707-8199-CA05-EE755C50381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380AE48-CB7A-BEC8-F8C9-E437C59E8B3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67305C6-0E66-191F-FBB5-C6951C7C0DA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D604E0-2333-FECC-6E68-33521DFA897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095AB0-4579-4A6F-FE66-F0049CE043B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MiSans</vt:lpstr>
      <vt:lpstr>Arial</vt:lpstr>
      <vt:lpstr>MiSans ExtraLight</vt:lpstr>
      <vt:lpstr>MiSans Demibold</vt:lpstr>
      <vt:lpstr>MiSans Semibold</vt:lpstr>
      <vt:lpstr>等线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2026-07-08T05:38:28Z</dcterms:modified>
</cp:coreProperties>
</file>