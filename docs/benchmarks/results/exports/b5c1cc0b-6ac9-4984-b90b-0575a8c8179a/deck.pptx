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E5F77B-945E-4F8B-8CE8-28DD51DE131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AE017-BCB5-4851-979A-B04B3EC2E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77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AE017-BCB5-4851-979A-B04B3EC2EE9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979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AE017-BCB5-4851-979A-B04B3EC2EE9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498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AE017-BCB5-4851-979A-B04B3EC2EE9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899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AE017-BCB5-4851-979A-B04B3EC2EE9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901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AE017-BCB5-4851-979A-B04B3EC2EE9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954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AE017-BCB5-4851-979A-B04B3EC2EE9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462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9B6EF8-1B91-CD4F-891D-017EF458DB6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68441E2-456B-98AE-C56B-1C39F715FA3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B4C8FB5-2472-DF7E-5D82-A4D7AA4CC8A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7C0804-A81F-42A5-20D2-6A31A03E3EF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37987C-9572-5147-BABB-A5E762BD964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FC99DF-5A53-E522-10AB-106C45C0E3F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63455A-B46D-1E20-5216-74A35ECF77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75672A-EE8F-257E-598B-3C06D5F86FC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77A7B3-BFEF-343D-57AD-7714D07150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29C256-1F0D-503D-BFA8-6004E09CEEA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3846C8-9052-3C4A-909D-C750C1C78F8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5BC8C4-86FD-78A2-8999-EF30F2D45CC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773E31-4F42-E5DE-15F2-52601C2E19F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7E72B0-056D-551E-1CC5-045E99DE194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AD5157-1469-DE7D-05D1-B8749FE254B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2026-07-08T14:04:20Z</dcterms:modified>
</cp:coreProperties>
</file>