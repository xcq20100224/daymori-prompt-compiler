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F92BA-BD27-46E6-BA2D-B59EF325991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34E47-EA9B-4861-B2EC-E620AA93A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06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34E47-EA9B-4861-B2EC-E620AA93A4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462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34E47-EA9B-4861-B2EC-E620AA93A4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279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34E47-EA9B-4861-B2EC-E620AA93A4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69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34E47-EA9B-4861-B2EC-E620AA93A4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442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34E47-EA9B-4861-B2EC-E620AA93A4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750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34E47-EA9B-4861-B2EC-E620AA93A4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98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F47D5A-EE92-91CD-CF0E-9C72E29506D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9B41E0-3082-FB7B-BE0A-F6213D18950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195D14-9D67-023F-71F1-BBB418F152E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B6DA34-A3D6-6B61-F7A0-0FF7E6F1A6D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E05D09-D6E2-DA15-8B33-896569FB371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A6C769-5B8D-9070-50C1-2C00F326154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F4539B-7D35-ECD8-F991-645327566F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B3AEFB-24A5-4BC8-2084-B2DA7612297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9A4A97-FEC7-65DD-8964-6A97E7613BA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2026-07-08T12:35:41Z</dcterms:modified>
</cp:coreProperties>
</file>