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B2C15-9673-482B-AD23-7053BF4B901A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0E5E1-C492-45BE-9A8F-086D7B8D10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816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0E5E1-C492-45BE-9A8F-086D7B8D100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019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0E5E1-C492-45BE-9A8F-086D7B8D100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614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0E5E1-C492-45BE-9A8F-086D7B8D100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998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0E5E1-C492-45BE-9A8F-086D7B8D100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188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0E5E1-C492-45BE-9A8F-086D7B8D100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455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0E5E1-C492-45BE-9A8F-086D7B8D100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840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B0397E6-3FAA-D7F0-5271-D4F2A1FB178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C8BF285-5D38-5123-D04C-4E2137D8D37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E524ED2-DE5C-26E0-6F7C-7D2926647F1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5B4CB4-B66E-3DE4-4CC3-31837DC1D49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BBD8EF9-8693-C7B9-9258-A6CD3C036FE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6A33714-9C71-23F5-8BAF-AF6F93FFBDD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169F7A8-3287-3B4A-F01A-C6C00941ED5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819F0F1-D1FA-E6D8-7040-1EF81C88757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81E89D-6141-EF00-5DF5-5079DF2E0D0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2026-07-09T02:28:01Z</dcterms:modified>
</cp:coreProperties>
</file>