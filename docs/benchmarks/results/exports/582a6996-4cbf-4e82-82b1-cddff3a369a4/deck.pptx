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BA9F5C-A894-4A7E-937E-695939636EF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547DE5-1FC2-414C-90A0-7708F621FC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373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47DE5-1FC2-414C-90A0-7708F621FCB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544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47DE5-1FC2-414C-90A0-7708F621FCB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807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47DE5-1FC2-414C-90A0-7708F621FCB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860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47DE5-1FC2-414C-90A0-7708F621FCB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3005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47DE5-1FC2-414C-90A0-7708F621FCB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192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47DE5-1FC2-414C-90A0-7708F621FCB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018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3E17B92-1CF5-1EE5-BCE2-5538A2D7A1C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C5BEFF7-C5F3-E8CB-1083-892B1875FC0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4F19644-5595-239A-4289-DF8C93F6FD1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C848C6-81A5-D40A-353E-2ADD1F8C1F3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66CE023-679D-2FCF-D59B-7F49464ED8D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15EBD6E-BB14-930B-BD16-21583E07230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E4E20E2-E76D-D88B-7562-A6969EDD2EF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ACD57CE-946C-F481-811F-F9F7F458796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4012D19-4057-418E-138C-720BAC0E755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607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 Light</vt:lpstr>
      <vt:lpstr>等线 Light</vt:lpstr>
      <vt:lpstr>思源黑体 CN Normal</vt:lpstr>
      <vt:lpstr>MiSans Normal</vt:lpstr>
      <vt:lpstr>MiSans Medium</vt:lpstr>
      <vt:lpstr>MiSans</vt:lpstr>
      <vt:lpstr>MiSans ExtraLight</vt:lpstr>
      <vt:lpstr>等线</vt:lpstr>
      <vt:lpstr>Arial</vt:lpstr>
      <vt:lpstr>MiSans Demibold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2026-07-08T13:15:55Z</dcterms:modified>
</cp:coreProperties>
</file>