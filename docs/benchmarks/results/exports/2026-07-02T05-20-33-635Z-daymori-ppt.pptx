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C3529-0C38-4CCC-85C4-E401D5C2C64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3DDD4-9CE5-49DB-A2AA-6E5C004A6D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3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5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69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89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583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1235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416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051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3DDD4-9CE5-49DB-A2AA-6E5C004A6D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43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2026-07-02T05:20:33Z</dcterms:modified>
</cp:coreProperties>
</file>