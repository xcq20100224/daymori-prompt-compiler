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embeddedFontLst>
    <p:embeddedFont>
      <p:font typeface="MiSans Demibold" panose="02010600030101010101" charset="-122"/>
      <p:bold r:id="rId5"/>
    </p:embeddedFont>
    <p:embeddedFont>
      <p:font typeface="MiSans ExtraLight" panose="02010600030101010101" charset="-122"/>
      <p:regular r:id="rId6"/>
    </p:embeddedFont>
    <p:embeddedFont>
      <p:font typeface="MiSans Normal" panose="02010600030101010101" charset="-122"/>
      <p:regular r:id="rId7"/>
    </p:embeddedFont>
    <p:embeddedFont>
      <p:font typeface="等线" panose="02010600030101010101" pitchFamily="2" charset="-122"/>
      <p:regular r:id="rId8"/>
      <p:bold r:id="rId9"/>
    </p:embeddedFont>
    <p:embeddedFont>
      <p:font typeface="等线 Light" panose="02010600030101010101" pitchFamily="2" charset="-122"/>
      <p:regular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B17338-8752-4309-B1EE-5138DAF7050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3C3BB-47EB-4237-91F4-013127BBA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470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强调质量增长而非单点冲量 </a:t>
            </a:r>
            <a:r>
              <a:rPr lang="en-US" altLang="zh-CN"/>
              <a:t>• </a:t>
            </a:r>
            <a:r>
              <a:rPr lang="zh-CN" altLang="en-US"/>
              <a:t>证据：新增客户 </a:t>
            </a:r>
            <a:r>
              <a:rPr lang="en-US" altLang="zh-CN"/>
              <a:t>126 </a:t>
            </a:r>
            <a:r>
              <a:rPr lang="zh-CN" altLang="en-US"/>
              <a:t>家，留存率 </a:t>
            </a:r>
            <a:r>
              <a:rPr lang="en-US" altLang="zh-CN"/>
              <a:t>78.6%</a:t>
            </a:r>
            <a:r>
              <a:rPr lang="zh-CN" altLang="en-US"/>
              <a:t>，获客成本 </a:t>
            </a:r>
            <a:r>
              <a:rPr lang="en-US" altLang="zh-CN"/>
              <a:t>312 </a:t>
            </a:r>
            <a:r>
              <a:rPr lang="zh-CN" altLang="en-US"/>
              <a:t>元</a:t>
            </a:r>
            <a:r>
              <a:rPr lang="en-US" altLang="zh-CN"/>
              <a:t>/</a:t>
            </a:r>
            <a:r>
              <a:rPr lang="zh-CN" altLang="en-US"/>
              <a:t>人 </a:t>
            </a:r>
            <a:r>
              <a:rPr lang="en-US" altLang="zh-CN"/>
              <a:t>• </a:t>
            </a:r>
            <a:r>
              <a:rPr lang="zh-CN" altLang="en-US"/>
              <a:t>行动：本节锁定三项提效动作并在下节复盘执行结果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3C3BB-47EB-4237-91F4-013127BBA0D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626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避免泛泛叙述，聚焦可控杠杆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3C3BB-47EB-4237-91F4-013127BBA0D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058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明确本季度增长质量和缺口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结论：收入同比增长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18.4%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，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但利润率下降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2.1pct...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106</Words>
  <Application>Microsoft Office PowerPoint</Application>
  <PresentationFormat>宽屏</PresentationFormat>
  <Paragraphs>22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MiSans ExtraLight</vt:lpstr>
      <vt:lpstr>Arial</vt:lpstr>
      <vt:lpstr>等线</vt:lpstr>
      <vt:lpstr>MiSans Demibold</vt:lpstr>
      <vt:lpstr>思源黑体 CN Normal</vt:lpstr>
      <vt:lpstr>MiSans Normal</vt:lpstr>
      <vt:lpstr>等线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2026-07-02T05:07:53Z</dcterms:modified>
</cp:coreProperties>
</file>