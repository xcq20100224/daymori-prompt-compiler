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9D737-4A72-44D4-9D3E-F9FCD233160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ECB94-B281-4C4A-B815-C1086A46B5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4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586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807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95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15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ECB94-B281-4C4A-B815-C1086A46B5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3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36FC94-4F29-71F8-E97E-3857DC114DF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710F7B-D023-4F3E-B334-27788B5EC1F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15D684-D27B-06B6-8B50-F200CB904F2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6ECF77-D8D1-30DB-473A-456E1710E1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64050F-ED14-8957-3524-93F6F06283E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F89FE5-89E3-F3F2-1F30-5C2F5365B4C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DF43A2-59E9-2C4D-75F3-6656306CA1D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7AE329-7AEA-DF17-C881-F8CFE942C97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724F44-E28E-B06B-1238-B9980779A2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B0CE58-8451-512B-1B5C-08AD7EE209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5D9C59-4582-42CE-F25D-18753A372D6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1AA2E4-991F-77B7-4E7F-20EE529EF46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B72924-703A-9D4E-37FF-61B8A5230B3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6B410A-D6D0-C6BE-65C5-47E98EA5A24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FE36CF-1690-9762-683A-14ECE91634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E6D2D0-6123-A499-75BB-BFBE544A22F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2026-07-08T14:31:33Z</dcterms:modified>
</cp:coreProperties>
</file>