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57E05-CD77-4DD2-A727-1A9413FEC04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3E35A-393D-4EA2-A6A8-686B6C44D7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10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3E35A-393D-4EA2-A6A8-686B6C44D74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59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3E35A-393D-4EA2-A6A8-686B6C44D74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515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3E35A-393D-4EA2-A6A8-686B6C44D74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915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3E35A-393D-4EA2-A6A8-686B6C44D74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696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3E35A-393D-4EA2-A6A8-686B6C44D74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950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3E35A-393D-4EA2-A6A8-686B6C44D74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946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3E35A-393D-4EA2-A6A8-686B6C44D74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298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3E35A-393D-4EA2-A6A8-686B6C44D74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995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导入：服务稳定性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SLO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升级为什么重要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建立服务稳定性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SLO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升级学习动机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7D26FF0-79BE-5257-6FDD-92E0227BF6A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等线 Light</vt:lpstr>
      <vt:lpstr>思源黑体 CN Normal</vt:lpstr>
      <vt:lpstr>Arial</vt:lpstr>
      <vt:lpstr>MiSans Medium</vt:lpstr>
      <vt:lpstr>MiSans Normal</vt:lpstr>
      <vt:lpstr>MiSans</vt:lpstr>
      <vt:lpstr>MiSans Demibold</vt:lpstr>
      <vt:lpstr>MiSans ExtraLight</vt:lpstr>
      <vt:lpstr>MiSans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2026-07-02T08:13:12Z</dcterms:modified>
</cp:coreProperties>
</file>