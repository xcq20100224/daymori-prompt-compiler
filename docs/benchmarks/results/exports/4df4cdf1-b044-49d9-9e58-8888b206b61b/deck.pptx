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DADAAB-D5C8-4CE2-BC1F-16FC22EA705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5B6500-33B3-4DD1-9F10-82CC733664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10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B6500-33B3-4DD1-9F10-82CC733664F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822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B6500-33B3-4DD1-9F10-82CC733664F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166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B6500-33B3-4DD1-9F10-82CC733664F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797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B6500-33B3-4DD1-9F10-82CC733664F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194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B6500-33B3-4DD1-9F10-82CC733664F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733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B6500-33B3-4DD1-9F10-82CC733664F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767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4380BB-C8BF-44AE-2595-0088F0D96AD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624FD67-0AE6-6938-5332-2462D943CE8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31E41D2-CF35-7855-AED8-CCE71628164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942AE0-8FA6-4562-1106-4DA13C8880D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CBCB6F-91BB-B93E-BA88-492836E9639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6A93D2-9C95-DE72-33F9-162DEE5F3B9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2A6F63-4D3B-12EA-5682-7E5DE1D4AB6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A9CC1A6-299B-EEAA-2E0E-72D2DC2B44C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95FE69-2B97-0781-DF90-FD447F43D12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 Light</vt:lpstr>
      <vt:lpstr>MiSans Semibold</vt:lpstr>
      <vt:lpstr>MiSans Light</vt:lpstr>
      <vt:lpstr>思源黑体 CN Normal</vt:lpstr>
      <vt:lpstr>MiSans Normal</vt:lpstr>
      <vt:lpstr>MiSans ExtraLight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2026-07-08T13:00:15Z</dcterms:modified>
</cp:coreProperties>
</file>