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55AF9-4C57-4F12-9F35-4D5798B095C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9EDD95-5E3B-49AD-9072-C1A93CDDF3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13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供应链数字化转型方案现状结构图 需要先完成问题分层与优先级重排。 图示：供应链数字化转型方案现状结构图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9EDD95-5E3B-49AD-9072-C1A93CDDF30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712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9EDD95-5E3B-49AD-9072-C1A93CDDF30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4179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9EDD95-5E3B-49AD-9072-C1A93CDDF30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636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9EDD95-5E3B-49AD-9072-C1A93CDDF30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295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9EDD95-5E3B-49AD-9072-C1A93CDDF30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080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9EDD95-5E3B-49AD-9072-C1A93CDDF30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3207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供应链数字化转型方案提案汇报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9534C62-1B4F-5312-0223-10058B87809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供应链数字化转型方案提案汇报 供应链数字化转型方案提案汇报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供应链数字化转型方案的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9E5739C-48B8-4EE4-74FF-FD3B2118BF1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4C81F9B-89D8-F1B9-BEED-80B8BFE5A65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供应链数字化转型方案当前在目标达成、资源配置与执行路径上存在明显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图示：供应链数字化转型方案问题分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围绕供应链数字化转型方案可将问题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供应链数字化转型方案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72A89B-DC94-31C6-08C5-90B384A3B9A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供应链数字化转型方案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供应链数字化转型方案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阶段：明确供应链数字化转型方案目标与边界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完成供应链数字化转型方案试点并跟踪关键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建议围绕供应链数字化转型方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5A9CFCD-E680-317D-4B07-861C92CFE31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FF76249-F9FD-C921-9170-684C63B6E28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B67CB07-AA7F-F377-9627-45A1E8DA238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01EC13C-4152-E0F8-3CCA-CFE9E575BC9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54A2F88-6017-7E68-253D-33FF996DD65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614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2026-07-08T10:17:54Z</dcterms:modified>
</cp:coreProperties>
</file>