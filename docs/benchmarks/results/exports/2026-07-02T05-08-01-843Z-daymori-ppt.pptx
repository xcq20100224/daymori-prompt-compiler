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CF0D1-5732-400B-A747-7D3DB3ED726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71C37-BEC7-4FF4-8703-179BCBC74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57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先讲变量定义再讲比例关系 </a:t>
            </a:r>
            <a:r>
              <a:rPr lang="en-US" altLang="zh-CN"/>
              <a:t>• </a:t>
            </a:r>
            <a:r>
              <a:rPr lang="zh-CN" altLang="en-US"/>
              <a:t>证据：</a:t>
            </a:r>
            <a:r>
              <a:rPr lang="en-US" altLang="zh-CN"/>
              <a:t>m=2kg </a:t>
            </a:r>
            <a:r>
              <a:rPr lang="zh-CN" altLang="en-US"/>
              <a:t>物体受 </a:t>
            </a:r>
            <a:r>
              <a:rPr lang="en-US" altLang="zh-CN"/>
              <a:t>6N </a:t>
            </a:r>
            <a:r>
              <a:rPr lang="zh-CN" altLang="en-US"/>
              <a:t>力时 </a:t>
            </a:r>
            <a:r>
              <a:rPr lang="en-US" altLang="zh-CN"/>
              <a:t>a=3m/s^2</a:t>
            </a:r>
            <a:r>
              <a:rPr lang="zh-CN" altLang="en-US"/>
              <a:t>，受 </a:t>
            </a:r>
            <a:r>
              <a:rPr lang="en-US" altLang="zh-CN"/>
              <a:t>10N </a:t>
            </a:r>
            <a:r>
              <a:rPr lang="zh-CN" altLang="en-US"/>
              <a:t>力时 </a:t>
            </a:r>
            <a:r>
              <a:rPr lang="en-US" altLang="zh-CN"/>
              <a:t>a=5m/s^2 • </a:t>
            </a:r>
            <a:r>
              <a:rPr lang="zh-CN" altLang="en-US"/>
              <a:t>行动：本节进行提问与板演，课后完成 </a:t>
            </a:r>
            <a:r>
              <a:rPr lang="en-US" altLang="zh-CN"/>
              <a:t>3 </a:t>
            </a:r>
            <a:r>
              <a:rPr lang="zh-CN" altLang="en-US"/>
              <a:t>题计算练习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71C37-BEC7-4FF4-8703-179BCBC74CE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758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要求单位换算写全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71C37-BEC7-4FF4-8703-179BCBC74CE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007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让学生理解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的物理意义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结论：受力越大，加速度越大；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质量越大，加速度越小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</Words>
  <Application>Microsoft Office PowerPoint</Application>
  <PresentationFormat>宽屏</PresentationFormat>
  <Paragraphs>22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2026-07-02T05:08:01Z</dcterms:modified>
</cp:coreProperties>
</file>