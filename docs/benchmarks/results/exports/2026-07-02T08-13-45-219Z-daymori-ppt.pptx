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94DABB-2540-4BD9-84F3-6C2AB24E6D04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8A723-642A-44F7-B9EB-F1E6111731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7263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68A723-642A-44F7-B9EB-F1E61117314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929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68A723-642A-44F7-B9EB-F1E61117314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4624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68A723-642A-44F7-B9EB-F1E61117314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56567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68A723-642A-44F7-B9EB-F1E61117314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027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68A723-642A-44F7-B9EB-F1E61117314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7932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68A723-642A-44F7-B9EB-F1E61117314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7131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68A723-642A-44F7-B9EB-F1E61117314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26513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68A723-642A-44F7-B9EB-F1E61117314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860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导入：牛顿第二定律为什么重要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建立牛顿第二定律学习动机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33220B4-5BF8-FCC5-EAD8-57502757F22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261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思源黑体 CN Normal</vt:lpstr>
      <vt:lpstr>MiSans Normal</vt:lpstr>
      <vt:lpstr>MiSans Medium</vt:lpstr>
      <vt:lpstr>等线</vt:lpstr>
      <vt:lpstr>Arial</vt:lpstr>
      <vt:lpstr>MiSans ExtraLight</vt:lpstr>
      <vt:lpstr>等线 Light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2026-07-02T08:13:43Z</dcterms:modified>
</cp:coreProperties>
</file>