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373B4-1A8D-45A4-96BC-9300E7FB019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5E489-414A-4E78-94B2-31333FB45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32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411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2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213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820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01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5E489-414A-4E78-94B2-31333FB456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832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444222-FAEB-FB5F-2054-19913F2D3EF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3F56CD-08E8-D801-3135-02B9A5DECD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AAF9C4-266F-50C3-3DBB-02817D322B7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F64D29-F897-5D29-5FFC-252B2AFA407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118229-42C5-616E-7843-7F15DE1EFB0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65CEF7-43B3-74A4-215E-EA08D7692C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B0981C-1506-A189-2BDA-5A17AA1DEED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F39416-427E-65C2-1CF6-095936A4CC7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F67C60-C8BD-0F3C-EA83-F01B24C700E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2026-07-08T12:02:21Z</dcterms:modified>
</cp:coreProperties>
</file>