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92FA0D-5BF1-4057-8AE2-7EA8F243980A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5DA7D7-FDF0-48F9-B142-2F14C43F06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9701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5DA7D7-FDF0-48F9-B142-2F14C43F06F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643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5DA7D7-FDF0-48F9-B142-2F14C43F06F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83045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5DA7D7-FDF0-48F9-B142-2F14C43F06F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0407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5DA7D7-FDF0-48F9-B142-2F14C43F06F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59263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5DA7D7-FDF0-48F9-B142-2F14C43F06F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31319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95DA7D7-FDF0-48F9-B142-2F14C43F06F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02459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700960C8-DA00-8EB0-90A1-B251E09C2F6C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B12EA126-14C0-6CAB-7181-EF4CA7D909A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01F938A-F16C-C9E9-5CAA-7A61A7205FA1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4290D81-6098-E011-0D44-5E9F37311C6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0D04AB3-5E18-0900-27B9-9FA2B38891ED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0CD9D62-C623-3F77-B8D7-30C82E08F68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B3102E5-0D9C-CAE4-D0CA-9530685771B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BD9194E-BA61-7A48-7379-27C6211ABC73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6689F27-47C7-6E4E-F836-4241B0008812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MiSans</vt:lpstr>
      <vt:lpstr>MiSans Demibold</vt:lpstr>
      <vt:lpstr>等线</vt:lpstr>
      <vt:lpstr>MiSans Light</vt:lpstr>
      <vt:lpstr>MiSans Semibold</vt:lpstr>
      <vt:lpstr>等线 Light</vt:lpstr>
      <vt:lpstr>思源黑体 CN Normal</vt:lpstr>
      <vt:lpstr>Arial</vt:lpstr>
      <vt:lpstr>MiSans Normal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2026-07-07T04:04:42Z</dcterms:modified>
</cp:coreProperties>
</file>