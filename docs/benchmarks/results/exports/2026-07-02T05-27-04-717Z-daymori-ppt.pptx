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0BA7C-2FC5-4AC9-8A28-B0CECE8D953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D832A-0EDE-4C70-A144-2EF4002A2D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85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D832A-0EDE-4C70-A144-2EF4002A2D9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285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D832A-0EDE-4C70-A144-2EF4002A2D9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631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D832A-0EDE-4C70-A144-2EF4002A2D9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783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D832A-0EDE-4C70-A144-2EF4002A2D9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472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D832A-0EDE-4C70-A144-2EF4002A2D9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364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D832A-0EDE-4C70-A144-2EF4002A2D9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171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D832A-0EDE-4C70-A144-2EF4002A2D9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285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D832A-0EDE-4C70-A144-2EF4002A2D9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050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建立议论文论证方法学习动机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2026-07-02T05:27:04Z</dcterms:modified>
</cp:coreProperties>
</file>