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46F71-82B4-4349-A40C-7012C97C06D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CA7F3-271A-466F-A8A4-A34E4EA1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89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CA7F3-271A-466F-A8A4-A34E4EA1251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886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CA7F3-271A-466F-A8A4-A34E4EA1251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155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CA7F3-271A-466F-A8A4-A34E4EA1251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051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CA7F3-271A-466F-A8A4-A34E4EA1251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208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CA7F3-271A-466F-A8A4-A34E4EA1251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445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CA7F3-271A-466F-A8A4-A34E4EA1251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153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CA7F3-271A-466F-A8A4-A34E4EA1251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172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CA7F3-271A-466F-A8A4-A34E4EA1251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04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导入：呼吸作用为什么重要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建立呼吸作用学习动机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DD7F493-CD9B-F3E9-BA72-F7EAE6759DF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MiSans Demibold</vt:lpstr>
      <vt:lpstr>MiSans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2026-07-02T08:03:47Z</dcterms:modified>
</cp:coreProperties>
</file>