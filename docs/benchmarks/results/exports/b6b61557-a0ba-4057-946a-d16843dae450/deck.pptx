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B7999-EBEA-43CD-B7B0-61F66E0EF78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0E507-9596-46F7-8A21-A26AD3FB0E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54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0E507-9596-46F7-8A21-A26AD3FB0EA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52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0E507-9596-46F7-8A21-A26AD3FB0EA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662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0E507-9596-46F7-8A21-A26AD3FB0EA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136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0E507-9596-46F7-8A21-A26AD3FB0EA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31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0E507-9596-46F7-8A21-A26AD3FB0EA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191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0E507-9596-46F7-8A21-A26AD3FB0EA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383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D098BC-704A-48B8-2B19-2931E9665B9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18EBB2F-1947-E2BF-053D-29D9442E4A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74E8280-8369-F239-87D1-087ED1F078A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AAFB81-0EDF-D015-FF36-098B2073A08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0431F3-53F6-3FFE-F1CC-66D999B67E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73DA1B-A6E4-AC61-B34C-77825D80AB0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CB76B4-CB4E-8BE3-6032-CA119D9CB2F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6315F2-AEA1-F8C0-B6BB-12308EAE3FD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B6F8630-2DF4-B7D7-5820-3359D594F3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2026-07-08T11:20:21Z</dcterms:modified>
</cp:coreProperties>
</file>