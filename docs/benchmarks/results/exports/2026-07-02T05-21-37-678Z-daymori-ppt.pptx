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2D2D6-D1FE-4278-AB1F-3D778A7F75F9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AFDD6-EA15-4B8C-A252-CB605D409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49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AFDD6-EA15-4B8C-A252-CB605D409A3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612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AFDD6-EA15-4B8C-A252-CB605D409A3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986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AFDD6-EA15-4B8C-A252-CB605D409A3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638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AFDD6-EA15-4B8C-A252-CB605D409A3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767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AFDD6-EA15-4B8C-A252-CB605D409A3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185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AFDD6-EA15-4B8C-A252-CB605D409A3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241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AFDD6-EA15-4B8C-A252-CB605D409A3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837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AFDD6-EA15-4B8C-A252-CB605D409A3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02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建立勾股定理学习动机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2026-07-02T05:21:37Z</dcterms:modified>
</cp:coreProperties>
</file>