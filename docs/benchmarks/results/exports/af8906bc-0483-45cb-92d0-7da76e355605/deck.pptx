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D3028-3B46-430B-BF04-C4C926250BC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F76AF-AA93-4828-8C48-64B379F0B0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28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6AF-AA93-4828-8C48-64B379F0B0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73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6AF-AA93-4828-8C48-64B379F0B0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7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6AF-AA93-4828-8C48-64B379F0B0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531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6AF-AA93-4828-8C48-64B379F0B0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0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6AF-AA93-4828-8C48-64B379F0B0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81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6AF-AA93-4828-8C48-64B379F0B0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80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1719FC-3B0B-99FB-C252-08B55717A0D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48E00AE-D913-F35A-F8F2-180C5D4052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6730B1-440A-7A35-8EDC-32425FACDD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E881D7-B64F-1987-F14F-85B2BD6394E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65B8A4-9F4C-06BD-3010-664AEDF103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30D0CB-DE7C-1D8C-3A22-C5823191E7B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3E623E-D4E8-02A9-C346-84CB227AEEA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A0AACE-34B1-1285-27A9-CCE803017C1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50FCEF-9610-4163-E0D3-05F3FB67AB6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思源黑体 CN Normal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2026-07-07T07:55:12Z</dcterms:modified>
</cp:coreProperties>
</file>