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92FE0-2928-4531-8FF0-9CED31CD355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5704F-E52E-4273-8E0E-668CBA6F7B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91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585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44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424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362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616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5704F-E52E-4273-8E0E-668CBA6F7B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3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0693D2-6E8C-6F36-A609-4529EE8F17E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010303D-25E1-B560-D6FD-7EF1EEA4A3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889EE3-BFAA-EDE8-5F76-0AA0399398F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EA639A-928A-31B2-C50F-BF3611825AD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F61F01-80D9-7D34-0887-6930EE7EE68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CEF42C-156C-B6BC-4D59-833307C66EC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864151-0D3E-4251-C849-4ECA71790CE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DBDEA7-5770-67D1-120B-5B337BED1E2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544C41-A747-A5DC-519F-13109C17C0B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2026-07-08T12:37:05Z</dcterms:modified>
</cp:coreProperties>
</file>