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8F70D5-A621-40A5-9E79-021B268AEB79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A2A69-17E2-4D23-849F-AF6B1A1D86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9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核心</a:t>
            </a:r>
            <a:r>
              <a:rPr lang="en-US" altLang="zh-CN"/>
              <a:t>…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A2A69-17E2-4D23-849F-AF6B1A1D8686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49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ABTest2_1783519446982</a:t>
            </a:r>
            <a:r>
              <a:rPr lang="zh-CN" altLang="en-US"/>
              <a:t>现状结构图 效率与可持续性将同步承压，需要先完成问题分层与优先级重排。 图示： </a:t>
            </a:r>
            <a:r>
              <a:rPr lang="en-US" altLang="zh-CN"/>
              <a:t>ABTest2_1783519446982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A2A69-17E2-4D23-849F-AF6B1A1D8686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59202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ABTest2_1783519446982</a:t>
            </a:r>
            <a:r>
              <a:rPr lang="zh-CN" altLang="en-US"/>
              <a:t>问题分层卡片 义、流程协同、 执行能力与反馈闭环四个层面。 先聚焦高频高影响环节， 再逐步覆盖复杂场景， 可显著降低试点风险。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A2A69-17E2-4D23-849F-AF6B1A1D8686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4886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ABTest2_1783519446982</a:t>
            </a:r>
            <a:r>
              <a:rPr lang="zh-CN" altLang="en-US"/>
              <a:t>方案架构图 验证”三层架构， 先完成基线与关键能力 建设， 再通过迭代机制优化质 量， 形成可复制的执行闭环。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A2A69-17E2-4D23-849F-AF6B1A1D8686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54081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A2A69-17E2-4D23-849F-AF6B1A1D868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86925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A2A69-17E2-4D23-849F-AF6B1A1D8686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531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6A2A69-17E2-4D23-849F-AF6B1A1D8686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2132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ABTest2_1783519446982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ABTest2_1783519446982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提案汇报 内容由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ABTest2_178</a:t>
            </a:r>
          </a:p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3519446982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的</a:t>
            </a: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0EEEFC9-0CB1-4D95-1668-260DD96E512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ABTest2_1783519446982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当前在目标达成、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资源配置与执行路径上存在明显瓶颈。若继续沿用现有方式，成本、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19446982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问题分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ABTest2_178351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9446982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可将问题拆为目标定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ABTest2_17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8351944698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/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…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8351944698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…...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ABTest2_17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8351944698</a:t>
            </a:r>
          </a:p>
          <a:p>
            <a:pPr>
              <a:lnSpc>
                <a:spcPct val="150000"/>
              </a:lnSpc>
            </a:pP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/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方案建议采用“目标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ABTest2_178351944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ABTest2_1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783519446982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建立统一指标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EC7C35C-055F-A9B5-53D2-B77BBD52E3F1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BDF97F-8F99-AA5D-DEAF-FE41A450A297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EB86E6D-A86C-ACCD-2264-31CE74E040E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7B6115EF-0CD8-07DA-62E9-A905E82F224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B3CD8F8-B38B-886A-6628-FCE3D7EF596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439</Words>
  <Application>Microsoft Office PowerPoint</Application>
  <PresentationFormat>宽屏</PresentationFormat>
  <Paragraphs>84</Paragraphs>
  <Slides>10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思源黑体 CN Normal</vt:lpstr>
      <vt:lpstr>Arial</vt:lpstr>
      <vt:lpstr>MiSans Medium</vt:lpstr>
      <vt:lpstr>MiSans Normal</vt:lpstr>
      <vt:lpstr>等线</vt:lpstr>
      <vt:lpstr>等线 Light</vt:lpstr>
      <vt:lpstr>MiSans</vt:lpstr>
      <vt:lpstr>MiSans Demibold</vt:lpstr>
      <vt:lpstr>MiSans ExtraLight</vt:lpstr>
      <vt:lpstr>MiSans 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2026-07-08T14:04:57Z</dcterms:modified>
</cp:coreProperties>
</file>