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</p:sldIdLst>
  <p:sldSz cx="12192000" cy="6858000"/>
  <p:notesSz cx="6858000" cy="9144000"/>
  <p:embeddedFontLst>
    <p:embeddedFont>
      <p:font typeface="MiSans" panose="02010600030101010101" charset="-122"/>
      <p:regular r:id="rId11"/>
      <p:bold r:id="rId12"/>
    </p:embeddedFont>
    <p:embeddedFont>
      <p:font typeface="MiSans Demibold" panose="02010600030101010101" charset="-122"/>
      <p:bold r:id="rId13"/>
    </p:embeddedFont>
    <p:embeddedFont>
      <p:font typeface="MiSans ExtraLight" panose="02010600030101010101" charset="-122"/>
      <p:regular r:id="rId14"/>
    </p:embeddedFont>
    <p:embeddedFont>
      <p:font typeface="MiSans Light" panose="02010600030101010101" charset="-122"/>
      <p:regular r:id="rId15"/>
    </p:embeddedFont>
    <p:embeddedFont>
      <p:font typeface="MiSans Medium" panose="02010600030101010101" charset="-122"/>
      <p:regular r:id="rId16"/>
    </p:embeddedFont>
    <p:embeddedFont>
      <p:font typeface="MiSans Normal" panose="02010600030101010101" charset="-122"/>
      <p:regular r:id="rId17"/>
    </p:embeddedFont>
    <p:embeddedFont>
      <p:font typeface="MiSans Semibold" panose="02010600030101010101" charset="-122"/>
      <p:bold r:id="rId18"/>
    </p:embeddedFont>
    <p:embeddedFont>
      <p:font typeface="等线" panose="02010600030101010101" pitchFamily="2" charset="-122"/>
      <p:regular r:id="rId19"/>
      <p:bold r:id="rId20"/>
    </p:embeddedFont>
    <p:embeddedFont>
      <p:font typeface="等线 Light" panose="02010600030101010101" pitchFamily="2" charset="-122"/>
      <p:regular r:id="rId21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264410-2310-4A24-BDDC-A550901102BF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D03688-F8B7-4245-9509-87BDDD361D0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63692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导入要快 </a:t>
            </a:r>
            <a:r>
              <a:rPr lang="en-US" altLang="zh-CN"/>
              <a:t>• </a:t>
            </a:r>
            <a:r>
              <a:rPr lang="zh-CN" altLang="en-US"/>
              <a:t>行动：本节前</a:t>
            </a:r>
            <a:r>
              <a:rPr lang="en-US" altLang="zh-CN"/>
              <a:t>5</a:t>
            </a:r>
            <a:r>
              <a:rPr lang="zh-CN" altLang="en-US"/>
              <a:t>分钟完成情境提问与口头反馈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D03688-F8B7-4245-9509-87BDDD361D00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01101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目标量化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D03688-F8B7-4245-9509-87BDDD361D00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00186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概念先行 </a:t>
            </a:r>
            <a:r>
              <a:rPr lang="en-US" altLang="zh-CN"/>
              <a:t>• </a:t>
            </a:r>
            <a:r>
              <a:rPr lang="zh-CN" altLang="en-US"/>
              <a:t>行动：第</a:t>
            </a:r>
            <a:r>
              <a:rPr lang="en-US" altLang="zh-CN"/>
              <a:t>15</a:t>
            </a:r>
            <a:r>
              <a:rPr lang="zh-CN" altLang="en-US"/>
              <a:t>分钟组织同桌互查概念表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D03688-F8B7-4245-9509-87BDDD361D00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6175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规律证据化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D03688-F8B7-4245-9509-87BDDD361D00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23951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步骤固定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D03688-F8B7-4245-9509-87BDDD361D00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151090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例题拆解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D03688-F8B7-4245-9509-87BDDD361D00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433917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场景连接 </a:t>
            </a:r>
            <a:r>
              <a:rPr lang="en-US" altLang="zh-CN"/>
              <a:t>• </a:t>
            </a:r>
            <a:r>
              <a:rPr lang="zh-CN" altLang="en-US"/>
              <a:t>行动：末段小组复盘并记录</a:t>
            </a:r>
            <a:r>
              <a:rPr lang="en-US" altLang="zh-CN"/>
              <a:t>1</a:t>
            </a:r>
            <a:r>
              <a:rPr lang="zh-CN" altLang="en-US"/>
              <a:t>条改进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D03688-F8B7-4245-9509-87BDDD361D00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170053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闭环收束 </a:t>
            </a:r>
            <a:r>
              <a:rPr lang="en-US" altLang="zh-CN"/>
              <a:t>B</a:t>
            </a:r>
            <a:r>
              <a:rPr lang="zh-CN" altLang="en-US"/>
              <a:t>组综合</a:t>
            </a:r>
            <a:r>
              <a:rPr lang="en-US" altLang="zh-CN"/>
              <a:t>2</a:t>
            </a:r>
            <a:r>
              <a:rPr lang="zh-CN" altLang="en-US"/>
              <a:t>题，下节开场讲错题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D03688-F8B7-4245-9509-87BDDD361D00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34507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ExtraLight" pitchFamily="2" charset="-122"/>
                <a:ea typeface="MiSans ExtraLight" pitchFamily="2" charset="-122"/>
                <a:cs typeface="+mn-ea"/>
                <a:sym typeface="+mn-lt"/>
              </a:rPr>
              <a:t>LOGO</a:t>
            </a: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20XX</a:t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66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工作总结汇报</a:t>
            </a:r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WORK REPORT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OfficePLUS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时间：</a:t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202X/05/01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建立质量守恒定律学习动机 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结论：先明确问题场景再进入知识点</a:t>
            </a:r>
          </a:p>
          <a:p>
            <a:pPr algn="r" defTabSz="914400">
              <a:lnSpc>
                <a:spcPct val="150000"/>
              </a:lnSpc>
              <a:defRPr/>
            </a:pP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证据：课前抽测常见错误率在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30%-45%...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6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目录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600" dirty="0">
                <a:solidFill>
                  <a:schemeClr val="accent2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CONTENT</a:t>
            </a:r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阶段工作概述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项目成果展示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工作完成进度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未来工作规划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阶段工作概述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统一术语和单位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结论：先统一定义再做推理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证据：定义清晰时解题正确率通常提升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20%...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Enter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Your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Title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Here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01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3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工作完成进度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连接真实场景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结论：知识点必须落到可观察现象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证据：至少给出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条观察数据并计算均值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Enter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Your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Title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Here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02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63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MiSans Light" pitchFamily="2" charset="-122"/>
                <a:ea typeface="MiSans Light" pitchFamily="2" charset="-122"/>
              </a:rPr>
              <a:t>This is your title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完成课堂闭环 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结论：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回收核心结论和高频错因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证据：快测目标正确率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&gt;=80%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行动：课后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组基础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3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题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247</Words>
  <Application>Microsoft Office PowerPoint</Application>
  <PresentationFormat>宽屏</PresentationFormat>
  <Paragraphs>51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0" baseType="lpstr">
      <vt:lpstr>等线</vt:lpstr>
      <vt:lpstr>MiSans</vt:lpstr>
      <vt:lpstr>MiSans Demibold</vt:lpstr>
      <vt:lpstr>等线 Light</vt:lpstr>
      <vt:lpstr>MiSans ExtraLight</vt:lpstr>
      <vt:lpstr>MiSans Light</vt:lpstr>
      <vt:lpstr>Arial</vt:lpstr>
      <vt:lpstr>MiSans Semibold</vt:lpstr>
      <vt:lpstr>思源黑体 CN Normal</vt:lpstr>
      <vt:lpstr>MiSans Medium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2026-07-02T05:26:22Z</dcterms:modified>
</cp:coreProperties>
</file>