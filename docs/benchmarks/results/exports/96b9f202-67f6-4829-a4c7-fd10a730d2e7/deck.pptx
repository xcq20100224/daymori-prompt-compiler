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71986-F303-41B5-BFD7-AEA4477A2C6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AF22E-5CF8-4A10-A720-129326D284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655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AF22E-5CF8-4A10-A720-129326D284E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796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AF22E-5CF8-4A10-A720-129326D284E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192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AF22E-5CF8-4A10-A720-129326D284E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199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AF22E-5CF8-4A10-A720-129326D284E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772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AF22E-5CF8-4A10-A720-129326D284E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216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AF22E-5CF8-4A10-A720-129326D284E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656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3C15574-218C-7140-39A9-A40B69A9595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BE53B0C-B19C-F0EF-82D0-0CF769AB26A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CA83209-91F5-1E52-ED74-72DEE0EEBF8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0D7E2E-128B-5114-3CF8-C57722E2164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C9EAC95-667B-575F-A4E8-AAB2D210D1E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ACE034B-B226-203E-B507-A788C71EC9A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3A2B1CE-5168-49B8-8F04-EA5A1B01B6C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8A9F3F8-A9E6-95FF-1B72-44C2236E451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CC57E0-F218-33A6-C6D7-BAB88E78232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2026-07-08T04:35:46Z</dcterms:modified>
</cp:coreProperties>
</file>