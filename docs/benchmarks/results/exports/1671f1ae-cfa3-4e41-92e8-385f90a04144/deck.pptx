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DD469-A020-420F-B3AD-C5762B6275A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F5E57-EE93-41A5-9177-22962D6AEA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245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F5E57-EE93-41A5-9177-22962D6AEA0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338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F5E57-EE93-41A5-9177-22962D6AEA0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325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F5E57-EE93-41A5-9177-22962D6AEA0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143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F5E57-EE93-41A5-9177-22962D6AEA0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357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F5E57-EE93-41A5-9177-22962D6AEA0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718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F5E57-EE93-41A5-9177-22962D6AEA0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438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915523-42A5-49A4-01D1-8ADBEFDA481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30E18A5-09C6-8DDA-B71B-9286263E961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2526656-497B-F949-2E56-A9837F5B59F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20C716-B5C5-A504-3DD5-4643138059B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6F3F06-4FFA-FE76-DAD7-AB3EC678DB3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2F54BB-82CB-1E21-CC08-62281520DB2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D944082-56D5-522B-0C60-7319829553E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FFF68E0-9A23-B179-6C42-1B45067C68D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C92555-1304-7A8C-B6C5-96111E2AF14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556</Words>
  <Application>Microsoft Office PowerPoint</Application>
  <PresentationFormat>宽屏</PresentationFormat>
  <Paragraphs>76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2026-07-09T04:51:23Z</dcterms:modified>
</cp:coreProperties>
</file>