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E9805-2347-442C-A2C7-C0D3032F3B3A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672D1-0C75-4FC2-9718-46B787CCF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375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879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777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行动：先回答导入问题再进入新知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339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693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43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108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行动：按表格记录</a:t>
            </a:r>
            <a:r>
              <a:rPr lang="en-US" altLang="zh-CN"/>
              <a:t>3</a:t>
            </a:r>
            <a:r>
              <a:rPr lang="zh-CN" altLang="en-US"/>
              <a:t>组数据并画趋势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688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751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068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491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93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8533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314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5168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0265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证据：基础题目标正确率</a:t>
            </a:r>
            <a:r>
              <a:rPr lang="en-US" altLang="zh-CN"/>
              <a:t>80%</a:t>
            </a:r>
            <a:r>
              <a:rPr lang="zh-CN" altLang="en-US"/>
              <a:t>，提升题</a:t>
            </a:r>
            <a:r>
              <a:rPr lang="en-US" altLang="zh-CN"/>
              <a:t>60% • </a:t>
            </a:r>
            <a:r>
              <a:rPr lang="zh-CN" altLang="en-US"/>
              <a:t>行动：按分层作业巩固并拓展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1475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行动：用思维导图复述本课内容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7338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984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8047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行动：复盘错题并预习下节内容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72D1-0C75-4FC2-9718-46B787CCF5F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771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E8C25EF-BF6B-98E2-81E6-9B96B421BE1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目录与学习路径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3DA45E-8AD3-924E-803C-F3A3B73C2AE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结论：按引入</a:t>
            </a:r>
            <a:r>
              <a:rPr lang="en-US" altLang="zh-CN" sz="1000"/>
              <a:t>-</a:t>
            </a:r>
            <a:r>
              <a:rPr lang="zh-CN" altLang="en-US" sz="1000"/>
              <a:t>探究</a:t>
            </a:r>
            <a:r>
              <a:rPr lang="en-US" altLang="zh-CN" sz="1000"/>
              <a:t>-</a:t>
            </a:r>
            <a:r>
              <a:rPr lang="zh-CN" altLang="en-US" sz="1000"/>
              <a:t>应用</a:t>
            </a:r>
            <a:r>
              <a:rPr lang="en-US" altLang="zh-CN" sz="1000"/>
              <a:t>-</a:t>
            </a:r>
            <a:r>
              <a:rPr lang="zh-CN" altLang="en-US" sz="1000"/>
              <a:t>反馈</a:t>
            </a:r>
            <a:r>
              <a:rPr lang="en-US" altLang="zh-CN" sz="1000"/>
              <a:t>-</a:t>
            </a:r>
            <a:r>
              <a:rPr lang="zh-CN" altLang="en-US" sz="1000"/>
              <a:t>总结推进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证据：每章有对应任务与达成标准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结论：仅有速度概念不足以解释受力变化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证据：生活场景中同物体受不同推力加速度不同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FE940C-5E4F-1565-966F-A44B291B5D1D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DC268D-DA3E-2668-3A37-73A4B9F5C56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证据：加速度定义</a:t>
            </a:r>
            <a:r>
              <a:rPr lang="en-US" altLang="zh-CN" sz="1000"/>
              <a:t>a=Δv/Δt</a:t>
            </a:r>
            <a:r>
              <a:rPr lang="zh-CN" altLang="en-US" sz="1000"/>
              <a:t>并与方向相关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772E38-72EB-DD1E-8767-6068F7F8C65C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结论：实验是验证</a:t>
            </a:r>
            <a:r>
              <a:rPr lang="en-US" altLang="zh-CN" sz="1000"/>
              <a:t>F</a:t>
            </a:r>
            <a:r>
              <a:rPr lang="zh-CN" altLang="en-US" sz="1000"/>
              <a:t>与</a:t>
            </a:r>
            <a:r>
              <a:rPr lang="en-US" altLang="zh-CN" sz="1000"/>
              <a:t>a</a:t>
            </a:r>
            <a:r>
              <a:rPr lang="zh-CN" altLang="en-US" sz="1000"/>
              <a:t>关系的关键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证据：控制变量可排除质量或力的干扰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证据：力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-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加速度图近似过原点直线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行动：根据数据写出比例关系并口头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0111D6-9B06-12C3-548B-A20EA8563D7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4F977C-5AFB-FD47-DA9D-7075D6C7225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项目成果展示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AD6C9A-1930-75A8-1D94-CF219CB393C0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EC14A8-ED85-2B34-4B8F-63A515D6ED99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未来工作规划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证据：完整步骤题得分率显著高于跳步题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主线是受力分析→合力→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F=ma→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求解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证据：结构图串联概念、实验、例题三模块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2DFE3C-233F-CA2B-CA5C-EFB35449FEE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感谢聆听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1560</Words>
  <Application>Microsoft Office PowerPoint</Application>
  <PresentationFormat>宽屏</PresentationFormat>
  <Paragraphs>178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等线 Light</vt:lpstr>
      <vt:lpstr>MiSans Semibold</vt:lpstr>
      <vt:lpstr>Arial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2026-07-03T01:47:59Z</dcterms:modified>
</cp:coreProperties>
</file>