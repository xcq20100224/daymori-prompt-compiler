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6E8F9-F5DB-481F-9FF7-16775761A777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6B748-9D85-4CA9-89E9-07B79518A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642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6B748-9D85-4CA9-89E9-07B79518A95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670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6B748-9D85-4CA9-89E9-07B79518A95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990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6B748-9D85-4CA9-89E9-07B79518A95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298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6B748-9D85-4CA9-89E9-07B79518A95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661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6B748-9D85-4CA9-89E9-07B79518A95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433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6B748-9D85-4CA9-89E9-07B79518A95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751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6B748-9D85-4CA9-89E9-07B79518A95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561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6B748-9D85-4CA9-89E9-07B79518A95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98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导入：现在完成时为什么重要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建立现在完成时学习动机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27FBD51-569E-5D37-2136-D128C90B613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2026-07-02T08:36:04Z</dcterms:modified>
</cp:coreProperties>
</file>