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9B332C-F947-43FD-898E-646F49382990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7DD00-E919-4D11-9DCE-491940398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83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7DD00-E919-4D11-9DCE-49194039871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982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7DD00-E919-4D11-9DCE-49194039871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003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7DD00-E919-4D11-9DCE-49194039871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301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7DD00-E919-4D11-9DCE-49194039871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960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7DD00-E919-4D11-9DCE-49194039871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836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7DD00-E919-4D11-9DCE-49194039871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384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240800E-8845-C370-6CE3-CB06769E176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11E01D7-83AC-5C90-9A36-0221C807D4E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8B77A1F-CB63-6B08-F0A8-AE71B25C038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9E86E5-BAEE-AA51-7926-8FC7732B06B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736C412-18E8-5B43-7369-74D7B9627D6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2ACF97-AA85-A44F-E053-85DD501728C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FD37250-D6A5-EF78-344F-AD9276B408F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EF6F770-10A6-5FCC-F2E9-B3168A39D66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1CDD20-F3EC-7C40-F2AF-29E02866C9D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2026-07-07T07:57:15Z</dcterms:modified>
</cp:coreProperties>
</file>