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FC258-4F6D-4718-889C-6EEBDF88210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9D9CF-8A44-4EC7-880A-828528E9B9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30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D9CF-8A44-4EC7-880A-828528E9B9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6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D9CF-8A44-4EC7-880A-828528E9B9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32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D9CF-8A44-4EC7-880A-828528E9B9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027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D9CF-8A44-4EC7-880A-828528E9B9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21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D9CF-8A44-4EC7-880A-828528E9B9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78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9D9CF-8A44-4EC7-880A-828528E9B99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46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8462A6-224F-74CD-FDF6-B8F9E60C128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04EB30A-C74F-67A7-86D8-9955FE5A5C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55A496-7E3B-1C3D-D36F-069507913AE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B5CE06-83BD-FD19-BBB1-441C3445818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0C5473-CE37-84B2-48E4-C9A3E7AC6F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6214D3-6EA6-3D77-C5CC-34F8A0FED63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CDEC20-5324-AAFC-4BA3-B8110681203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ADA90C-6149-09F7-D100-093F6F275DD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2C18CD-D915-CCEC-1A15-C2F6099E73F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2026-07-08T12:30:38Z</dcterms:modified>
</cp:coreProperties>
</file>