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08061-3843-4492-B712-0A8338C234CF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D71D6-4377-4085-ACF1-E8E197DCDF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980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9D71D6-4377-4085-ACF1-E8E197DCDF8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83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9D71D6-4377-4085-ACF1-E8E197DCDF8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784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9D71D6-4377-4085-ACF1-E8E197DCDF8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668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9D71D6-4377-4085-ACF1-E8E197DCDF8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895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9D71D6-4377-4085-ACF1-E8E197DCDF8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280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9D71D6-4377-4085-ACF1-E8E197DCDF8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8256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9D71D6-4377-4085-ACF1-E8E197DCDF8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428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9D71D6-4377-4085-ACF1-E8E197DCDF8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215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导入：议论文论证方法为什么重要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建立议论文论证方法学习动机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A201C7A-92BE-020B-8965-53404C08D87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2026-07-02T08:35:47Z</dcterms:modified>
</cp:coreProperties>
</file>