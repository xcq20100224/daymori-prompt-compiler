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开场说明课程目标与评价标准。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先引发直觉，再回顾第一定律与加速度。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 </a:t>
            </a:r>
            <a:r>
              <a:rPr lang="en-US" altLang="zh-CN"/>
              <a:t>2 </a:t>
            </a:r>
            <a:r>
              <a:rPr lang="zh-CN" altLang="en-US"/>
              <a:t>个快问快答确认旧知。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强调变量控制与数据记录格式。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补充 </a:t>
            </a:r>
            <a:r>
              <a:rPr lang="en-US" altLang="zh-CN"/>
              <a:t>N=kg·m/s² </a:t>
            </a:r>
            <a:r>
              <a:rPr lang="zh-CN" altLang="en-US"/>
              <a:t>的单位关系。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示范步骤书写规范与单位。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留 </a:t>
            </a:r>
            <a:r>
              <a:rPr lang="en-US" altLang="zh-CN"/>
              <a:t>2 </a:t>
            </a:r>
            <a:r>
              <a:rPr lang="zh-CN" altLang="en-US"/>
              <a:t>分钟独立完成，随后讲评。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集中纠正三类高频错误。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用结构图回顾主线。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鼓励学生提出 </a:t>
            </a:r>
            <a:r>
              <a:rPr lang="en-US" altLang="zh-CN"/>
              <a:t>1 </a:t>
            </a:r>
            <a:r>
              <a:rPr lang="zh-CN" altLang="en-US"/>
              <a:t>个问题并记录。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牛顿第二定律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• 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本页核心结论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问题引入与知识回顾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3AFB43B-7251-45E2-4E2D-1C370279736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本页核心结论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复习：力会改变运动状态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力是改变运动状态的原因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FA2F1E-7083-59FB-EA7E-14B89AAAF7C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力是改变运动状态的原因</a:t>
            </a: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• 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质量不变时改变拉力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D27C84-1A4A-BFED-E1B6-AB331FB6F54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实验探究：控制变量法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• F 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表示物体受到的合力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公式理解：</a:t>
            </a:r>
            <a:r>
              <a:rPr lang="en-US" altLang="zh-CN" sz="1000"/>
              <a:t>F = ma</a:t>
            </a:r>
            <a:endParaRPr lang="zh-CN" altLang="en-US" sz="10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37380C-E9B4-654A-FB91-C58E25C3877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F </a:t>
            </a:r>
            <a:r>
              <a:rPr lang="zh-CN" altLang="en-US" sz="1400"/>
              <a:t>表示物体受到的合力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题目：</a:t>
            </a:r>
            <a:r>
              <a:rPr lang="en-US" sz="1400" b="1">
                <a:latin typeface="MiSans Normal" pitchFamily="2" charset="-122"/>
                <a:ea typeface="MiSans Normal" pitchFamily="2" charset="-122"/>
              </a:rPr>
              <a:t>m=2kg，</a:t>
            </a:r>
          </a:p>
          <a:p>
            <a:pPr algn="ctr"/>
            <a:r>
              <a:rPr lang="en-US" sz="1400" b="1">
                <a:latin typeface="MiSans Normal" pitchFamily="2" charset="-122"/>
                <a:ea typeface="MiSans Normal" pitchFamily="2" charset="-122"/>
              </a:rPr>
              <a:t>F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合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=6</a:t>
            </a:r>
            <a:r>
              <a:rPr lang="en-US" sz="1400" b="1">
                <a:latin typeface="MiSans Normal" pitchFamily="2" charset="-122"/>
                <a:ea typeface="MiSans Normal" pitchFamily="2" charset="-122"/>
              </a:rPr>
              <a:t>N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例题：水平面上的物体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91FAB0-A2A5-904E-18E0-A69523AEBE4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题目：</a:t>
            </a:r>
            <a:r>
              <a:rPr lang="en-US" altLang="zh-CN" sz="1400"/>
              <a:t>m=2kg</a:t>
            </a:r>
            <a:r>
              <a:rPr lang="zh-CN" altLang="en-US" sz="1400"/>
              <a:t>，</a:t>
            </a:r>
            <a:r>
              <a:rPr lang="en-US" altLang="zh-CN" sz="1400"/>
              <a:t>F</a:t>
            </a:r>
            <a:r>
              <a:rPr lang="zh-CN" altLang="en-US" sz="1400"/>
              <a:t>合</a:t>
            </a:r>
            <a:r>
              <a:rPr lang="en-US" altLang="zh-CN" sz="1400"/>
              <a:t>=6N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课堂练习：判断加速度变化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合力加倍且质量不变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8F6A9F-67CC-701B-20EB-0BBC17685C4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合力加倍且质量不变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4CB909-CCED-CD8B-EB85-39E77CAAB90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合力加倍且质量不变</a:t>
            </a: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先找合力再代入公式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E18827-EFE7-6C28-26B6-5500C46BAA2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易错点纠偏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513E78-6997-6047-A62E-CC43CABB48C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先找合力再代入公式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本章目标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课堂小结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7FF169-6D98-B4A9-1CAF-4EF6B61A211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D3D92FE-81A0-6D61-7F9E-43AE13FE045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•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为什么必须使用合力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E21B35F-0A39-2123-F59D-31A5ADA3986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课堂反思与提问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532</Words>
  <Application>Microsoft Office PowerPoint</Application>
  <PresentationFormat>宽屏</PresentationFormat>
  <Paragraphs>89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15</cp:revision>
  <dcterms:created xsi:type="dcterms:W3CDTF">2022-06-02T07:27:36Z</dcterms:created>
  <dcterms:modified xsi:type="dcterms:W3CDTF">2026-07-03T03:22:18Z</dcterms:modified>
</cp:coreProperties>
</file>