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CB645-82C5-45CD-8064-EC9CEAFD0C3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35B52-FB92-42EA-BF46-0DFA262E9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54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17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08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90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963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35B52-FB92-42EA-BF46-0DFA262E96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67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28D75-55DA-0425-EF6F-FB72B75BE3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348BB89-E0AE-1820-A2EA-CA6E2E1B0D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654716-C11B-C6A4-1971-8A05A3BAB2C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FB8AB5-424D-C3B4-E3DA-79D88F3014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CD6088-169E-028C-5DAE-251C22B37EA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F8A80F-E341-3426-01E7-8DB870D67F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552597-3970-1931-C553-D7A1F79FDD9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B9A919-DF49-4771-D5E2-8A7FC55F8DA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3B578B-F1DB-A0C2-6DA8-18DBD254754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2026-07-09T02:11:55Z</dcterms:modified>
</cp:coreProperties>
</file>