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EB49E2-7AAB-4A46-848C-96E159F5E54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A33085-8350-48EF-B1A3-4D479C4F23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5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A33085-8350-48EF-B1A3-4D479C4F23D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088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A33085-8350-48EF-B1A3-4D479C4F23D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818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A33085-8350-48EF-B1A3-4D479C4F23D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422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A33085-8350-48EF-B1A3-4D479C4F23D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567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A33085-8350-48EF-B1A3-4D479C4F23D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129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A33085-8350-48EF-B1A3-4D479C4F23D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681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5C1D9D-6D6F-26D9-78B8-446C0FB6031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C53B12B-2AA3-47B7-9517-952F470CAEE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0916E6F-5B90-57B5-ECE3-E295C021AD8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78BD49-B0E2-AEEB-00A7-70B845D37E8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2FDA0D-5CAC-972E-1261-C2154BCE663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42F39B-784F-3120-9B25-8E3BC9DBF5C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E96DE5-AAF0-9C4D-5223-D3F1E1D7024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5EFF54-B96B-EA66-A0CE-5185C29F976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1873FE3-CB41-2421-AB07-83656ED051A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2026-07-07T03:58:59Z</dcterms:modified>
</cp:coreProperties>
</file>