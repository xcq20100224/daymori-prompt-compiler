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5D353-BE9E-4BF2-842B-1C86A13E255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9EF8-72B0-4888-ABD1-629CC37F0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8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9EF8-72B0-4888-ABD1-629CC37F0F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542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9EF8-72B0-4888-ABD1-629CC37F0F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9EF8-72B0-4888-ABD1-629CC37F0F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385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9EF8-72B0-4888-ABD1-629CC37F0F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119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9EF8-72B0-4888-ABD1-629CC37F0F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957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9EF8-72B0-4888-ABD1-629CC37F0F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82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6A0A7C-9F92-0A8B-17F1-0D7C2E92A2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DF1A49-CF4A-CD37-290A-7A42D55E32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80D5D0-7631-D24D-B56F-739849B44CB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973DEB-AF80-E1FB-59BB-BBC3B310F28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3CBF2F-F3CA-E562-EAA6-64CC5372076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13A86C-72E2-F625-D259-EDBACCDF12F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C35DB3-281C-9B49-25F8-4F7053164E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0B5FE0-C7D9-DCB7-CFAA-41BBF2DE25B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C43EA7-EE68-6F1B-9403-F3250CA4EB1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2026-07-08T11:32:17Z</dcterms:modified>
</cp:coreProperties>
</file>