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20774-833A-4E0C-AF61-45BF538F2DB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6A7625-85D7-48BC-B50A-028FC5CC62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6798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新产品上市计划现状结构图 新产品上市计划现状结构图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6A7625-85D7-48BC-B50A-028FC5CC627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84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新产品上市计划问题分层卡片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6A7625-85D7-48BC-B50A-028FC5CC627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66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6A7625-85D7-48BC-B50A-028FC5CC627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063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6A7625-85D7-48BC-B50A-028FC5CC627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840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6A7625-85D7-48BC-B50A-028FC5CC627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138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6A7625-85D7-48BC-B50A-028FC5CC627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837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新产品上市计划提案汇报：成本结构优化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21B171-7BD3-7278-5898-0FD0DF7EB8A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新产品上市计划提案汇报：成本结构优化 新产品上市计划提案汇报：成本结构优化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新产品上市计划的核心约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E2707A7-7273-7EF6-BC54-E05F34EB3EC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27A7BF9-0C86-1B6C-AABB-E88A6AFF6F6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新产品上市计划当前问题并非单点故障，而是流程协同与质量兜底不足。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若直接大规模上线，可能引发体验波动，应先通过小范围试点验证风险边界。 图示：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图示：新产品上市计划问题分层卡片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围绕新产品上市计划应拆解“数据层、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模型层、编排层、运营层”能力缺口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新产品上市计划的分阶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E81170-218E-F48D-52AB-1C70B145921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新产品上市计划方案架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阶段：建立新产品上市计划成本基线与分层口径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提升新产品上市计划自动化覆盖并压降人工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建议围绕新产品上市计划建立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8D9D084-8120-1942-9038-D8766CF5360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8F7CC29-ADDD-EDD3-DD0A-B733642646B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7FF1FC2-EA13-4D70-1388-19FBF20868E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0EAAECE-AF6F-1571-2ED9-E9181EE43B3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F05BD65-6713-8726-9C13-E9F4CDD19B2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463</Words>
  <Application>Microsoft Office PowerPoint</Application>
  <PresentationFormat>宽屏</PresentationFormat>
  <Paragraphs>75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2026-07-09T04:45:14Z</dcterms:modified>
</cp:coreProperties>
</file>