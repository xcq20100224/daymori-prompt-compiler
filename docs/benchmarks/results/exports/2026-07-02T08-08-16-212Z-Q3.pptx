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2984C-881C-4BFC-8929-1F232909B6F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328D9-D890-43C4-9345-F977CF2E0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420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328D9-D890-43C4-9345-F977CF2E02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217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328D9-D890-43C4-9345-F977CF2E02C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562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328D9-D890-43C4-9345-F977CF2E02C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940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328D9-D890-43C4-9345-F977CF2E02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645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328D9-D890-43C4-9345-F977CF2E02C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99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328D9-D890-43C4-9345-F977CF2E02C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768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328D9-D890-43C4-9345-F977CF2E02C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1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328D9-D890-43C4-9345-F977CF2E02C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09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Q3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增长复盘为什么重要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Q3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增长复盘学习动机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C135AE2-1318-39F1-0F9E-2FE5E493C07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等线 Light</vt:lpstr>
      <vt:lpstr>思源黑体 CN Normal</vt:lpstr>
      <vt:lpstr>Arial</vt:lpstr>
      <vt:lpstr>MiSans Medium</vt:lpstr>
      <vt:lpstr>MiSans Normal</vt:lpstr>
      <vt:lpstr>MiSans</vt:lpstr>
      <vt:lpstr>MiSans Demibold</vt:lpstr>
      <vt:lpstr>MiSans ExtraLight</vt:lpstr>
      <vt:lpstr>MiSans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2026-07-02T08:08:13Z</dcterms:modified>
</cp:coreProperties>
</file>