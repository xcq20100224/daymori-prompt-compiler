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AA9B8-9054-4CB1-AB68-87CD11C77FD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9C380-3C75-4E52-8FEF-6052B34593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189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9C380-3C75-4E52-8FEF-6052B345933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862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9C380-3C75-4E52-8FEF-6052B34593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382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9C380-3C75-4E52-8FEF-6052B345933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712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9C380-3C75-4E52-8FEF-6052B345933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15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9C380-3C75-4E52-8FEF-6052B34593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995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9C380-3C75-4E52-8FEF-6052B34593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059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46A908-7FC3-637D-6EA5-0165B32E2BA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0F37308-5A80-3040-A780-3A20CCA180F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9CAAD0-3774-22A4-7990-0C570893E32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83352B-3B4E-1881-5094-8BCAAE022E5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10FD61-72BF-BE0B-5971-DB5DE9E91B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06D865-C107-CBF7-82C3-873AD2B605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279F4B-7CC7-94A1-64F9-7F82A624BDF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E780CC-0EBC-DEBE-AF5F-7BE55DFC0E1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6A2DC3-443B-B3F8-CB6D-B78D2BF35C3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2026-07-07T08:43:21Z</dcterms:modified>
</cp:coreProperties>
</file>