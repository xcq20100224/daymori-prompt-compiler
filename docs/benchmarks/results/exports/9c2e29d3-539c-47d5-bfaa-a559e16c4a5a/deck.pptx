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462607-292F-4BE5-973E-16B72A81E72E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BB5B35-D20A-4868-A078-D88BCE8882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285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BB5B35-D20A-4868-A078-D88BCE88821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19841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BB5B35-D20A-4868-A078-D88BCE88821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7378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BB5B35-D20A-4868-A078-D88BCE88821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1354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BB5B35-D20A-4868-A078-D88BCE88821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57130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BB5B35-D20A-4868-A078-D88BCE88821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165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BB5B35-D20A-4868-A078-D88BCE88821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6133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017CEFE-B0B2-E248-F33B-97708E7CCEE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D09CD63-62C5-846E-44AD-A2A83D7434A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6C40802-697E-A5B1-D975-37EF04ED4C6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0CA23EF-A15B-A897-5D2D-1A877A75DEA1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C39B404-0C82-B01C-C503-6831AA5791E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BB8FF97-9964-62B5-A91C-58C7D3CF35A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9226A69-A1FB-1DEE-E907-3A6444AB464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CAB48A1-D272-6A4F-9DD7-A868BB5C7D7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0100F9B-6BBB-441D-8461-7F7FA32F99A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2026-07-07T08:21:10Z</dcterms:modified>
</cp:coreProperties>
</file>