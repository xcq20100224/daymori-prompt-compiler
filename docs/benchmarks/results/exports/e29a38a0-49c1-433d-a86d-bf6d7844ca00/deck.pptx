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376ECD-CC98-4A3D-98DD-8AE7B585EA3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64FD79-1823-44B9-B781-EC535C811F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275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4FD79-1823-44B9-B781-EC535C811F4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4520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4FD79-1823-44B9-B781-EC535C811F4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850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4FD79-1823-44B9-B781-EC535C811F4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972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4FD79-1823-44B9-B781-EC535C811F4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053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4FD79-1823-44B9-B781-EC535C811F4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232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4FD79-1823-44B9-B781-EC535C811F4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684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5929B3D-33E6-D77C-DDCD-A813CAEE0E6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909B7CB-A46C-1CC4-471A-43DB4A8455E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0AAEA36-A562-3C77-BE91-C4548787652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040DF7-B0A4-3EBF-EA3A-83418D0577C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C88231F-1F92-8882-93CB-41578511B0E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B7790F3-B52C-E6AC-3C1A-997D9DC6372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DF8C67F-4BAF-6CA8-E4D7-9E13CEAE527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E8292D2-9F42-B4CF-6566-6CFEA62E552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A51F407-AC0B-8964-FE28-DACD2DEBCC6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2026-07-08T05:02:46Z</dcterms:modified>
</cp:coreProperties>
</file>