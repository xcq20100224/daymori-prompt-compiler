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34A84E-E2E0-4F23-8B01-439D4A505A42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510A60-62F1-4827-A3AB-8BB2B903FE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8826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企业数字化转型现状结构图 优先级重排。 图示：企业数字化转型现状结构图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510A60-62F1-4827-A3AB-8BB2B903FEF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25333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企业数字化转型问题分层卡片 执行能力与反馈闭环四个层面。 先聚焦高频高影响环节， 再逐步覆盖复杂场景， 可显著降低试点风险。 图示： 企业数字化转型问题分层卡片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510A60-62F1-4827-A3AB-8BB2B903FEF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20692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企业数字化转型方案架构图 建设， 再通过迭代机制优化质 量， 形成可复制的执行闭环。 图示： 企业数字化转型方案架 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510A60-62F1-4827-A3AB-8BB2B903FEF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2199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510A60-62F1-4827-A3AB-8BB2B903FEF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420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510A60-62F1-4827-A3AB-8BB2B903FEF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86227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510A60-62F1-4827-A3AB-8BB2B903FEF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7649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企业数字化转型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D5CC46B-4AAF-247E-ACAF-3916F8B2048A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企业数字化转型提案汇报 企业数字化转型提案汇报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2CFCFEF-B8E5-E9B3-ADA5-8723969D042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97B5F2B-079E-2D10-5E09-CC1CF52E879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2CA2FEA-BD6C-B95B-1C88-DCCDBD2367E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79F31EC-4CE2-BD61-BE2B-30704F4EE743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6015E2B-D7ED-F7AA-BE4F-1DE25B7467C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zh-CN" sz="11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81D177A-7274-BACC-6931-CFBE8BDE082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2654145-64A4-F535-2AF9-8359367B585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68653E8-9409-3B47-5FAA-C7386176D301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5BA719A-8276-84CC-CDBD-3AE5F711F93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C6253D1-474E-7690-0D60-B6E706D8C4A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0AD02FC-8E07-51C9-55CD-C44EC2A1C7DF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54B979A-7B18-DF97-80FB-02F38F1FB66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33E171F-FCC1-29B4-1822-B424A6904C5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4B9E7FB-A12A-464C-696D-B8BA75D4F83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5540EF0-A253-D65A-4EB3-6B50F6B5F778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272</Words>
  <Application>Microsoft Office PowerPoint</Application>
  <PresentationFormat>宽屏</PresentationFormat>
  <Paragraphs>35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Semibold</vt:lpstr>
      <vt:lpstr>MiSans</vt:lpstr>
      <vt:lpstr>MiSans Demibold</vt:lpstr>
      <vt:lpstr>等线 Light</vt:lpstr>
      <vt:lpstr>思源黑体 CN Normal</vt:lpstr>
      <vt:lpstr>Arial</vt:lpstr>
      <vt:lpstr>MiSans Normal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2026-07-08T14:06:33Z</dcterms:modified>
</cp:coreProperties>
</file>