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259461-6085-4D84-95B1-244A5C86CC1A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4A8CBC-E1A2-46BD-AB2F-278F59AE21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46202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4A8CBC-E1A2-46BD-AB2F-278F59AE21E6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47078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4A8CBC-E1A2-46BD-AB2F-278F59AE21E6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87613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4A8CBC-E1A2-46BD-AB2F-278F59AE21E6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56262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4A8CBC-E1A2-46BD-AB2F-278F59AE21E6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30368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4A8CBC-E1A2-46BD-AB2F-278F59AE21E6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47985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4A8CBC-E1A2-46BD-AB2F-278F59AE21E6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8274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BF4DC56-7DDE-B9CD-7FE7-B6AB6411A753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D26A0358-6733-B7DE-44C0-90F498DF4686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B5327D89-9882-D8CE-1282-D87C39ACE9FA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DCDECFF-EB21-8B92-8068-805373A0B8AE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DAB235E-8315-5B2C-40AB-88D5EE5C0D9D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F6DDAFC-0C92-15D9-3F50-8993E4A5EE6D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C0C46EE-5848-2A0A-5565-DFE84876A8AD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A4524B7F-1EA3-1339-6990-7887B659F3D2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1355726-758A-B412-69EE-E7783483F7B8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Arial</vt:lpstr>
      <vt:lpstr>MiSans</vt:lpstr>
      <vt:lpstr>MiSans Demibold</vt:lpstr>
      <vt:lpstr>MiSans ExtraLight</vt:lpstr>
      <vt:lpstr>MiSans Light</vt:lpstr>
      <vt:lpstr>等线</vt:lpstr>
      <vt:lpstr>等线 Light</vt:lpstr>
      <vt:lpstr>MiSans Semibold</vt:lpstr>
      <vt:lpstr>思源黑体 CN Normal</vt:lpstr>
      <vt:lpstr>MiSans Medium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2026-07-07T08:45:36Z</dcterms:modified>
</cp:coreProperties>
</file>