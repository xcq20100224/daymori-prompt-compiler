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AED44-E0D2-4786-B10D-7B72F951577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15402-5FDA-4318-AAD5-FADE68D03C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069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15402-5FDA-4318-AAD5-FADE68D03C2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479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15402-5FDA-4318-AAD5-FADE68D03C2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664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15402-5FDA-4318-AAD5-FADE68D03C2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386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15402-5FDA-4318-AAD5-FADE68D03C2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071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15402-5FDA-4318-AAD5-FADE68D03C2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05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15402-5FDA-4318-AAD5-FADE68D03C2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228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58DDFA-8D35-EEE4-122B-E24E043F7C2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559975D-720A-123C-DD73-08C765E0E2A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A3C7B4E-AAE0-91D3-EE9F-02DC3BF2C5D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86422F-FC20-4E56-94D0-8E1C721644F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CDE45B-58C9-34D8-E9CE-C51576345D1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195B7D-6BA1-D356-A4E7-3EB6ABC62E3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8AB56E0-9171-ABA3-23EC-BACC820E782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7E8961-7975-F851-D4FC-D1BDD755756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E21832-A99B-0371-5A3F-018E3C8D8D9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2026-07-08T05:11:42Z</dcterms:modified>
</cp:coreProperties>
</file>