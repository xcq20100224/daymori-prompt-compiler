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4E7A6-6E93-4BC2-BD7F-05709CCB16A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89EA4-2823-4D35-A55B-166FAD496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139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956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8684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251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31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788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0265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07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889EA4-2823-4D35-A55B-166FAD496FC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65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2026-07-02T05:26:19Z</dcterms:modified>
</cp:coreProperties>
</file>