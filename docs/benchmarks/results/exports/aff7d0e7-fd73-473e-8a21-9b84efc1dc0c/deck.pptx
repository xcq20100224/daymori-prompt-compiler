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41B7F-88C6-468D-9AF9-13D51E827EA9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945BAA-6F2E-4E63-8863-CD678F615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433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45BAA-6F2E-4E63-8863-CD678F615FE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064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45BAA-6F2E-4E63-8863-CD678F615F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339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45BAA-6F2E-4E63-8863-CD678F615F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651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45BAA-6F2E-4E63-8863-CD678F615F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366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45BAA-6F2E-4E63-8863-CD678F615F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755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45BAA-6F2E-4E63-8863-CD678F615F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203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0D63D76-C9D5-9C19-FB7B-57E20A47626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67B820F-099A-7E45-9EB6-BE9BF21F43F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26D2A65-7BF2-D0DB-4F3F-51AA7241A47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180A06-F499-AE2B-9DD1-57D2DC7F6FE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F43EAB-4BD3-8C66-9767-EF0BA353169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2717ED-CDBB-9748-5E2C-7A17160CF6B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7BB79FE-72BF-EDD0-725C-45792DBF040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305293-B513-15AF-9A9D-C63D4E33637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F6B8CA-9F83-613A-80B8-CEB3C6AB74F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2026-07-09T02:26:14Z</dcterms:modified>
</cp:coreProperties>
</file>