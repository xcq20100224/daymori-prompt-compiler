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CFAD65-00B7-4AB2-BF44-CD9D1130680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79CDE-457E-40C6-AAB0-9A6F296F00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73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ABTest0_1783519043473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79CDE-457E-40C6-AAB0-9A6F296F00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02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19043473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79CDE-457E-40C6-AAB0-9A6F296F00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902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8351904347 3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79CDE-457E-40C6-AAB0-9A6F296F00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758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79CDE-457E-40C6-AAB0-9A6F296F00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395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79CDE-457E-40C6-AAB0-9A6F296F00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711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79CDE-457E-40C6-AAB0-9A6F296F006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966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ABTest0_1783519043473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ABTest0_1783519043473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ABTest0_17835190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43473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1F0D8B5-A2A8-C890-EEC4-51D4F53D5E2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A673AC-0227-95DF-E6AF-324D5926CB0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ABTest0_1783519043473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ABTest0_1783519043473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3519043473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47FE1A-89F4-9FB4-C31B-C7AD16F449E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40960B-9EC5-5D2F-2738-D69903DD041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ABTest0_1783519043473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ABTest0_1783519043473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05DA6A-0950-F8C5-EB53-8DCE2D3383B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ABTest0_1783519043473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8351904347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658969-AEA2-98B7-FB79-B0A0E87CC75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904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04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783519043473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3C57E49-CF1C-C513-4D4F-C209B9BC6F4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3F3965E-C375-6289-219B-0ED2D8886CF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96B36D-4A57-8F98-93B8-7878DD9EDA9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289EAC-6634-480B-39DC-B72ABB73B6C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896A6E9-D5CB-8CDE-A191-46854F8F6B2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FB0E583-9B85-8262-BC1D-4CA2FDF2DBE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BF1BDB-F1E5-6F72-B8FE-28FC510FDDB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6E1529-61D3-49F0-7A99-DED6CF498EA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2026-07-08T13:58:01Z</dcterms:modified>
</cp:coreProperties>
</file>