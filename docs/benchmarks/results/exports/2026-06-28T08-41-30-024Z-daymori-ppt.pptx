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8B5E3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企业路演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 经营复盘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明确季度经营结论与会议目标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EBDDC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关键要点：收入规模与目标达成 ｜ 利润率变化 ｜ 下季度重点方向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成熟版季度经营复盘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目标与范围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目标：界定本次复盘覆盖范围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0078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8653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27632" y="18105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核心KPI范围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487168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651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7632" y="259689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业务线覆盖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273552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3814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统计口径与时间窗口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范围示意图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5102352"/>
            <a:ext cx="10168128" cy="822960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演讲备注：确保听众先理解边界，避免口径争议。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成熟版季度经营复盘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关键数据复盘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目标：展示关键指标达成情况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0078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8653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27632" y="18105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营收同比+18%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487168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651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7632" y="259689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毛利率环比提升2.3pp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273552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3814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重点产品线贡献占比62%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折线图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柱状图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5102352"/>
            <a:ext cx="10168128" cy="822960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演讲备注：按‘目标-结果-原因’顺序讲。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成熟版季度经营复盘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问题与对策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目标：识别问题并给出解决方案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0078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8653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27632" y="18105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区域渠道效率不均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487168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651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7632" y="259689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交付周期波动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273552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3814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高价值客户复购不足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鱼骨图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对策矩阵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5102352"/>
            <a:ext cx="10168128" cy="822960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演讲备注：每个问题必须对应动作和负责人。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成熟版季度经营复盘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行动计划与里程碑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目标：形成可执行落地计划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0078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8653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27632" y="18105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30天修复渠道短板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487168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651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27632" y="259689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60天优化交付流程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273552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3814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90天提升复购率至35%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路线图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责任分工表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5102352"/>
            <a:ext cx="10168128" cy="822960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演讲备注：最后收束到时间点、责任人、验收标准。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成熟版季度经营复盘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成熟版季度经营复盘 - 企业路演</dc:title>
  <dc:subject>企业路演</dc:subject>
  <dc:creator>Daymori</dc:creator>
  <cp:lastModifiedBy>Daymori</cp:lastModifiedBy>
  <cp:revision>1</cp:revision>
  <dcterms:created xsi:type="dcterms:W3CDTF">2026-06-28T08:41:29Z</dcterms:created>
  <dcterms:modified xsi:type="dcterms:W3CDTF">2026-06-28T08:41:30Z</dcterms:modified>
</cp:coreProperties>
</file>