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896366-C69A-485D-8473-ECA3526ED5B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59F1A-C1B4-4D38-B0A8-97D85DF1A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231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59F1A-C1B4-4D38-B0A8-97D85DF1A5A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612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59F1A-C1B4-4D38-B0A8-97D85DF1A5A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720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59F1A-C1B4-4D38-B0A8-97D85DF1A5A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889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59F1A-C1B4-4D38-B0A8-97D85DF1A5A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297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59F1A-C1B4-4D38-B0A8-97D85DF1A5A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188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59F1A-C1B4-4D38-B0A8-97D85DF1A5A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18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EA1A8B-8D98-839F-E46E-3A010A7F0C1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5DC7D82-807D-731A-88AE-3729F9C3573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64B3AAB-1593-69ED-97EA-9C14A8DD44B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B25FBA-0578-E25E-3273-1B89FEE3485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49A4FF-39E4-F682-BE39-9540FB8BAC8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3DFC02-786E-1080-4A8B-AFAA9E4734D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240F35-4DCA-FAC4-EC47-673DFC2904A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1D63E3-2271-A1A2-055A-0CF231F7E20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5F5C11-4CC9-3384-31C6-2DA87F522A7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MiSans Semibold</vt:lpstr>
      <vt:lpstr>思源黑体 CN Normal</vt:lpstr>
      <vt:lpstr>等线</vt:lpstr>
      <vt:lpstr>MiSans Medium</vt:lpstr>
      <vt:lpstr>等线 Light</vt:lpstr>
      <vt:lpstr>MiSans Normal</vt:lpstr>
      <vt:lpstr>Arial</vt:lpstr>
      <vt:lpstr>MiSans</vt:lpstr>
      <vt:lpstr>MiSans Demibold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2026-07-08T12:51:59Z</dcterms:modified>
</cp:coreProperties>
</file>