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2"/>
      <p:bold r:id="rId23"/>
    </p:embeddedFont>
    <p:embeddedFont>
      <p:font typeface="MiSans Demibold" panose="02010600030101010101" charset="-122"/>
      <p:bold r:id="rId24"/>
    </p:embeddedFont>
    <p:embeddedFont>
      <p:font typeface="MiSans ExtraLight" panose="02010600030101010101" charset="-122"/>
      <p:regular r:id="rId25"/>
    </p:embeddedFont>
    <p:embeddedFont>
      <p:font typeface="MiSans Light" panose="02010600030101010101" charset="-122"/>
      <p:regular r:id="rId26"/>
    </p:embeddedFont>
    <p:embeddedFont>
      <p:font typeface="MiSans Medium" panose="02010600030101010101" charset="-122"/>
      <p:regular r:id="rId27"/>
    </p:embeddedFont>
    <p:embeddedFont>
      <p:font typeface="MiSans Normal" panose="02010600030101010101" charset="-122"/>
      <p:regular r:id="rId28"/>
    </p:embeddedFont>
    <p:embeddedFont>
      <p:font typeface="MiSans Semibold" panose="02010600030101010101" charset="-122"/>
      <p:bold r:id="rId29"/>
    </p:embeddedFont>
    <p:embeddedFont>
      <p:font typeface="等线" panose="02010600030101010101" pitchFamily="2" charset="-122"/>
      <p:regular r:id="rId30"/>
      <p:bold r:id="rId31"/>
    </p:embeddedFont>
    <p:embeddedFont>
      <p:font typeface="等线 Light" panose="02010600030101010101" pitchFamily="2" charset="-122"/>
      <p:regular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??????:????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[string]Goal: ????????????????? - F=ma ????????????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- ??????????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- ??:N = kg�m/s� Notes: ?????????,???90?[0]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[string]Goal: ????????????????? - F=ma ????????????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- ??????????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- ??:N = kg�m/s� Notes: ?????????,???90?[1]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[string]Goal: ????????????????? - F=ma ????????????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- ??????????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- ??:N = kg�m/s� Notes: ?????????,???90?[2]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????:?????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[string]Goal: ?????? a ? F?m ??? - ??????,????????</a:t>
            </a:r>
          </a:p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- ??????,????????</a:t>
            </a:r>
          </a:p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- ???????? Notes: ???????????[0]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[string]Goal: ?????? a ? F?m ??? - ??????,????????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- ??????,????????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- ???????? Notes: ???????????[1]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[string]Goal: ?????? a ? F?m ??? - ??????,????????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- ??????,????????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- ???????? Notes: ???????????[2]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[string]Goal: ???????????? - a ? F ????? m 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- ??????????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- ????????????? Notes: ?????????[0]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en-US" altLang="zh-CN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[string]Goal: ???????????? - a ? F ????? m ???</a:t>
            </a:r>
          </a:p>
          <a:p>
            <a:pPr algn="ctr" defTabSz="914377">
              <a:defRPr/>
            </a:pPr>
            <a:r>
              <a:rPr lang="en-US" altLang="zh-CN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- ??????????</a:t>
            </a:r>
          </a:p>
          <a:p>
            <a:pPr algn="ctr" defTabSz="914377">
              <a:defRPr/>
            </a:pPr>
            <a:r>
              <a:rPr lang="en-US" altLang="zh-CN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- ????????????? Notes: ?????????[2]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[string]Goal: ???????????? - a ? F ????? m ???</a:t>
            </a:r>
          </a:p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- ??????????</a:t>
            </a:r>
          </a:p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- ????????????? Notes: ?????????[1]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2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3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4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点击此处添加文本信息，输入副标题内容。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您的内容打在这里，或者通过复制您的文本后，在此框中选择粘贴，并选择只保留文字。在此录入上述图表的综合描述说明，在此录入上述图综合容表的打在这里。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>输入标题</a:t>
            </a:r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>输入标题</a:t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>输入标题</a:t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>输入标题</a:t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>输入标题</a:t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2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输入大标题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项目成果展示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2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616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616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，或者通过复制您的文本后，在此框中选择粘贴，并选择只保留文字。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未来工作规划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，或者通过复制您的文本后，在此框中选择粘贴，并选择只保留文字。</a:t>
            </a: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2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您的内容打在这里，或者通过复制您的文本后，在此框中选择粘贴，并选择只保留文字。在此录入上述图表的综合描述说明，在此录入上述图综合容表的打在这里。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输入大标题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2419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1709</Words>
  <Application>Microsoft Office PowerPoint</Application>
  <PresentationFormat>宽屏</PresentationFormat>
  <Paragraphs>187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2026-07-02T02:20:37Z</dcterms:modified>
</cp:coreProperties>
</file>