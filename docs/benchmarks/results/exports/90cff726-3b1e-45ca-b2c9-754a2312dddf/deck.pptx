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9F8091-BC87-477A-8433-D9426FA98D9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B729DC-7946-4BB2-B191-E02D0EEC50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701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产品市场策略现状结构图 优先级重排。 图示：产品市场策略现状结构图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B729DC-7946-4BB2-B191-E02D0EEC500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877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产品市场策略问题分层卡片 执行能力与反馈闭环四个层面。 先聚焦高频高影响环节， 再逐步覆盖复杂场景， 可显著降低试点风险。 图示： 产品市场策略问题分层卡片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B729DC-7946-4BB2-B191-E02D0EEC500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29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产品市场策略方案架构图 建设， 再通过迭代机制优化质 量， 形成可复制的执行闭环。 图示： 产品市场策略方案架构 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B729DC-7946-4BB2-B191-E02D0EEC500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982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B729DC-7946-4BB2-B191-E02D0EEC500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898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B729DC-7946-4BB2-B191-E02D0EEC500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142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B729DC-7946-4BB2-B191-E02D0EEC500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533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产品市场策略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产品市场策略提案汇报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C648ED-9478-BD29-ED83-BE7D1B9602C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产品市场策略提案汇报 产品市场策略提案汇报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产品市场策略的核心约束与机会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F7D8451-9CB1-EDC1-AA4C-A5927A42E27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F6C8AAE-BBD6-6180-0721-53507CEA6AE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 产品市场策略当前在目标达成、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围绕产品市场策略可将问题拆</a:t>
            </a:r>
          </a:p>
          <a:p>
            <a:pPr algn="ctr"/>
            <a:r>
              <a:rPr lang="zh-CN" altLang="en-US" sz="1000"/>
              <a:t>为目标定义、流程协同、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098F61-9032-F78E-49DC-8FF32A9D66C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41865C-429C-6845-F6C7-891A5593C6A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围绕产品市场策略可将问题拆为目标定义、流程协同、执行能力与反馈闭环四个层面。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产品市场策略的分阶段落地方案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1EEC34-4B12-6D96-5A57-3CA0285F2AE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产品市场策略的分阶段落地方案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产品市场策略方案建议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1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1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F85DB79-4334-BD45-C8E6-31F29A74F8D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阶段：明确产品市场策略目标与边界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阶段：完成产品市场策略试点并跟踪关键指标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建议围绕产品市场策略建立统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7D3CDC1-C994-A05E-A6BF-0ABA6649F66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244E15-5967-9F5B-C0B2-DB236FE429E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价值评估 价值评估 建议围绕产品市场策略建立统一指标集，至少覆盖效率、质量、成本与稳定性四类指标。</a:t>
            </a:r>
          </a:p>
          <a:p>
            <a:r>
              <a:rPr lang="zh-CN" altLang="en-US" sz="1000"/>
              <a:t>只有当关键指标持续改善，才进入下一阶段投入。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001B6B6-C6F7-458B-6A35-D035FFC9EB1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0D8E83B-21A6-2C57-0572-E9551BD1470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44FB3DE-25EC-177E-2A56-CB6E594FA2B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2FCF6E4-CA37-0034-F446-C97175E2A38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00F1A90-F380-DFD7-E8C4-801CF3AAC00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A4FA87-B8BF-FD6C-6FE4-6F4945A0BA4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03A97FB-D212-41F3-A57E-0E33EC4277A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宽屏</PresentationFormat>
  <Paragraphs>58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等线 Light</vt:lpstr>
      <vt:lpstr>MiSans Semibold</vt:lpstr>
      <vt:lpstr>Arial</vt:lpstr>
      <vt:lpstr>MiSans</vt:lpstr>
      <vt:lpstr>MiSans Demibold</vt:lpstr>
      <vt:lpstr>思源黑体 CN Normal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2026-07-08T14:10:35Z</dcterms:modified>
</cp:coreProperties>
</file>