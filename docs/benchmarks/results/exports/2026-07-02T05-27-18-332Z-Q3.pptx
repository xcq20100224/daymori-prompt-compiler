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6B01B-6F5D-4085-B522-2168406B77B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A13EC-9D5F-47A3-AEB5-A12E036277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720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A13EC-9D5F-47A3-AEB5-A12E036277C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708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A13EC-9D5F-47A3-AEB5-A12E036277C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446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A13EC-9D5F-47A3-AEB5-A12E036277C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559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A13EC-9D5F-47A3-AEB5-A12E036277C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726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A13EC-9D5F-47A3-AEB5-A12E036277C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608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A13EC-9D5F-47A3-AEB5-A12E036277C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743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A13EC-9D5F-47A3-AEB5-A12E036277C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450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A13EC-9D5F-47A3-AEB5-A12E036277C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421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Q3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增长复盘学习动机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250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2026-07-02T05:27:17Z</dcterms:modified>
</cp:coreProperties>
</file>