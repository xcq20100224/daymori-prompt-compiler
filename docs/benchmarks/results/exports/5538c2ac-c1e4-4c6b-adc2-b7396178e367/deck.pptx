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93579-12CA-4538-83B5-35C6B3A876D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137C7-3C26-4A82-9939-A53E0DC914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706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137C7-3C26-4A82-9939-A53E0DC9148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136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137C7-3C26-4A82-9939-A53E0DC9148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53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137C7-3C26-4A82-9939-A53E0DC9148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582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137C7-3C26-4A82-9939-A53E0DC914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617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137C7-3C26-4A82-9939-A53E0DC914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22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137C7-3C26-4A82-9939-A53E0DC9148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435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5BB55D-804E-3ED5-6EFB-5785E69FE54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8BDD6A3-5CC2-878D-D220-101B53B9AB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B22F89A-BBD1-AF9A-0604-D7ED35AF4C2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A47B0F-D0D9-FAFF-4A5B-E18938A8E40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227059-BEA5-37CA-CB98-8EE185BCA64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4D0366-7606-3C41-C553-423EE99A7E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88F1422-D505-707B-1BDC-963348961B1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7B2E81-6838-640C-C7D9-F829C1C0813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B0B8B2-2C9F-BCE5-85FC-DC8CC9179AC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2026-07-08T05:46:20Z</dcterms:modified>
</cp:coreProperties>
</file>