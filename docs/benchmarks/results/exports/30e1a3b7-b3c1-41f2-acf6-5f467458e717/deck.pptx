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0DF5B-7915-4EA9-8DB1-E16F79982A0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C4618-FB81-4948-90B9-31ED00AFAA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28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C4618-FB81-4948-90B9-31ED00AFAA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182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C4618-FB81-4948-90B9-31ED00AFAA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99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C4618-FB81-4948-90B9-31ED00AFAA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8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C4618-FB81-4948-90B9-31ED00AFAA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840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C4618-FB81-4948-90B9-31ED00AFAA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3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C4618-FB81-4948-90B9-31ED00AFAA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5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A03CCA-7325-93CF-C749-6F5984046C9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D9B11F4-24FA-742F-EAF4-FCDD38E758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935A6D-64AC-E561-34EA-B1D9E8C87D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6B063F-E1A5-049D-9E74-A8FCAE2651D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5336A4-5FBC-E5D9-F69B-358B2EAD65B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3291F7-0681-0C7A-E7A0-AC9CEFE03A5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A7CADCA-8023-F51E-FF2E-259677D4283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B0D46E-B7BE-988F-4D8C-736C2AEC0E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3CD0A5-1C07-D16D-EC3C-28947E0A325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Arial</vt:lpstr>
      <vt:lpstr>MiSans Normal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2026-07-08T12:30:25Z</dcterms:modified>
</cp:coreProperties>
</file>