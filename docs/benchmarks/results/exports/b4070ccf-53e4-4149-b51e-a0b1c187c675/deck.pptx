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B603E-A6FB-4AC1-8C8D-714CAFBA09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3F684-E439-4E82-8A5D-CA640EBC02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73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103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2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21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788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3F684-E439-4E82-8A5D-CA640EBC02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1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D6BF37-1FC3-74FB-B574-E560BBD4566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D3DCE1-A5A4-1603-4783-A90C200F35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6EB7E5-331B-6DCF-4444-ECBC3396FE8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FAA4B9-7356-5D97-CD25-BC07ABAEE5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23CB56-1E27-1166-A5E9-A56AD695D8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38D076-6E99-E5CD-A9CB-7587931B97C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89A86F-05D9-9B54-FCD7-A3AEB1D271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2642AC-62EB-EEEE-783E-5AB3D0F1AE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76D034-FA2E-E52E-599E-E113EE58DA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765614-E661-3539-8907-A17875164B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EC0359-2EAE-46F6-56AE-249E3DC7B8C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E944C4-3499-A5B3-DC32-4332B5706CD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CC3401-9597-7DC5-3DE7-96095B8F00A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52E15E8-7877-815F-C089-63C6F4F4C20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C984F9-1B89-A899-B38C-0185981B31E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5DA345-BF48-0E2F-BD20-1B7F1F82670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2026-07-08T14:13:30Z</dcterms:modified>
</cp:coreProperties>
</file>