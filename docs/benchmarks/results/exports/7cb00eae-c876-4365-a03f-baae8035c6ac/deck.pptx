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C16E2-516B-4E1D-8C01-514087AE464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1BDDF-7834-45A8-8815-4E139853B2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107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1BDDF-7834-45A8-8815-4E139853B2F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086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1BDDF-7834-45A8-8815-4E139853B2F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952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1BDDF-7834-45A8-8815-4E139853B2F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794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1BDDF-7834-45A8-8815-4E139853B2F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113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1BDDF-7834-45A8-8815-4E139853B2F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207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1BDDF-7834-45A8-8815-4E139853B2F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888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79D8A1-5EE6-0F15-D09E-C4F197D8247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EBD450A-22F1-310B-EB20-3F3D26493F9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DD50E68-88BA-C3B8-AAA5-CE260CE34A9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0D60A1-782D-EDE0-C7C6-69788B52AEB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2A8E6B-FD01-9183-C470-3440244B4F4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E051EE-1399-E64C-9450-37857800415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1289C17-2A9D-6C7A-C318-06C37E08822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CD4AB8-913B-4C8C-5BBB-EF18746FB10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AD592B-66CD-6A20-6BA9-3C4212977FD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ExtraLight</vt:lpstr>
      <vt:lpstr>MiSans Light</vt:lpstr>
      <vt:lpstr>MiSans Semibold</vt:lpstr>
      <vt:lpstr>等线</vt:lpstr>
      <vt:lpstr>思源黑体 CN Normal</vt:lpstr>
      <vt:lpstr>等线 Light</vt:lpstr>
      <vt:lpstr>MiSans Medium</vt:lpstr>
      <vt:lpstr>MiSans Normal</vt:lpstr>
      <vt:lpstr>MiSans Demibold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2026-07-08T05:39:02Z</dcterms:modified>
</cp:coreProperties>
</file>