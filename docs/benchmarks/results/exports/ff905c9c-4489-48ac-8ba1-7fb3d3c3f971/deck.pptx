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7E3C5-3F6A-412E-912A-FF236179372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C4103-6D0E-4045-9ADB-F0C5F79A8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53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C4103-6D0E-4045-9ADB-F0C5F79A8C2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C4103-6D0E-4045-9ADB-F0C5F79A8C2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553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C4103-6D0E-4045-9ADB-F0C5F79A8C2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856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C4103-6D0E-4045-9ADB-F0C5F79A8C2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146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C4103-6D0E-4045-9ADB-F0C5F79A8C2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531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C4103-6D0E-4045-9ADB-F0C5F79A8C2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258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0ED379-2E38-9362-C562-0BB5A5DA7A0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3E7407-FBBE-AAEA-D7B9-7E6BF6726A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0C78D9-FD0A-372E-A773-C60D23EF575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703239-EBBD-4208-FBC4-712B007D9A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FA2C9BC-5CA8-5589-F02A-83A6A21D119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C5A30E-4AEC-7290-5F16-1E8D9D20018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B1672E-2F12-07E2-A607-40EBF2473F0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F4F03A-F7C3-00D8-EB68-EA9D553047C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2F5A14-77BB-7416-FF49-FB803C8EC3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2026-07-09T02:16:12Z</dcterms:modified>
</cp:coreProperties>
</file>