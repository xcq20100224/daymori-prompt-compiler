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B520-80A0-482C-8BDC-52417CA2732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75432-05F7-410D-A748-32B423FCC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01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75432-05F7-410D-A748-32B423FCC2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35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75432-05F7-410D-A748-32B423FCC2D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138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75432-05F7-410D-A748-32B423FCC2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11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75432-05F7-410D-A748-32B423FCC2D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67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75432-05F7-410D-A748-32B423FCC2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987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75432-05F7-410D-A748-32B423FCC2D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510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D85C18-7018-0B94-6996-F20ED2B6216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8F5D3A6-A212-E3AE-0DE6-1C05900420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D4018F-98B1-272E-0DBF-85EC46DE99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B3CEC8-8D1F-983E-FB8C-FF77F7AF8C5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4477DD7-39D4-F553-CC63-9C984B3EF91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5BC76D-A7ED-6029-CB37-283D9F53B18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D2A16BC-8058-6C6F-7313-8FECF4A23CD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3D7BCD-7FF0-EA93-6C47-6B370598A5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73FAF08-C3F9-B615-75F4-6645C471164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2026-07-08T12:11:26Z</dcterms:modified>
</cp:coreProperties>
</file>