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05BA11-63C8-DC0F-D9B4-1D60F325B0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CB11E-6BDC-680A-476D-ACF2229AB0D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70E351-0A6F-330A-653F-55CC2DEBA1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10DCA8-389D-3799-8DB9-828F229123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45CAB1-D1CF-DE95-88B3-67F6CF6C9B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141A4F-0579-D14E-EF3B-8703A16CAC7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906684-E94D-D355-1D5E-7CB28EEECE0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079A46-EF49-A6D9-FCE4-FF93255504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BDFF1B-05BE-0255-CC49-C86C9A090AB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9541A2-F0B9-C067-E9B9-4B94BEBEF42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03812-36DF-CA60-A327-E13362A9CBD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0D0953-0BCC-01D6-693E-111597A825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DC2791-209A-5A6E-C05D-B55092C32D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6FEA4E-803A-E5C9-3DF0-D3D501AFAF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8C1F0A-CEAE-7E51-925A-EA6AB60E67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637E8E-C571-7F38-9CB5-4DEAC222813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F006D7-1FCF-7044-5FBD-8B00807F96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1189</Words>
  <Application>Microsoft Office PowerPoint</Application>
  <PresentationFormat>宽屏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2026-07-03T02:51:05Z</dcterms:modified>
</cp:coreProperties>
</file>