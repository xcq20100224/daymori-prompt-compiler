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1F5199-99B1-4C71-AD57-7D7A2A2EDCC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F1C0A-FE11-455C-B148-0C40B08EA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62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1C0A-FE11-455C-B148-0C40B08EAB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25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1C0A-FE11-455C-B148-0C40B08EAB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397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1C0A-FE11-455C-B148-0C40B08EAB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772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1C0A-FE11-455C-B148-0C40B08EAB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20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1C0A-FE11-455C-B148-0C40B08EAB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354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1C0A-FE11-455C-B148-0C40B08EAB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0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AB5A3B-A0B0-219B-17D6-5C89B09D90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EEA5F50-BF4F-6792-F526-5614FF8307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471000-49D5-F067-6A8B-A21DA7E25AE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6C3431-CB74-0786-8B8C-703E715DE52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32039C-8F36-8B94-BF67-DC96E8C6C4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79292F-6B2B-A0AB-7E5C-4E0C8B4196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76B8A3-3948-C16C-B622-A01A6ED9E81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6ABE30-33F4-593F-CB3A-7F5905F7719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2B27B7-291E-2310-2E3E-4319C39DBF0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2026-07-08T04:42:27Z</dcterms:modified>
</cp:coreProperties>
</file>