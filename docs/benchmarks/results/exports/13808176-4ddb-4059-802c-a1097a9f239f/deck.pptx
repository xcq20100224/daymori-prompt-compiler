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53C0A6-2EF1-4913-9F38-EF3B92BC707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B1BC42-F5ED-4ACC-865F-747B4681AA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6793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ABTest0_1783519138351</a:t>
            </a:r>
            <a:r>
              <a:rPr lang="zh-CN" altLang="en-US"/>
              <a:t>现状结构图 需要先完成问题分层与优先级重排。 图示： </a:t>
            </a:r>
            <a:r>
              <a:rPr lang="en-US" altLang="zh-CN"/>
              <a:t>ABTest0_1783519138351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1BC42-F5ED-4ACC-865F-747B4681AAE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4547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ABTest0_1783519138351</a:t>
            </a:r>
            <a:r>
              <a:rPr lang="zh-CN" altLang="en-US"/>
              <a:t>问题分层卡片 题拆为目标定义、流程协同、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ABTest0_17835 19138351</a:t>
            </a:r>
            <a:r>
              <a:rPr lang="zh-CN" altLang="en-US"/>
              <a:t>问题分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1BC42-F5ED-4ACC-865F-747B4681AAE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77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ABTest0_1783519138351</a:t>
            </a:r>
            <a:r>
              <a:rPr lang="zh-CN" altLang="en-US"/>
              <a:t>方案架构图 先完成基线与关键能力 建设， 再通过迭代机制优化质 量， 形成可复制的执行闭环。 图示： </a:t>
            </a:r>
            <a:r>
              <a:rPr lang="en-US" altLang="zh-CN"/>
              <a:t>ABTest0_17 8351913835 1</a:t>
            </a:r>
            <a:r>
              <a:rPr lang="zh-CN" altLang="en-US"/>
              <a:t>方案架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1BC42-F5ED-4ACC-865F-747B4681AAE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234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1BC42-F5ED-4ACC-865F-747B4681AAE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50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集，至少覆盖效率、质量、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1BC42-F5ED-4ACC-865F-747B4681AAE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1504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1BC42-F5ED-4ACC-865F-747B4681AAE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4833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ABTest0_1783519138351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ABTest0_1783519138351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ABTest0_17835191</a:t>
            </a:r>
          </a:p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38351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的核心</a:t>
            </a:r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…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8F67FBE-BD2A-D003-08FD-B73E93F9EEC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67A591F-E638-C967-98E4-06C8FF562FB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ABTest0_1783519138351</a:t>
            </a:r>
            <a:r>
              <a:rPr lang="zh-CN" altLang="en-US" sz="1400"/>
              <a:t>的核心</a:t>
            </a:r>
            <a:r>
              <a:rPr lang="en-US" altLang="zh-CN" sz="1400"/>
              <a:t>…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ABTest0_1783519138351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当前在目标达成、资源配置与执行路径上存在明显瓶颈。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若继续沿用现有方式，成本、效率与可持续性将同步承压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sz="1000"/>
              <a:t>ABTest0_178</a:t>
            </a:r>
          </a:p>
          <a:p>
            <a:pPr algn="ctr"/>
            <a:r>
              <a:rPr lang="en-US" sz="1000"/>
              <a:t>3519138351</a:t>
            </a:r>
            <a:r>
              <a:rPr lang="zh-CN" altLang="en-US" sz="1000"/>
              <a:t>可将问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4A7FCB8-5FBE-261D-5C15-8C3691AA7A7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4D917F2-3388-1403-3B1C-9CC89B57D89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ABTest0_1783519138351</a:t>
            </a:r>
            <a:r>
              <a:rPr lang="zh-CN" altLang="en-US" sz="1000"/>
              <a:t>可将问题拆为目标定义、流程协同、</a:t>
            </a:r>
          </a:p>
          <a:p>
            <a:r>
              <a:rPr lang="zh-CN" altLang="en-US" sz="1000"/>
              <a:t>执行能力与反馈闭环四个层面。先聚焦高频高影响环节，再逐步覆盖复杂场景，可显著降低试点风险。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ABTest0_1783519138351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的分阶</a:t>
            </a:r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…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CC9D65-1C51-87CA-799E-F938A62C0E3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ABTest0_1783519138351</a:t>
            </a:r>
            <a:r>
              <a:rPr lang="zh-CN" altLang="en-US" sz="1400"/>
              <a:t>的分阶</a:t>
            </a:r>
            <a:r>
              <a:rPr lang="en-US" altLang="zh-CN" sz="1400"/>
              <a:t>…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ABTest0_17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8351913835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方案建议采用“目标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对齐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效果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验证”三层架构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56D2FD1-D3BD-EFB2-8AF3-8AB95B92580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</a:t>
            </a:r>
          </a:p>
          <a:p>
            <a:pPr algn="ctr" defTabSz="914377">
              <a:defRPr/>
            </a:pP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913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ABTest0_1783519</a:t>
            </a:r>
          </a:p>
          <a:p>
            <a:pPr algn="ctr" defTabSz="914377">
              <a:defRPr/>
            </a:pP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ABTest0_1</a:t>
            </a:r>
          </a:p>
          <a:p>
            <a:pPr>
              <a:lnSpc>
                <a:spcPct val="150000"/>
              </a:lnSpc>
            </a:pPr>
            <a:r>
              <a:rPr lang="en-US" altLang="zh-CN" sz="1000"/>
              <a:t>783519138351</a:t>
            </a:r>
            <a:r>
              <a:rPr lang="zh-CN" altLang="en-US" sz="1000"/>
              <a:t>建立统一指标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322D1C8-3336-3702-D356-D8EB49B98D9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4AA91B5-B328-8815-1649-1D838DE4A8E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46B92C3-D42A-32A8-6B09-434B5683E95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D33938-B524-E025-C1BF-1C198E90007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847FCDF-E61A-8AC0-1757-7BBDE9BAFDC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70538F3-12E1-DC6A-AE7C-08B07B775E2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4C04213-EB31-8AF7-DF7F-10701EEC15D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2314D67-47C9-E82B-5C1A-20AD441E982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447</Words>
  <Application>Microsoft Office PowerPoint</Application>
  <PresentationFormat>宽屏</PresentationFormat>
  <Paragraphs>56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2026-07-08T14:00:14Z</dcterms:modified>
</cp:coreProperties>
</file>