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B4C9C-1AAE-4965-ADA5-983629C5090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E5F89-5B9B-4D4A-8FDE-66A539D06B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173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E5F89-5B9B-4D4A-8FDE-66A539D06BC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786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E5F89-5B9B-4D4A-8FDE-66A539D06BC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12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E5F89-5B9B-4D4A-8FDE-66A539D06BC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731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E5F89-5B9B-4D4A-8FDE-66A539D06BC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39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E5F89-5B9B-4D4A-8FDE-66A539D06BC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956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E5F89-5B9B-4D4A-8FDE-66A539D06BC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52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532D24-0993-53CE-F9E1-46A8A69CD85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76A21CE-7AC6-1398-B8D2-2486F369FB8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7FDEB30-F79C-9E6A-FE48-F94C56411ED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BDE495-45F2-9186-9D16-6FEB0F70122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08E088-32ED-56A3-F73E-BEF5FE70476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DC8006-A2EA-3BD7-A118-6561800754B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267A7DF-9056-CB7E-3845-0EB244D4E4E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3BA5DF1-216B-58C4-16B3-C515BB87037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B6F25EA-9926-4407-7FA3-D6E5C4E6F36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Arial</vt:lpstr>
      <vt:lpstr>MiSans Semibold</vt:lpstr>
      <vt:lpstr>等线</vt:lpstr>
      <vt:lpstr>思源黑体 CN Normal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2026-07-07T08:31:59Z</dcterms:modified>
</cp:coreProperties>
</file>