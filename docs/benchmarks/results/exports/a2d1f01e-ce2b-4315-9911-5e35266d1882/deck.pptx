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461D8-1B6F-4FEE-823A-E232ED2C9C0A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843A50-DB29-4720-91A9-097AD28A44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955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43A50-DB29-4720-91A9-097AD28A443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923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43A50-DB29-4720-91A9-097AD28A443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653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43A50-DB29-4720-91A9-097AD28A443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191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43A50-DB29-4720-91A9-097AD28A443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48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43A50-DB29-4720-91A9-097AD28A443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623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43A50-DB29-4720-91A9-097AD28A443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213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3DB7136-F7A5-1CBF-7D49-884A087E1E2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500ED9C-8A8C-AA33-17AC-05A571662B8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4FEEA35-88D6-55EA-596F-3B1A3A62BE8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7E508B9-8234-8B4F-FB82-89213336820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1DDF5F1-7C80-757E-ED2E-BF42A2280CE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D84A4C-BFAF-CEB1-9402-52596027676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EDE6744-19BD-0F78-A28F-B71AEDB7342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4B799EB-B282-EF34-CC6E-79828D72E0D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85C064-7523-CF3B-598B-05309E7DF18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2026-07-07T08:20:12Z</dcterms:modified>
</cp:coreProperties>
</file>