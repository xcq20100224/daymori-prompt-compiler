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B3E3D-1AFE-4E25-A09D-2FDDE713E62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4E338-00D0-4474-A73B-B9248206C9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65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E338-00D0-4474-A73B-B9248206C9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422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E338-00D0-4474-A73B-B9248206C9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841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E338-00D0-4474-A73B-B9248206C9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232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E338-00D0-4474-A73B-B9248206C9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85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E338-00D0-4474-A73B-B9248206C9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278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4E338-00D0-4474-A73B-B9248206C9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959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B92441-B398-28D1-301B-AB216543765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E71086-7881-4148-450D-7192299C8D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27C1F9-8C43-B55A-2441-69BF97CEBF6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DA9D1E-79FE-B153-BDE7-B893144DF3D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8B20A3-3C05-9EBB-78AF-7E722BA0A3E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B617EC-636D-9AF6-F4FD-2FB7D5B2653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329C580-4A77-6A57-5171-E8510BE2AF4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522105-4E78-F379-139C-222A4F698A4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4D1358-84EE-A71A-FAC9-EF2EB570E96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2026-07-08T10:17:29Z</dcterms:modified>
</cp:coreProperties>
</file>