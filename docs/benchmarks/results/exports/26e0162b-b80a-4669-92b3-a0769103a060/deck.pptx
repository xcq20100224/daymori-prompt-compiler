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73BEB-35E2-4921-A193-9A0D1D7CD1D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55954C-9A64-408B-8371-2BA9CA9D43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06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5954C-9A64-408B-8371-2BA9CA9D434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393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5954C-9A64-408B-8371-2BA9CA9D434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184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5954C-9A64-408B-8371-2BA9CA9D434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522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5954C-9A64-408B-8371-2BA9CA9D434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438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5954C-9A64-408B-8371-2BA9CA9D434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036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5954C-9A64-408B-8371-2BA9CA9D434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687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D6FFD6A-0D64-858B-6B1F-70F780C6E55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897DC15-AA5E-38AE-DDC9-34EA3FA1F8D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5E09EEF-0058-3866-5A4F-EA38937E8D7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330A06-329F-54C9-CAC1-7DE34F4AECB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A295F4B-5054-CADE-09B2-20990F733B7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35141E9-21F4-F48A-8FD2-9699BD018F3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751A023-6ED3-B131-F1B8-8FDDFCC2B02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4013457-6EA3-7F26-F1DB-737D541764E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CB0B42B-61B2-D250-7369-A37DCD709B1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2026-07-09T04:28:29Z</dcterms:modified>
</cp:coreProperties>
</file>