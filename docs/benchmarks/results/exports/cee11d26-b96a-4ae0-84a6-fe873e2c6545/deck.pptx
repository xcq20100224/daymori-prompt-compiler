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BBC31-0BA5-4E4C-86CB-B3A0BA36A20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9037-D9E9-4284-9342-CCD776FE07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11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B9037-D9E9-4284-9342-CCD776FE07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997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B9037-D9E9-4284-9342-CCD776FE07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901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B9037-D9E9-4284-9342-CCD776FE07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04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B9037-D9E9-4284-9342-CCD776FE07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26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B9037-D9E9-4284-9342-CCD776FE07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216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B9037-D9E9-4284-9342-CCD776FE078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64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955F5E-188D-6025-4730-271EA5965F5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67A052D-332A-1CB1-1F1E-90294F09B3A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16F9603-BACB-9A88-00BB-713267759D7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0893D8-810C-E4C2-203D-BA7DD2ACCE0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65FA3D-5F62-B376-7DC5-9AEF2CA72DC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EC10B5-CEE8-A831-90EE-95AAF78F5EE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4665DAC-125E-FBF8-0055-26E4E99DB81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B26535-93CA-BEE2-F738-91348A3BE6C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7F433C-466D-1C52-EB2F-8A5FED50E45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等线</vt:lpstr>
      <vt:lpstr>MiSans Medium</vt:lpstr>
      <vt:lpstr>MiSans Normal</vt:lpstr>
      <vt:lpstr>等线 Light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2026-07-08T12:22:45Z</dcterms:modified>
</cp:coreProperties>
</file>