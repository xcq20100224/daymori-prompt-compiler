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CF580E-757E-4257-BB1C-928B9D43884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7776EA-4AB9-48DB-8A62-1444A544B5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3248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776EA-4AB9-48DB-8A62-1444A544B5C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7367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776EA-4AB9-48DB-8A62-1444A544B5C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712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776EA-4AB9-48DB-8A62-1444A544B5C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92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776EA-4AB9-48DB-8A62-1444A544B5C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4518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776EA-4AB9-48DB-8A62-1444A544B5C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00446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776EA-4AB9-48DB-8A62-1444A544B5C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0253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DF213D2-01FB-F92E-4334-C6211568D4A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5B82677-37C3-666E-87C8-F37AC5BF5FF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先明确压力来源 先明确压力来源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4F47C3-54B8-D880-897B-5057C2A66F55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售前咨询、订单状态、退换货政策与基础售后进度通常具备标准答案，适合由</a:t>
            </a:r>
            <a:r>
              <a:rPr lang="en-US" altLang="zh-CN" sz="1000"/>
              <a:t>AI</a:t>
            </a:r>
            <a:r>
              <a:rPr lang="zh-CN" altLang="en-US" sz="1000"/>
              <a:t>客服优先承接。</a:t>
            </a:r>
          </a:p>
          <a:p>
            <a:r>
              <a:rPr lang="zh-CN" altLang="en-US" sz="1000"/>
              <a:t>人工团队应聚焦投诉处理、复杂异常与高价值客户沟通，以提升整体服务质量。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5D85467-C462-67CD-10E2-DEFE2986E9D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能力与实施并行 能力与实施并行 能力与实施并行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D054229-3437-3201-F10C-A6D06C7ABBB8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方案设计 方案设计 方案以知识库、意图识别、多轮对话、工单联动与人工转接为核心能力，先覆盖标准化问答场景，</a:t>
            </a:r>
          </a:p>
          <a:p>
            <a:r>
              <a:rPr lang="zh-CN" altLang="en-US" sz="1000"/>
              <a:t>再逐步接入质检分析与运营报表，形成可持续优化的服务闭环。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阶段梳理高频问题并建设知识库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阶段接入客服系统并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灰度上线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2AA7EF1-68A6-058A-339C-BEAAADE9523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管理决策 管理决策</a:t>
            </a:r>
            <a:r>
              <a:rPr lang="en-US" altLang="zh-CN" sz="1400"/>
              <a:t>•</a:t>
            </a:r>
            <a:r>
              <a:rPr lang="zh-CN" altLang="en-US" sz="1400"/>
              <a:t>确认试点范围与预算边界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E139724-F7C1-9BDC-D475-48054A8997F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pt-BR" altLang="zh-CN" sz="1400"/>
              <a:t>Q&amp;amp;A 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480</Words>
  <Application>Microsoft Office PowerPoint</Application>
  <PresentationFormat>宽屏</PresentationFormat>
  <Paragraphs>63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等线 Light</vt:lpstr>
      <vt:lpstr>Arial</vt:lpstr>
      <vt:lpstr>MiSans Demibold</vt:lpstr>
      <vt:lpstr>MiSans</vt:lpstr>
      <vt:lpstr>MiSans Medium</vt:lpstr>
      <vt:lpstr>MiSans Normal</vt:lpstr>
      <vt:lpstr>MiSans ExtraLight</vt:lpstr>
      <vt:lpstr>MiSans Light</vt:lpstr>
      <vt:lpstr>MiSans Semibold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2026-07-06T01:19:36Z</dcterms:modified>
</cp:coreProperties>
</file>