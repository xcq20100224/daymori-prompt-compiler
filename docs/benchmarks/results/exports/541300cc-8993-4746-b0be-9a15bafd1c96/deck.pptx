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52CCB-F685-4E1D-AA73-3D44D91F4F1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EAB06-1B9C-4EE5-AD9D-19E5B1FA2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5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402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20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251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373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EAB06-1B9C-4EE5-AD9D-19E5B1FA27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55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EADAF0-7BBA-350E-8F89-BF74485D2A7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40E2EF-3067-BA54-25FF-E19E13EA4D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C5FADD-F856-63DD-6919-8A99EC80C29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1C7B76-7762-391B-982F-EF7EDDA714F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468844-9B17-2A62-2F20-9103060B88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C565B6-3EE1-6D4E-C176-198CAA1987C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1E383D-D1D4-9A5E-2054-DD1AED95697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69ED0E-CF58-8D87-3BED-B381166507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34CE59-6575-1217-801C-CE581711FC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2026-07-09T04:40:04Z</dcterms:modified>
</cp:coreProperties>
</file>