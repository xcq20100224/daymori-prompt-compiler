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7E189-8B7B-43F1-BBBE-728BFFEC223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8713E-50D6-44F9-B2B7-E1F6CC100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99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8713E-50D6-44F9-B2B7-E1F6CC1002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38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8713E-50D6-44F9-B2B7-E1F6CC1002E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640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8713E-50D6-44F9-B2B7-E1F6CC1002E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59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8713E-50D6-44F9-B2B7-E1F6CC1002E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284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8713E-50D6-44F9-B2B7-E1F6CC1002E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350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8713E-50D6-44F9-B2B7-E1F6CC1002E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1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80683C-E362-248A-83FA-1D733819913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FB15E8-FB40-33F8-1902-253106E699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82FF3D-7AAB-2753-7A86-4A84674B7EC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A2B860-6679-5128-D16E-B1CB442F607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6A2DE4-B438-89B9-C9A8-B7EFDCC7C3D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040FCA-ECCA-A070-8D34-7F59414780C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F3E150-C643-192B-264B-DE08A59906C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BEFA8A-B1AB-4CCF-E33F-6BF8BD7E12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669A8F-B814-F551-D626-0C427DDB68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2026-07-09T04:24:16Z</dcterms:modified>
</cp:coreProperties>
</file>