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48A67-9822-46FE-B418-C3BD62DDF5A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D7FF0-475C-46FE-91BA-2F7FF76F2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95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D7FF0-475C-46FE-91BA-2F7FF76F277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353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D7FF0-475C-46FE-91BA-2F7FF76F277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8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D7FF0-475C-46FE-91BA-2F7FF76F277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283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D7FF0-475C-46FE-91BA-2F7FF76F27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294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D7FF0-475C-46FE-91BA-2F7FF76F27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609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D7FF0-475C-46FE-91BA-2F7FF76F277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696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5CBF180-7C49-0C17-801B-BF0D4009A3B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92BCB38-94C8-6D32-46B7-422C911837C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5658C77-56DD-C6A5-4E13-83B313DDA1A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1502F5-EE54-0FA2-4A17-F5364A1CE9D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FDC35D8-A583-F5FA-07F4-C38803023FB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F0E7F04-F5C9-9978-59E7-78B9063E1ED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359BE4-93F0-D9F8-047B-88150A6FFF6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421FAC3-83C5-96DB-0B38-C41531DBAEA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E19A17-1BB6-2F6D-1778-114624A04F9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2026-07-08T12:26:01Z</dcterms:modified>
</cp:coreProperties>
</file>