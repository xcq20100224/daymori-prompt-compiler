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EF74E-3178-4A55-A56F-6D4B355E25B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D33AE-E05F-470E-8208-80E8E980C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D33AE-E05F-470E-8208-80E8E980C5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884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D33AE-E05F-470E-8208-80E8E980C5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102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D33AE-E05F-470E-8208-80E8E980C5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874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D33AE-E05F-470E-8208-80E8E980C5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972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D33AE-E05F-470E-8208-80E8E980C5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91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D33AE-E05F-470E-8208-80E8E980C5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01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FCA28F-8B98-E0D1-2BF7-CBE34C89F1B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E46DE9-A51E-BD95-0936-FF81964747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685295-D2A2-CF23-FAF6-692CA8EB0EC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62D48-573F-7E1F-D0FD-55B795C4418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EB89815-727E-2774-088B-D336A87789E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1398A2-D062-C65E-C3E3-DF9BCBBA59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8B76E2-6799-3E24-86EE-481B29EB3A4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41C1E4-3E9C-DA91-2998-1C05D482073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4198C4-2D89-9AEB-23C6-9D8A6AD9D65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 Light</vt:lpstr>
      <vt:lpstr>MiSans Semibold</vt:lpstr>
      <vt:lpstr>MiSans Light</vt:lpstr>
      <vt:lpstr>思源黑体 CN Normal</vt:lpstr>
      <vt:lpstr>MiSans Normal</vt:lpstr>
      <vt:lpstr>MiSans ExtraLight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2026-07-08T12:03:40Z</dcterms:modified>
</cp:coreProperties>
</file>