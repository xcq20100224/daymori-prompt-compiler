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ED0FA3-1D16-4E2B-B1A0-9A5C558610F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E849A-110C-4A6A-B6E6-C0A06B14C1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5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区块链技术架构现状结构图 先级重排。 图示：区块链技术架构现状结构图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10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5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区块链技术架构方案架构图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415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594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9531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E849A-110C-4A6A-B6E6-C0A06B14C1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30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区块链技术架构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区块链技术架构提案汇报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6FBD00-70BE-72DD-38FA-B8D2F2FDC01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区块链技术架构提案汇报 区块链技术架构提案汇报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区块链技术架构的核心约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42DA7A1-99BA-81D1-6A78-2DD613478E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F4532D-3C38-9F8C-253B-0DE37650A54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区块链技术架构当前在目标达成、资源配置与执行路径上存在明显瓶颈。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图示：区块链技术架构问题分层卡片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围绕区块链技术架构可将问题拆为目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区块链技术架构的分阶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CBEB87-A963-5C3C-1F5C-A7B8176EFCD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区块链技术架构的分阶段落地方案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区块链技术架构方案建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区块链技术架构方案架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阶段：明确区块链技术架构目标与边界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完成区块链技术架构试点并跟踪关键指标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建议围绕区块链技术架构建立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16F1E1-4DA8-E98C-BF82-881A27C9191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C82634-B991-1B2C-9EF6-EF7E97D0F8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859E977-32A2-6FEE-2034-04863BEB11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EAF5B7-2514-DEB7-1E63-1F535DFBB1D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2BEA876-A6AD-41AE-FE0F-471171196ED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Medium</vt:lpstr>
      <vt:lpstr>MiSans Normal</vt:lpstr>
      <vt:lpstr>等线</vt:lpstr>
      <vt:lpstr>等线 Light</vt:lpstr>
      <vt:lpstr>Arial</vt:lpstr>
      <vt:lpstr>MiSans Demibold</vt:lpstr>
      <vt:lpstr>MiSans</vt:lpstr>
      <vt:lpstr>MiSans ExtraLight</vt:lpstr>
      <vt:lpstr>MiSans Light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2026-07-08T10:46:06Z</dcterms:modified>
</cp:coreProperties>
</file>