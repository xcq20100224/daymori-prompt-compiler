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060DE-60A1-4C48-B3A1-76AE31EF45C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A5AD-79A7-49E8-A270-996A204AE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37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A5AD-79A7-49E8-A270-996A204AE4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88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A5AD-79A7-49E8-A270-996A204AE4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097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A5AD-79A7-49E8-A270-996A204AE4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836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A5AD-79A7-49E8-A270-996A204AE4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694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A5AD-79A7-49E8-A270-996A204AE4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836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A5AD-79A7-49E8-A270-996A204AE4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575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551706-7C16-1EC9-89E2-1DF996E289E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3C01E6-9E17-B27D-8454-406E3BF3AC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D851911-A56B-BA39-FDF4-3441E6BE0D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584332-5DF6-0656-C910-473879C6EA3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5B2EC9A-EBE7-043F-FEAD-8FE4C5C97A4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D2D9428-868A-0332-5DA0-CB46DEB5C68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2CC984-6306-530B-17CA-C5F98915CCE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237466-85C9-9FEB-5DF0-2F1655DD2D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D0DB5B-0ACD-E329-F08D-55D63F72EE6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MiSans Normal</vt:lpstr>
      <vt:lpstr>等线 Light</vt:lpstr>
      <vt:lpstr>MiSans Medium</vt:lpstr>
      <vt:lpstr>Arial</vt:lpstr>
      <vt:lpstr>思源黑体 CN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2026-07-08T04:36:19Z</dcterms:modified>
</cp:coreProperties>
</file>