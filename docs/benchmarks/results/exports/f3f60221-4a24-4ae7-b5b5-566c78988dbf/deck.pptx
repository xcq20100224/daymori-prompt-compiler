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A0B9D-A184-4FA4-B99E-8AAE757915B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D9DE1-A68F-465E-B4A2-680475637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48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1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96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31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80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280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9DE1-A68F-465E-B4A2-680475637B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688BA7-E2AE-D8E0-EB62-084E8F4FF3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CFD5A49-B13F-7E52-3719-6BCA53A317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111690-4BE2-E3C0-3192-B6CEB20BBE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7951BB-89AC-20BA-9579-2E2806946B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63AE6E-2298-4639-8120-FA368AEAB2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B5A031-28C4-6AC9-BF67-7216812E233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97033A3-2F10-8F93-8291-6F03C0A299F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5E32E2-116B-A2EB-60DE-A8A2DCCAD97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F9665B-BAF3-78AC-DA71-2694A85FF50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MiSans Medium</vt:lpstr>
      <vt:lpstr>等线 Light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2026-07-08T13:10:50Z</dcterms:modified>
</cp:coreProperties>
</file>