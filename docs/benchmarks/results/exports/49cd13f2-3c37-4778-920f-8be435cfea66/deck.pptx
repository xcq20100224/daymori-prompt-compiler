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C1EE7E-307B-4767-BDAB-2031F42CF59E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145500-EC20-4364-91EB-2553E57F90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240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145500-EC20-4364-91EB-2553E57F902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590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145500-EC20-4364-91EB-2553E57F902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887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145500-EC20-4364-91EB-2553E57F902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122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145500-EC20-4364-91EB-2553E57F902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637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145500-EC20-4364-91EB-2553E57F902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224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145500-EC20-4364-91EB-2553E57F902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884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97CAE6B-4336-F89A-8B85-AD7D0EE9A7F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E94BF41-021D-4088-72EB-55C56342F5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3F4F16B-2AEA-D38B-F2AC-4708659589A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418437-024E-6B2F-DE71-70CA9B32FAF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01DF44B-98F8-D297-755D-FDF55111C04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45F7A2C-C2F2-2714-9175-1C4B242F636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0710337-9C85-B3B8-E84F-F745A9641C6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DAB3525-BB39-F640-D13C-AF95D96D708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9222374-B002-6DFA-6C7C-4C57C8468BE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2026-07-09T04:31:12Z</dcterms:modified>
</cp:coreProperties>
</file>