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2FDCC0-04E7-4899-95FF-6419F1A172D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A0E7C-2DA9-44D4-98E6-C5777ABA79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55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492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471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896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06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948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A0E7C-2DA9-44D4-98E6-C5777ABA79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951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6A9F21-35FF-944F-A4AF-203313BDDC6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17F1DCB-A88F-938E-69C5-4D4D7CACAAB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4720A7A-46C9-87E9-4FFD-673497F7A20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1C377D-2ED6-3BE6-CE66-70424A2CD1F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4998F8-E1FA-4EF2-9EEB-CCC746A6165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A6AFDF-A2DD-96CE-A260-E962126C3AA8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9150BB-C35D-017F-F628-75A7C56F67B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5FDE277-69D0-39DC-A74C-0F75666D3CC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B1540E-9409-5FEC-CF75-E337F940AE3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38DA3CF-CEE2-1095-CAE5-5C09E222727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41AE5A-D495-2FE8-1ED0-829CF5CAA74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AF3CE4-3158-85E7-1E34-410F6D4EA63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2B7538B-2DED-020A-0F52-D407891A396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3B0BB9-9FBD-951F-06CD-EDFB93E5D9F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36BB6C-6DE8-1C7B-61F5-3AB7345F1B7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2026-07-08T14:15:22Z</dcterms:modified>
</cp:coreProperties>
</file>