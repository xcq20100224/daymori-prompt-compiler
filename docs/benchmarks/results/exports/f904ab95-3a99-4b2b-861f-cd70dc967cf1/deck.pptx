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AFBF3-0589-4319-ADCC-2F3B581E99E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6C926-E5CD-478F-890E-2CE129A8E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875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C926-E5CD-478F-890E-2CE129A8E8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123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C926-E5CD-478F-890E-2CE129A8E8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093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C926-E5CD-478F-890E-2CE129A8E8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583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C926-E5CD-478F-890E-2CE129A8E8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564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C926-E5CD-478F-890E-2CE129A8E8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4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C926-E5CD-478F-890E-2CE129A8E8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687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D32ED6-795A-2E87-B4C8-97CCAFC29F4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E0647B-98BD-F86D-7719-C4DD71ACBF3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037BE5-DE33-E0A7-8547-8C0720EB094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908011-3E19-2FD9-24E5-DCD6969641D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81B77D-026F-C85E-BB8B-4931AC0BAD4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1D512D-C5E4-D33C-E5F7-1090AFB604C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FFB989-E55C-E58C-802D-376FEAC4BB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2EB778-53BF-3495-E361-718A7039D6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49E5CF-6DF6-F686-5098-AB5722CE71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8CD1C1-A29F-F99F-AAB3-43417C85E7A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79C619-A384-05A4-9A8C-9EE87141E7E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44E50-42CC-0A5D-948D-E9B61FC6B7E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EF2AA9-B3EF-9A84-AF3D-E3C46CAF981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4B67A5-C048-373C-FD88-B8CEF4C62A7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7C5192-CF18-7EBA-211F-10831C6B029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2026-07-08T14:15:42Z</dcterms:modified>
</cp:coreProperties>
</file>