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8443B3-68EE-46F9-A1CC-49D5031CB558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A19BC6-F2CC-4C3F-A38C-6B2AEFAAA0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606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19BC6-F2CC-4C3F-A38C-6B2AEFAAA06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846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19BC6-F2CC-4C3F-A38C-6B2AEFAAA06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6800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19BC6-F2CC-4C3F-A38C-6B2AEFAAA06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87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19BC6-F2CC-4C3F-A38C-6B2AEFAAA06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594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19BC6-F2CC-4C3F-A38C-6B2AEFAAA06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319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19BC6-F2CC-4C3F-A38C-6B2AEFAAA06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676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19BC6-F2CC-4C3F-A38C-6B2AEFAAA06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7213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19BC6-F2CC-4C3F-A38C-6B2AEFAAA06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664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建立客户留存提升方案学习动机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250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2026-07-02T05:27:55Z</dcterms:modified>
</cp:coreProperties>
</file>