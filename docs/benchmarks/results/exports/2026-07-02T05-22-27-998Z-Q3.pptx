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44BAE-FC49-4FDC-B76D-416F791059E9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457DC-1B3A-4EC2-AED6-BE251BD814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35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457DC-1B3A-4EC2-AED6-BE251BD814B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624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457DC-1B3A-4EC2-AED6-BE251BD814B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464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457DC-1B3A-4EC2-AED6-BE251BD814B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973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457DC-1B3A-4EC2-AED6-BE251BD814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443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457DC-1B3A-4EC2-AED6-BE251BD814B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177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457DC-1B3A-4EC2-AED6-BE251BD814B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152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457DC-1B3A-4EC2-AED6-BE251BD814B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189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457DC-1B3A-4EC2-AED6-BE251BD814B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818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2026-07-02T05:22:27Z</dcterms:modified>
</cp:coreProperties>
</file>