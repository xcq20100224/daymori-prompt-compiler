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E4E64-B6F2-4777-B2C1-7E5ABAA9FCF7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35352-E7F4-4CE5-847E-6E4648E7D5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62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902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034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65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863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3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447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756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881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707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01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214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34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980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834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56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851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860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186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321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35352-E7F4-4CE5-847E-6E4648E7D5F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943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9659618-0938-E488-305B-9ADC1452CB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728F4C-9D26-6B13-58A4-D8A6B84A4E7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A18D12-6BDC-D67B-CF0A-2FB6FC9D595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494503-2E33-DB80-C51F-3FEF01FC5678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354C0F-3EA0-2299-A09D-308BCD4283C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91E937-8696-DA9C-A420-EA20CF37834B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B6ED72-5B90-E6DE-9C04-B994A34CD19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505336-6594-2751-1864-0EF68CED150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3BC0BB-F644-DAE1-E20A-FE0B8D88B959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5115DB-D30C-283B-5462-8A0D78F3B570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48F2C6-EA5E-A0F3-204F-4779D75C1A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1536</Words>
  <Application>Microsoft Office PowerPoint</Application>
  <PresentationFormat>宽屏</PresentationFormat>
  <Paragraphs>165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Medium</vt:lpstr>
      <vt:lpstr>MiSans Normal</vt:lpstr>
      <vt:lpstr>MiSans</vt:lpstr>
      <vt:lpstr>MiSans Demibold</vt:lpstr>
      <vt:lpstr>MiSans ExtraLight</vt:lpstr>
      <vt:lpstr>Arial</vt:lpstr>
      <vt:lpstr>MiSans Light</vt:lpstr>
      <vt:lpstr>MiSans Semibold</vt:lpstr>
      <vt:lpstr>等线</vt:lpstr>
      <vt:lpstr>思源黑体 CN Normal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2026-07-03T02:13:21Z</dcterms:modified>
</cp:coreProperties>
</file>