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77A35-1B65-4093-8BCB-DEBBE364EC6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60D59-F2FE-4E55-B425-F0805B878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58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25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221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72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34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734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0D59-F2FE-4E55-B425-F0805B878F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4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F231E5-EB6F-D8B8-E8CD-A97560DC197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CA50501-DBFF-E91D-32AA-938F34C3E8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37237A-279E-6F1D-A15D-5107DF34BE2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68EA25-ECE6-F88E-9FD1-BAA7C03750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FBFCBC-F8F0-2CE2-B7FD-DD40C01EA0D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D33BCB-4788-27FA-B74B-F08D5380E98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3D08B7-86DE-CAB3-D54F-B2CDA71E73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7DC7D6-6046-738D-2BCE-B7592BDD4CE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466420-397C-7137-351D-7E6011B688D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E98BFE-4A13-EEF3-20EA-AA0875CB73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A14316-03B8-607C-2AB1-B6E0DDE4E6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0657E2-F3CB-5BA5-4A00-05FB5473502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3E36D6-B41E-B529-5209-62D447B5EC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09FDA1-D7AA-E7E5-63B3-B5FB0504DF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AD85C4-A1DC-5135-00E2-6DD20801E2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A0DEFD-2D1C-6226-879A-3D1A81223CD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2026-07-08T14:32:01Z</dcterms:modified>
</cp:coreProperties>
</file>