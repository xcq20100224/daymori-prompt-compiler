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89255-0DDD-426B-AF76-AA2D78776894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0588E-3FEE-4DDD-BF56-DE87F94D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06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0588E-3FEE-4DDD-BF56-DE87F94D6E2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68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0588E-3FEE-4DDD-BF56-DE87F94D6E2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175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0588E-3FEE-4DDD-BF56-DE87F94D6E2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012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0588E-3FEE-4DDD-BF56-DE87F94D6E2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941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0588E-3FEE-4DDD-BF56-DE87F94D6E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735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0588E-3FEE-4DDD-BF56-DE87F94D6E2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21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4F295DD-A47D-E371-0464-DB273F0AD53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AE98397-FBF4-5FE8-5428-5E8254B66C6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128015C-1A70-9FFE-2086-46B70B3D224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546867-F42D-2911-4354-97404AF766D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FE537C-B43D-87C1-9CED-BE4B69FAA9D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C5C9AE-F815-DE3B-5C3B-428C8EE9F89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A4585A-E66D-9C9D-1CD9-C4B0A0D44EF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B58D78E-ADF1-D527-7001-3001FF73C73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19C89A-9C89-BB7F-7BCD-5F55292EA11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2026-07-07T08:15:53Z</dcterms:modified>
</cp:coreProperties>
</file>