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8E39F-407B-492D-ADE4-FEE67DF8A3A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7EF6A-0855-489F-BC0F-830740E857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269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7EF6A-0855-489F-BC0F-830740E8577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037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7EF6A-0855-489F-BC0F-830740E8577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547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7EF6A-0855-489F-BC0F-830740E8577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472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7EF6A-0855-489F-BC0F-830740E8577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3885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7EF6A-0855-489F-BC0F-830740E8577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943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7EF6A-0855-489F-BC0F-830740E8577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543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56FACF0-6EDF-AFB9-7E83-C79199205A4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0BF2885-4E3B-0E14-2B36-F874BDB788A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917813F-11A1-F18C-98EC-2F0BC826FC3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C30984-CC1D-0D50-FC43-B25ED1A879E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A23891E-EDE0-80F9-CB58-85B4757F9EF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5E0C886-4733-B606-2622-2B419169970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E3966F0-C2F0-9DBA-A521-0C8DF3429C4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1F09719-F0B4-9DFE-8CA4-C901785363D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B350FAF-C66E-C08A-BCFE-F3A1B45725B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ExtraLight</vt:lpstr>
      <vt:lpstr>等线 Light</vt:lpstr>
      <vt:lpstr>MiSans Semibold</vt:lpstr>
      <vt:lpstr>MiSans</vt:lpstr>
      <vt:lpstr>MiSans Demibold</vt:lpstr>
      <vt:lpstr>MiSans Light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2026-07-08T12:52:24Z</dcterms:modified>
</cp:coreProperties>
</file>