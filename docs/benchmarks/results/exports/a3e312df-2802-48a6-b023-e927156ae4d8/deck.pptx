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BA70-C586-411F-A212-83C7C4F7086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546EC-28BE-419D-98DD-4A8EE85204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7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344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17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88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09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280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546EC-28BE-419D-98DD-4A8EE85204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607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4B1663-E09A-8114-B38B-D143443A5EF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BA6377E-D098-F3C3-4155-E5AB4B6867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154E7A-0886-E8F4-D892-49ACE1A15DB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9365B3-BF9D-64F7-345A-C8474C3001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55C990-F850-63B4-38D3-9B86528CBFA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8185E4-05F0-B9FE-2FC2-A836A8B8952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F2127B-3C16-D970-3C4F-C3DC949B63D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BA06E4-6754-04A5-3C9F-85A4837EC0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5ED116-C517-163C-FE67-39A4B226EB3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2026-07-07T08:47:39Z</dcterms:modified>
</cp:coreProperties>
</file>