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A4B12E-6328-425B-BCA5-B49A82842245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BECD74-24B6-4894-A5FB-992A5001B2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155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ECD74-24B6-4894-A5FB-992A5001B22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7665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ECD74-24B6-4894-A5FB-992A5001B22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13473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ECD74-24B6-4894-A5FB-992A5001B22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3023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ECD74-24B6-4894-A5FB-992A5001B22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48100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ECD74-24B6-4894-A5FB-992A5001B22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1123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ECD74-24B6-4894-A5FB-992A5001B22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6514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1F7043D-090F-94A8-ECDE-375BC2412A5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939C9F1-80DA-D79A-44CD-8FC00D24AAD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D0F192C-57EE-FA29-CD90-FE22D41B0D1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773DB4C-B8A3-B9F3-C454-43A4EA67A8C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7D112B2-849D-D440-055C-4FFB1A102F3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C87DA45-5CD9-1056-9E36-5A2E602ABCD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0EFF4CC-1003-8E25-B8CE-28DF2BFD51B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159E964-82E9-57B1-8DA3-C7D7A72C9FF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493BA05-9897-3084-8078-866AE76B962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等线</vt:lpstr>
      <vt:lpstr>MiSans Light</vt:lpstr>
      <vt:lpstr>思源黑体 CN Normal</vt:lpstr>
      <vt:lpstr>MiSans Normal</vt:lpstr>
      <vt:lpstr>MiSans Medium</vt:lpstr>
      <vt:lpstr>等线 Light</vt:lpstr>
      <vt:lpstr>MiSans ExtraLight</vt:lpstr>
      <vt:lpstr>Arial</vt:lpstr>
      <vt:lpstr>MiSans Semibold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2026-07-07T08:35:05Z</dcterms:modified>
</cp:coreProperties>
</file>