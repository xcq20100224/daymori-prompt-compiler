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7A9FB-E049-4D29-9AAC-4A623E010B3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B70EB-F52E-4068-A7B2-F1BA352D9A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515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B70EB-F52E-4068-A7B2-F1BA352D9AA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14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B70EB-F52E-4068-A7B2-F1BA352D9AA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66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B70EB-F52E-4068-A7B2-F1BA352D9A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70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B70EB-F52E-4068-A7B2-F1BA352D9A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296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B70EB-F52E-4068-A7B2-F1BA352D9AA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458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B70EB-F52E-4068-A7B2-F1BA352D9AA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00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949486-BC83-01AB-AF3B-1DDCD2B94A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43B63F-3C4C-0826-57B5-DA6CFE8CC3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84C169-1607-A017-7C15-8269BF51CB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74B216-8F2A-42BE-7CB7-6C168026C5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0B21D82-F575-443D-D75D-69E3AA5A0ED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3E8ED0-7F2F-F276-601A-1936257A35D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584B79-AC55-5B60-7194-EC0DA820AEC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042D50-5D12-9557-CD88-D8F33BC3F7B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E9188F-64A2-C130-35DF-64E2ED3858F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2026-07-08T10:45:54Z</dcterms:modified>
</cp:coreProperties>
</file>