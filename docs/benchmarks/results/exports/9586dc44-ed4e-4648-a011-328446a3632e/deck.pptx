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5D1CD-34A4-4595-B337-BD55448DC4B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14195-893F-449C-8920-8DB1E4483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98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14195-893F-449C-8920-8DB1E44837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756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14195-893F-449C-8920-8DB1E44837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574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14195-893F-449C-8920-8DB1E44837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130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14195-893F-449C-8920-8DB1E44837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362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14195-893F-449C-8920-8DB1E44837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209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14195-893F-449C-8920-8DB1E44837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66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E91C7F-0857-1560-2805-B161D5F07D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4D2494C-65E5-A522-D876-62116F056C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DA066B-C94D-2531-CDFE-2B495DE31C6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B9E835-1CDF-C1D8-837D-3F1D2ACCC74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4112BD-63C5-A76D-9CEB-9C934AFE002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21711C-E524-684F-F030-671C8B200C0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EC4812-C295-F368-8E4A-EB24E3B1AEC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0275D6E-EAE9-48DB-A6A9-9E8B12C82F5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BEF4BF-5764-8AED-6B4D-F8CCE151A8F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2026-07-07T08:41:52Z</dcterms:modified>
</cp:coreProperties>
</file>