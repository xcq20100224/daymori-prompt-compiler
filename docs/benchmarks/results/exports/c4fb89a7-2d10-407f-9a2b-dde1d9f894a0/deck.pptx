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8A5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通过对成本、效率和满意度...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投入更低，适合快速试点</c:v>
                  </c:pt>
                  <c:pt idx="1">
                    <c:v>上线周期短，风险可控</c:v>
                  </c:pt>
                  <c:pt idx="2">
                    <c:v>适合先验证关键指标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完成现状诊断并锁定优先场...</c:v>
                  </c:pt>
                  <c:pt idx="1">
                    <c:v>按里程碑推进实施并跟踪数...</c:v>
                  </c:pt>
                  <c:pt idx="2">
                    <c:v>复盘问题后持续优化与扩展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通过对成本、效率和满意度...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明确里程碑与负责人</c:v>
                  </c:pt>
                  <c:pt idx="1">
                    <c:v>完成试点并跟踪指标</c:v>
                  </c:pt>
                  <c:pt idx="2">
                    <c:v>复盘优化后规模化推广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business_report 场景演示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17320" y="868680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1737360"/>
            <a:ext cx="8897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背景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2340864"/>
            <a:ext cx="8897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分析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2944368"/>
            <a:ext cx="8897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新能源汽车市场分析报告关键议题4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目标：通过对成本、效率和满意度数据的联合分析，可以识别最具价值的优化环节并优先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本页重点：通过对成本、效率和满意度数据的联合分析，可以识别最具价值的优化环节并优先投入资源。；课堂抓手：通过对成本、效率和满意度数据的联合分析，可以识别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通过对成本、效率和满意度数据的联合分析，可以识别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演讲备注：数据图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新能源汽车市场分析报告关键议题5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目标：按目标阶段选择最优解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本页重点：按目标阶段选择最优解；课堂抓手：投入更低，适合快速试点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投入更低，适合快速试点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上线周期短，风险可控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适合先验证关键指标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36192" y="407822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42428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66544" y="418795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能力更完整，覆盖面更广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36192" y="480974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497433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66544" y="49194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实施复杂度更高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演讲备注：对比图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新能源汽车市场分析报告关键议题7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目标：形成可复制的执行闭环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本页重点：形成可复制的执行闭环；课堂抓手：完成现状诊断并锁定优先场景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完成现状诊断并锁定优先场景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按里程碑推进实施并跟踪数据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复盘问题后持续优化与扩展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演讲备注：流程图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新能源汽车市场分析报告关键议题8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目标：通过对成本、效率和满意度数据的联合分析，可以识别最具价值的优化环节并优先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本页重点：通过对成本、效率和满意度数据的联合分析，可以识别最具价值的优化环节并优先投入资源。；课堂抓手：通过对成本、效率和满意度数据的联合分析，可以识别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通过对成本、效率和满意度数据的联合分析，可以识别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演讲备注：数据图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目标：明确本页目标并输出可执行内容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本页重点：本页聚焦关键结论与行动；课堂抓手：明确里程碑与负责人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明确里程碑与负责人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完成试点并跟踪指标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复盘优化后规模化推广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演讲备注：行动清单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本页重点：Q&amp;A；课堂抓手：Q&amp;A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新能源汽车市场分析报告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新能源汽车市场分析报告 - 企业</dc:title>
  <dc:subject>企业</dc:subject>
  <dc:creator>Daymori</dc:creator>
  <cp:lastModifiedBy>Daymori</cp:lastModifiedBy>
  <cp:revision>1</cp:revision>
  <dcterms:created xsi:type="dcterms:W3CDTF">2026-07-06T01:02:36Z</dcterms:created>
  <dcterms:modified xsi:type="dcterms:W3CDTF">2026-07-06T01:02:36Z</dcterms:modified>
</cp:coreProperties>
</file>