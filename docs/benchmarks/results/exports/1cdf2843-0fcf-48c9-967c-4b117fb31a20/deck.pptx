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5EAEA-B230-4429-9701-24B065682AC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4A97C8-D63D-410D-A3E7-0B4D6CF62C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614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A97C8-D63D-410D-A3E7-0B4D6CF62C4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59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A97C8-D63D-410D-A3E7-0B4D6CF62C4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704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A97C8-D63D-410D-A3E7-0B4D6CF62C4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018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A97C8-D63D-410D-A3E7-0B4D6CF62C4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568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A97C8-D63D-410D-A3E7-0B4D6CF62C4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924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A97C8-D63D-410D-A3E7-0B4D6CF62C4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483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BAFCF7-1A16-B124-A064-194E45D1941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EF1915D-C545-985F-D904-A8F29F1C048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48A230C-63CB-7DC8-A7A0-B97A91403C7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8BC8FD-29CA-0D75-6823-79E4F02CE19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FCAEF0E-5F8B-D077-A816-2C4E7BD98C2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8CA42A-A0B0-4DD3-18BC-9FE5A3AA17C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D094CDF-DE46-F794-5AD0-D2AB870D5D3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A7FEF88-A71C-D63E-702F-B6A0FCA3EF1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0FAE42-5A9F-C0C7-994E-0809203CBF5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等线</vt:lpstr>
      <vt:lpstr>MiSans Demibold</vt:lpstr>
      <vt:lpstr>MiSans</vt:lpstr>
      <vt:lpstr>等线 Light</vt:lpstr>
      <vt:lpstr>MiSans ExtraLight</vt:lpstr>
      <vt:lpstr>MiSans Light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2026-07-08T12:23:38Z</dcterms:modified>
</cp:coreProperties>
</file>