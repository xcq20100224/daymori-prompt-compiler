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62CBB-6172-4C72-97D3-9D8B9D3320D0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B8624-59B2-45DA-9075-0FDE6B49D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8624-59B2-45DA-9075-0FDE6B49D0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66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8624-59B2-45DA-9075-0FDE6B49D01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72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8624-59B2-45DA-9075-0FDE6B49D0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170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8624-59B2-45DA-9075-0FDE6B49D0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05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8624-59B2-45DA-9075-0FDE6B49D0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324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8624-59B2-45DA-9075-0FDE6B49D0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78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竞品对比分析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A7228E-6307-2182-D30D-B0851B65936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874256-D9C8-FE06-656F-F950C553200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56E73B-5AA6-0A1C-BB01-4155D659F8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29A2EC-4E79-F2F5-CDA8-F0A2BF0A6B4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C39A7E-415D-9E8E-4061-D9DB1B9764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295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2026-07-09T05:09:15Z</dcterms:modified>
</cp:coreProperties>
</file>