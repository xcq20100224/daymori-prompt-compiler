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37B6D0-684F-4B94-9C8C-B7BA8665D6E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CC06EE-7ECE-4D79-AFB1-6FB0884671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076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CC06EE-7ECE-4D79-AFB1-6FB0884671F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14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CC06EE-7ECE-4D79-AFB1-6FB0884671F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569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CC06EE-7ECE-4D79-AFB1-6FB0884671F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716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CC06EE-7ECE-4D79-AFB1-6FB0884671F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541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CC06EE-7ECE-4D79-AFB1-6FB0884671F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996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CC06EE-7ECE-4D79-AFB1-6FB0884671F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340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8FCC341-CD06-8AA7-397B-630A56C3B8A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17B4F81-7B7C-B6AE-F018-31CEE16D8EA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0DDDF23-9104-574C-66EA-B72892BEE63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36AC26-5AA4-F7BA-AE8E-20160F1BE9F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AEB58D-909C-5D5B-C2FF-10FBD1677A1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BCC3E7-6134-C0C7-8A2A-8F72B9B49E6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9905A88-88BE-6E62-2FD1-713FBAFEB7E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85B055-CEBD-9EE8-59B9-605FB9770DB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5A80F69-4198-FD5C-C8F0-45CFB20D477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2026-07-08T12:32:20Z</dcterms:modified>
</cp:coreProperties>
</file>