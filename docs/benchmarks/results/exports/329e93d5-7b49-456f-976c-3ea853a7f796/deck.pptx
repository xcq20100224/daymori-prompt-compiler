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722C8-4AD1-4ABD-843B-B4ED181C5B2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6A875-8D01-4383-9008-65B829C334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24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6A875-8D01-4383-9008-65B829C334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271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6A875-8D01-4383-9008-65B829C334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258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6A875-8D01-4383-9008-65B829C334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710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6A875-8D01-4383-9008-65B829C334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021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6A875-8D01-4383-9008-65B829C334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330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6A875-8D01-4383-9008-65B829C334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470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8F1BEB-6FA1-86D6-413C-A85D524B100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23E9CC6-1D7C-94F7-CD6F-3A5AA65CFA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2D9B61-FA1E-69B0-D0C0-D4B5699316B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F31F31-C333-1A9D-D851-C1891282B41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880A2F-26B6-0EE8-5750-C09E6A9BAEC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3D6DBF-8C75-D94D-F1A4-66AB1A9ABF5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F06928-B685-0687-2173-3DDAAD3FCA7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B67A48-BD50-9D80-E022-F31D6F3B15F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4228C3-7B44-7475-7620-138D0A04FF3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2026-07-07T08:27:25Z</dcterms:modified>
</cp:coreProperties>
</file>