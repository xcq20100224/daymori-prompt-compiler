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09D4B-2153-4904-A9C7-4E586989D4D6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BEA63-4BD3-4D03-987B-82738DFB5A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25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BEA63-4BD3-4D03-987B-82738DFB5AB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308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BEA63-4BD3-4D03-987B-82738DFB5AB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782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BEA63-4BD3-4D03-987B-82738DFB5AB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985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BEA63-4BD3-4D03-987B-82738DFB5AB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116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BEA63-4BD3-4D03-987B-82738DFB5AB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2635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BEA63-4BD3-4D03-987B-82738DFB5AB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574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BEA63-4BD3-4D03-987B-82738DFB5AB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060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BEA63-4BD3-4D03-987B-82738DFB5AB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977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导入：勾股定理为什么重要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建立勾股定理学习动机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05CA3D3-1AF8-554F-F090-0F9B2039AE7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Semibold</vt:lpstr>
      <vt:lpstr>等线</vt:lpstr>
      <vt:lpstr>Arial</vt:lpstr>
      <vt:lpstr>MiSans Demibold</vt:lpstr>
      <vt:lpstr>MiSans Light</vt:lpstr>
      <vt:lpstr>思源黑体 CN Normal</vt:lpstr>
      <vt:lpstr>MiSans Normal</vt:lpstr>
      <vt:lpstr>MiSans Medium</vt:lpstr>
      <vt:lpstr>等线 Light</vt:lpstr>
      <vt:lpstr>MiSans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2026-07-02T08:05:53Z</dcterms:modified>
</cp:coreProperties>
</file>