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7F55D8-9EEF-4316-8626-53C7E0AC2432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FEC599-E4C9-46B8-957D-609CEC0E604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34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新产品上市计划现状结构图 先级重排。 图示：新产品上市计划现状结构图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EC599-E4C9-46B8-957D-609CEC0E604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34648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EC599-E4C9-46B8-957D-609CEC0E604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209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新产品上市计划方案架构图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EC599-E4C9-46B8-957D-609CEC0E604C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87161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EC599-E4C9-46B8-957D-609CEC0E604C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6162591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EC599-E4C9-46B8-957D-609CEC0E604C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48526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FEC599-E4C9-46B8-957D-609CEC0E604C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0056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新产品上市计划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新产品上市计划提案汇报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613740D-FDC3-E25E-BE85-0A40A3DB9454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新产品上市计划提案汇报 新产品上市计划提案汇报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新产品上市计划的核心约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514B06A0-B23F-4D81-59D5-2CA1952B627F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1EA9AE9-0668-D26B-F61F-E26070193A3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新产品上市计划当前在目标达成、资源配置与执行路径上存在明显瓶颈。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图示：新产品上市计划问题分层卡片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围绕新产品上市计划可将问题拆为目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新产品上市计划的分阶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484B45C-A19D-FB9A-060D-808ADA878254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新产品上市计划的分阶段落地方案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新产品上市计划方案建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议采用“目标对齐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能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力建设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-</a:t>
            </a:r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效果验证”三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层架构，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先完成基线与关键能力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新产品上市计划方案架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构图 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阶段：明确新产品上市计划目标与边界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完成新产品上市计划试点并跟踪关键指标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建议围绕新产品上市计划建立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C1F87C1-373A-9B38-7AF9-2D1ABF33EC3B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C3E93D3-EEAB-0C3F-88E3-579E41845DA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40CE33-4A1A-A3CB-E94C-CFCE86E270B5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FABA6A5-4E81-4B64-EDF4-99B94067126B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F36FB85C-0C0C-CC6F-4358-10B319DDF867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579</Words>
  <Application>Microsoft Office PowerPoint</Application>
  <PresentationFormat>宽屏</PresentationFormat>
  <Paragraphs>89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Light</vt:lpstr>
      <vt:lpstr>MiSans Semibold</vt:lpstr>
      <vt:lpstr>思源黑体 CN Normal</vt:lpstr>
      <vt:lpstr>等线</vt:lpstr>
      <vt:lpstr>MiSans Medium</vt:lpstr>
      <vt:lpstr>等线 Light</vt:lpstr>
      <vt:lpstr>MiSans Normal</vt:lpstr>
      <vt:lpstr>Arial</vt:lpstr>
      <vt:lpstr>MiSans</vt:lpstr>
      <vt:lpstr>MiSans Demibold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2026-07-08T10:26:18Z</dcterms:modified>
</cp:coreProperties>
</file>