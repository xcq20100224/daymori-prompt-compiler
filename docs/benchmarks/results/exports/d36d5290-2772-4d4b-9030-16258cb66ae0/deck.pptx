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70539-3B14-4D8F-80AC-BAFE0123E22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5F1E09-EAF1-4431-943F-E5EA5BE5CF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10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F1E09-EAF1-4431-943F-E5EA5BE5CF4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177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F1E09-EAF1-4431-943F-E5EA5BE5CF4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473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F1E09-EAF1-4431-943F-E5EA5BE5CF4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164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F1E09-EAF1-4431-943F-E5EA5BE5CF4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742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F1E09-EAF1-4431-943F-E5EA5BE5CF4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72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5F1E09-EAF1-4431-943F-E5EA5BE5CF4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0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5A57DD-F492-9467-9A35-C27D82CFD73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1846C35-FBFF-6D7F-5C34-BE5442DFCD2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8523D6-38EB-2F76-C8B5-DACC214F46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101718-AD89-FAA8-96B1-DD8948C685B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C3F5C83-1640-AEE9-9C39-08E6F13EA39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F9FE5C-42D5-CFBB-0E83-2584C0E746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ED00A5-BDBC-4C5A-14EB-57CE3C16407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00D6ED1-9054-782B-128B-C1BFE9A86F6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ADE819-6D88-DB52-31DB-17D00381149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Arial</vt:lpstr>
      <vt:lpstr>MiSans Semibold</vt:lpstr>
      <vt:lpstr>等线</vt:lpstr>
      <vt:lpstr>等线 Light</vt:lpstr>
      <vt:lpstr>MiSans Medium</vt:lpstr>
      <vt:lpstr>MiSans Normal</vt:lpstr>
      <vt:lpstr>思源黑体 CN Normal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2026-07-07T07:47:08Z</dcterms:modified>
</cp:coreProperties>
</file>