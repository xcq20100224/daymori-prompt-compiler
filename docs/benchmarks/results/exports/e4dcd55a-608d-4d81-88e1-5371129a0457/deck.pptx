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4D600D-7ABF-4C23-B69A-3D4246640D7C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F5BDCC-CF8A-46AE-AE6F-8DFEC1C868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5534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5BDCC-CF8A-46AE-AE6F-8DFEC1C8682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42997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5BDCC-CF8A-46AE-AE6F-8DFEC1C8682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70648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5BDCC-CF8A-46AE-AE6F-8DFEC1C8682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33085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5BDCC-CF8A-46AE-AE6F-8DFEC1C8682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63322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5BDCC-CF8A-46AE-AE6F-8DFEC1C8682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35528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5BDCC-CF8A-46AE-AE6F-8DFEC1C8682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93992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供应链数字化转型方案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D3FACA2-921F-E306-3856-BC9A5D997011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04590C7-D856-1A0E-083F-9122ABD60EE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20E3847-BB9C-66E7-926A-697084C37F6B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2A09B88-C93E-49F9-5B97-7E000066B5B6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BB90849-D3D4-330F-1AF6-510DE8A65BF7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E4A779B-925E-F5CF-458D-AA47324A5700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DD83949-2FB4-A301-EACF-489E5FBA43A8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76AA7A4-58E2-FAF7-D57C-D4054085165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292C52E-6A44-A7E4-8294-73D65003727F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561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MiSans Medium</vt:lpstr>
      <vt:lpstr>MiSans Normal</vt:lpstr>
      <vt:lpstr>等线</vt:lpstr>
      <vt:lpstr>等线 Light</vt:lpstr>
      <vt:lpstr>思源黑体 CN Normal</vt:lpstr>
      <vt:lpstr>MiSans Demibold</vt:lpstr>
      <vt:lpstr>MiSans</vt:lpstr>
      <vt:lpstr>MiSans ExtraLight</vt:lpstr>
      <vt:lpstr>MiSans Light</vt:lpstr>
      <vt:lpstr>MiSans Semibold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2026-07-08T05:19:20Z</dcterms:modified>
</cp:coreProperties>
</file>