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46DCD6-F34A-41E0-9B83-E2A7F04610B4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416729-C9ED-465D-A793-6B0199F6F9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7423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416729-C9ED-465D-A793-6B0199F6F94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60212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416729-C9ED-465D-A793-6B0199F6F94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17776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416729-C9ED-465D-A793-6B0199F6F94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63981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416729-C9ED-465D-A793-6B0199F6F94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31546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416729-C9ED-465D-A793-6B0199F6F94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1192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416729-C9ED-465D-A793-6B0199F6F94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43987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7021BF-FC28-C4C2-4732-E035A6706AA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FBBEAF8-4741-06E5-3343-000BBEF2D80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EA534EC-01A3-7414-8B80-7D0ECB55238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185C0BC-99DC-1D15-A9FF-19BF810886A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9597E74-B0C0-6AA3-DD84-32B94756CE4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5DAA081-89BD-4724-F538-9B273447AD0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746D4D6-5626-197D-9645-D79FBC10DEE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D02EFDE-5210-EB02-1A2B-6E7676008E0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7FA0C44-694B-070C-FF4C-4D11CC7702E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2026-07-09T02:44:20Z</dcterms:modified>
</cp:coreProperties>
</file>