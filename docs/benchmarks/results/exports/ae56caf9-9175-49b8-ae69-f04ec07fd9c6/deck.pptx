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DCE08-B423-4BC0-89E5-4F864CF814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FE7AF-F15B-489F-AD39-C5C40329C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42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FE7AF-F15B-489F-AD39-C5C40329CC2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43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FE7AF-F15B-489F-AD39-C5C40329CC2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1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FE7AF-F15B-489F-AD39-C5C40329CC2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472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FE7AF-F15B-489F-AD39-C5C40329CC2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332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FE7AF-F15B-489F-AD39-C5C40329CC2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151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FE7AF-F15B-489F-AD39-C5C40329CC2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41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0A1BD4-B733-87B7-37C4-13F006C5340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1209A2-2579-0B76-EA9A-DF6567361D6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DF9CE9-111B-F321-12BF-3F1A4D650A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BA8C52-2C08-7B81-F0AB-BB1233F6CEA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7E01053-3B32-E376-379B-7800D87DC9D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4DA09E-B743-D6E8-B1AD-062E701D07E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76CA81-C2C3-A443-63D3-E50190AD0D3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FFFA76-625B-A833-AE9A-A7D12537180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AB682C-9E1D-1C9B-9F66-48ED3DFECC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2026-07-09T04:15:45Z</dcterms:modified>
</cp:coreProperties>
</file>