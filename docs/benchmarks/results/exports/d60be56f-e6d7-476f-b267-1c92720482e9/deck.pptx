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F76A4-3395-44BC-B6BD-3FE24FEC315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7109F-1077-4714-8E4C-09DF6148F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96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7109F-1077-4714-8E4C-09DF6148FB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00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7109F-1077-4714-8E4C-09DF6148FB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65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7109F-1077-4714-8E4C-09DF6148FB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201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7109F-1077-4714-8E4C-09DF6148FB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769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7109F-1077-4714-8E4C-09DF6148FB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59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7109F-1077-4714-8E4C-09DF6148FB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87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71ABE0-E057-572E-1954-B7A43C26D58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9038724-BF25-FF14-9304-59F33913F66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E1305B6-84F5-0B91-CE64-477B37117B0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909FF4-5D55-76E5-A64C-33317440934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70A023-E0DF-A24A-5797-8D2E2A022D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1C4465-6A25-5CBA-EE50-70D34B41BED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1A9E6D-2E73-7A9F-E53E-9D36B58C763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B917D3-5D38-8C41-B9ED-9FB33B0199C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207646-56CB-B65A-B11D-1C6A6873334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2026-07-07T08:15:41Z</dcterms:modified>
</cp:coreProperties>
</file>