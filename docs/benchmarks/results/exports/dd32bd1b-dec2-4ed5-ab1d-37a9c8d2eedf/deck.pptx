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FEEC2D-47EE-4C83-A796-C26401DAA09B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C29AB6-1A0A-4B2F-ADB7-A4AC04AB7F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5507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C29AB6-1A0A-4B2F-ADB7-A4AC04AB7F1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32444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C29AB6-1A0A-4B2F-ADB7-A4AC04AB7F1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96377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C29AB6-1A0A-4B2F-ADB7-A4AC04AB7F1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28580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C29AB6-1A0A-4B2F-ADB7-A4AC04AB7F1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83971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C29AB6-1A0A-4B2F-ADB7-A4AC04AB7F1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6321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C29AB6-1A0A-4B2F-ADB7-A4AC04AB7F1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68634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FE6009C-B141-67A0-93C2-08203BDB86D9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946BCCD-3F36-096F-6153-BFCF3EC9A07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AB32DC1-F6CD-0CFE-165A-2A91A53FA057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FAA1D85-F71F-D8EF-062E-CECBE36FA408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26D6B58-54E4-D97E-3BC1-A7B01B847FFA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CB0DB7B-6BCB-0D07-2A09-5DB5E8D07790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4E138A2-1BE2-6DE2-7F1D-B8C47365548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FF7FCD1-3535-101A-F188-DE5EDAA99E2A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B6C64EE-61A3-F844-D32D-33E4C3187769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</vt:lpstr>
      <vt:lpstr>MiSans ExtraLight</vt:lpstr>
      <vt:lpstr>MiSans Light</vt:lpstr>
      <vt:lpstr>等线</vt:lpstr>
      <vt:lpstr>等线 Light</vt:lpstr>
      <vt:lpstr>MiSans Semibold</vt:lpstr>
      <vt:lpstr>思源黑体 CN Normal</vt:lpstr>
      <vt:lpstr>Arial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2026-07-08T12:01:56Z</dcterms:modified>
</cp:coreProperties>
</file>