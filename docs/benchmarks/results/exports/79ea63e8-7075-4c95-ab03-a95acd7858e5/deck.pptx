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85E12-1F73-430E-AEEA-5DCB7DEF7432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F3203-1524-40C9-94A1-F30DE7DD60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18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F3203-1524-40C9-94A1-F30DE7DD60E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884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F3203-1524-40C9-94A1-F30DE7DD60E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737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F3203-1524-40C9-94A1-F30DE7DD60E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484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F3203-1524-40C9-94A1-F30DE7DD60E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493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F3203-1524-40C9-94A1-F30DE7DD60E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297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F3203-1524-40C9-94A1-F30DE7DD60E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478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813B4D-0764-24E7-59B2-E8CD36809A9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1D66741-2644-98BC-5D09-96E278E3F0A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534966C-3E61-124C-8DD3-629CD66A30E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1E6E2F-532C-BED5-3E8C-9D05D9BAEF9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319B668-63D2-3C92-2409-B4AF41750BE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3F4D7C9-8FF1-CB7C-210F-1DECC0053E3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8509D24-5AEC-169E-CD02-1AABD906DEA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83B7051-B162-5789-497F-7E1B891ADF7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031EBE-1C92-0A0E-2291-66D91C7B4BA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2026-07-07T07:47:37Z</dcterms:modified>
</cp:coreProperties>
</file>