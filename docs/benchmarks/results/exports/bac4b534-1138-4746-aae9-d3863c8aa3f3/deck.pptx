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354F7-14EB-48B0-8FEA-2A5299D3564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2AA58-3575-4C5A-8594-DB00371BD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660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2AA58-3575-4C5A-8594-DB00371BD3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09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2AA58-3575-4C5A-8594-DB00371BD3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892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2AA58-3575-4C5A-8594-DB00371BD3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900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2AA58-3575-4C5A-8594-DB00371BD3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55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2AA58-3575-4C5A-8594-DB00371BD3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791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2AA58-3575-4C5A-8594-DB00371BD3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45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2FEAE4-2566-B4F2-133A-3166637D41F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D758BB9-924C-B123-AC3C-C7D7095E34D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0D34A3-A239-0F6B-DF66-B5F62CC0735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E21C35-C982-5735-84E3-E144EFD8A45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5D924C-F553-B019-3937-9FBB864EC72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8A1143-409C-DE4F-E835-71CDEF89B96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CCEF09-F25B-3DF6-1169-E0EF123558E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0B9780-66E1-2010-5F01-47C231B340A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093418-10FE-6459-14A0-3F13E3B0C19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2026-07-08T12:56:31Z</dcterms:modified>
</cp:coreProperties>
</file>