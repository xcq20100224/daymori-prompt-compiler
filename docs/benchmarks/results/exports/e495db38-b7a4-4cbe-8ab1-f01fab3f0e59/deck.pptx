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DF74F-9AD9-4A6D-AA3B-321394F4DFC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93F7D-8392-4575-8443-17A0426D9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51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09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6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46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4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183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3F7D-8392-4575-8443-17A0426D9F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3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D0D93F-E29E-3DA9-3C47-1974CD85F9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4AE11B-02B4-6F33-DE21-9110774F0F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EB3DB6-BF15-5851-232C-7922F820308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132AF9-A098-9687-3206-AE5B88DE9F4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C1D1F5-EE62-06FA-148B-527CD817C03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4C3B89-9498-E765-FC60-5B5AD34177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AB24773-678B-A813-A217-96F2AC84175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18E16C-673D-3307-DAA9-2C92034523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DDC7E5-EC4E-9D24-9DEB-BEE32463C38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2026-07-07T08:33:09Z</dcterms:modified>
</cp:coreProperties>
</file>