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7B49F-6FE3-4E87-92ED-267D5C0E794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8D3EC-AC18-4C85-A05E-034A39C2CB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31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8D3EC-AC18-4C85-A05E-034A39C2CBE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500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8D3EC-AC18-4C85-A05E-034A39C2CBE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506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8D3EC-AC18-4C85-A05E-034A39C2CBE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456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8D3EC-AC18-4C85-A05E-034A39C2CBE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525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8D3EC-AC18-4C85-A05E-034A39C2CBE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856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8D3EC-AC18-4C85-A05E-034A39C2CBE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988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495153-58E4-379B-FF7C-F15A18FCA3E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A5C6C1C-D90C-33EE-776F-930FB024A42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35E18D3-25A6-4222-BCF4-68F98C3DB60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94EF84-BFBA-FD6C-0E1B-B495A146CA7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ED5662-4BD5-F533-05BC-1E928BD1A9F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4C07468-CFD9-4E90-A49D-40A14E41B29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B1D2A7-BF92-D3E8-7778-5FF710C8E16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7B540D-A8BB-05C2-5C7D-C1B9680A30D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642C70B-9124-D269-3CA2-3A3A7E6E483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F8CCD5F-13CD-A225-D625-27CD2156E9D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CC64235-2BE8-F2E8-7EAB-7A3BF6A9F77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043DC80-6E46-89E6-E92D-11F77A2C82F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9F4E0DB-0A44-81D5-F062-9FCCDFDCDCA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9D11BAE-310F-0BB7-FD31-CF811CFDD39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948C9A-8750-8CDF-1246-CA426427783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等线 Light</vt:lpstr>
      <vt:lpstr>Arial</vt:lpstr>
      <vt:lpstr>MiSans Semibold</vt:lpstr>
      <vt:lpstr>MiSans</vt:lpstr>
      <vt:lpstr>MiSans Demibold</vt:lpstr>
      <vt:lpstr>思源黑体 CN Normal</vt:lpstr>
      <vt:lpstr>等线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2026-07-08T14:13:47Z</dcterms:modified>
</cp:coreProperties>
</file>