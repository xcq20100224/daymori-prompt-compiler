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B3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classroom-teaching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F4E5D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?????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????????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2F24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D8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关键要点：??:?ID????????? ｜ ??:templateFileBase64?? ｜ ??:????theme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本页结论：????????；关键抓手：??:?ID?????????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????:??????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1/1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????:?????? - classroom-teaching</dc:title>
  <dc:subject>classroom-teaching</dc:subject>
  <dc:creator>Daymori</dc:creator>
  <cp:lastModifiedBy>Daymori</cp:lastModifiedBy>
  <cp:revision>1</cp:revision>
  <dcterms:created xsi:type="dcterms:W3CDTF">2026-06-29T05:38:57Z</dcterms:created>
  <dcterms:modified xsi:type="dcterms:W3CDTF">2026-06-29T05:38:57Z</dcterms:modified>
</cp:coreProperties>
</file>