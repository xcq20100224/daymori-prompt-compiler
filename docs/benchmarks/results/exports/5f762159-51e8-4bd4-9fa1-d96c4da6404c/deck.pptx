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C973C1-5C44-4B7E-A0FE-8935F5CFCC5C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D28EC1-3575-423B-AD37-486EE2B49D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585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592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125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43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082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884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D28EC1-3575-423B-AD37-486EE2B49D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1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1A292F9-9920-0B9B-5150-83244E3ACDC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CFFEB12-E7A8-6E60-A020-813B54A5F5B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CD346D-A6E1-63C0-F0B6-F19369AABCF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37ADB7-9DFC-CBF0-1C7F-7AFF326D3D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9EF4E36-5D59-2868-150A-5A6EF89D032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933FF8-8B2C-1A26-6AEB-39252B6F89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CE2262-320E-E41C-FA80-0E95A17017F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584A8A3-44DA-9B11-EFA3-915307671E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BF161E-78FE-16F8-2423-DAAE37255A5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Light</vt:lpstr>
      <vt:lpstr>等线 Light</vt:lpstr>
      <vt:lpstr>MiSans Semibold</vt:lpstr>
      <vt:lpstr>Arial</vt:lpstr>
      <vt:lpstr>MiSans Medium</vt:lpstr>
      <vt:lpstr>思源黑体 CN Normal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2026-07-09T02:28:17Z</dcterms:modified>
</cp:coreProperties>
</file>