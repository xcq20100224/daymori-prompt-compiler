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1F406-67BF-437F-970F-222CF6EEB5F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E4B92-346F-4ADD-8362-13EEF3C3DE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41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E4B92-346F-4ADD-8362-13EEF3C3DE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575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E4B92-346F-4ADD-8362-13EEF3C3DE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689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E4B92-346F-4ADD-8362-13EEF3C3DE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289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E4B92-346F-4ADD-8362-13EEF3C3DE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414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E4B92-346F-4ADD-8362-13EEF3C3DE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984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E4B92-346F-4ADD-8362-13EEF3C3DE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768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55BE41-AAE7-9C5A-8B79-49AF1EC3B4F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742D5D6-B278-3F0C-C174-3EF1A75D7A4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B2963C-FF91-D116-97D8-580C1627EE4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06A367-D48E-24CA-D360-E6A3CFEA4F9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A1F8F3-07EB-4E90-D2B1-8598047DDC7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539285-FC26-29EA-992C-D44C3B7612B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FCA6EC-BB48-D50D-8F95-7B4C46541AE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CDB44A-17C4-9C5F-446A-B225C005C81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25956B-14A1-195F-E00E-F9912A03D5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2026-07-07T08:34:50Z</dcterms:modified>
</cp:coreProperties>
</file>