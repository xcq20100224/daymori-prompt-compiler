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CE8DAF-42B4-4386-9CCC-A1C8FBEECF6C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B3669-8183-4F3E-A3EF-B85B215768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5590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B3669-8183-4F3E-A3EF-B85B2157683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04662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B3669-8183-4F3E-A3EF-B85B2157683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81838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B3669-8183-4F3E-A3EF-B85B2157683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47239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B3669-8183-4F3E-A3EF-B85B2157683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95495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B3669-8183-4F3E-A3EF-B85B2157683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96453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B3669-8183-4F3E-A3EF-B85B2157683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5399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D0FA106-628E-7B5E-3957-F71997DE7B0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3BF2F70-F085-3B43-BE7A-E4A6A255238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5F7843B-4E73-3186-5612-111BCAFCBFF5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940032A-BEF1-D0F0-C60D-42A0D4BCC06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2F7BBC7-9019-2A3C-9F0D-C4C3D8C11AA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300B6DD-3A35-28A7-6B55-DD88F004156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E2529DD-6390-CA7D-2B3E-9B63BB4742C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3144CDB-75B1-8AF3-9948-D5AA7932492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1AF01E4-3856-DC17-9F5D-022989585FB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 Light</vt:lpstr>
      <vt:lpstr>MiSans ExtraLight</vt:lpstr>
      <vt:lpstr>Arial</vt:lpstr>
      <vt:lpstr>MiSans Semibold</vt:lpstr>
      <vt:lpstr>MiSans</vt:lpstr>
      <vt:lpstr>MiSans Demibold</vt:lpstr>
      <vt:lpstr>等线</vt:lpstr>
      <vt:lpstr>MiSans Light</vt:lpstr>
      <vt:lpstr>思源黑体 CN Normal</vt:lpstr>
      <vt:lpstr>MiSans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2026-07-08T05:36:53Z</dcterms:modified>
</cp:coreProperties>
</file>