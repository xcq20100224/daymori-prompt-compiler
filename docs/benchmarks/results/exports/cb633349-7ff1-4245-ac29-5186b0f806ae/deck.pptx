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406DB-1FED-4AC2-99DA-126FA78748B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4F4409-129B-4174-AD73-604050BC06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885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4F4409-129B-4174-AD73-604050BC063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981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4F4409-129B-4174-AD73-604050BC063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52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4F4409-129B-4174-AD73-604050BC063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234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4F4409-129B-4174-AD73-604050BC063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424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4F4409-129B-4174-AD73-604050BC063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344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4F4409-129B-4174-AD73-604050BC063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553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A621E1-B2E0-E870-D4E6-7C0F7948416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2CBEE62-D2DE-24AA-836A-5F42F780A2C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1BF7467-5399-8475-AC75-94BAD10CA90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182431-1E23-5929-93EB-FCC18914E90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9330E06-ACF4-1024-D9CF-8E699AF46B1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540DD0D-4C69-E5CD-3F7F-90CF0F8895A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97D06E2-B00F-1975-9982-D030821DB0F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67DCC4F-ABF2-9384-5057-ABD3BD9CB84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28C656-ED8A-A740-36E8-0206F42F135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Medium</vt:lpstr>
      <vt:lpstr>MiSans Normal</vt:lpstr>
      <vt:lpstr>MiSans Demibold</vt:lpstr>
      <vt:lpstr>MiSans</vt:lpstr>
      <vt:lpstr>MiSans ExtraLight</vt:lpstr>
      <vt:lpstr>MiSans Light</vt:lpstr>
      <vt:lpstr>MiSans Semibold</vt:lpstr>
      <vt:lpstr>等线</vt:lpstr>
      <vt:lpstr>思源黑体 CN Normal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2026-07-08T04:53:08Z</dcterms:modified>
</cp:coreProperties>
</file>