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427407-B7F8-47D8-8DBB-1F2BDCFB1028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938CDC-5BBA-4139-8F95-B6C0095B50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5081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938CDC-5BBA-4139-8F95-B6C0095B505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37006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938CDC-5BBA-4139-8F95-B6C0095B505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29831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938CDC-5BBA-4139-8F95-B6C0095B505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30818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938CDC-5BBA-4139-8F95-B6C0095B505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2782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938CDC-5BBA-4139-8F95-B6C0095B505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02054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938CDC-5BBA-4139-8F95-B6C0095B5059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17037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A892DE1-0002-1BB3-2245-A056717F8FF4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78E62348-D22A-754E-1A14-D16AFAFA9441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D1AA52A-01C7-12C1-04EF-02349EC9FBA5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5596AE3-4BC2-EC9E-F39C-A380507DC9D6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D8706F7-B2B6-9C36-A05A-10C1B073EB29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63CEDA8-15DB-E7B4-C88D-60DA60163F2A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1CCD624-B686-95AA-6CB6-93FD8B498B13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592275E-12A1-57FB-C0B4-195FDCA3EF76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D8DAC39-D6D1-E74C-870D-AA8EA7E485B0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等线 Light</vt:lpstr>
      <vt:lpstr>MiSans Normal</vt:lpstr>
      <vt:lpstr>MiSans Medium</vt:lpstr>
      <vt:lpstr>Arial</vt:lpstr>
      <vt:lpstr>MiSans ExtraLight</vt:lpstr>
      <vt:lpstr>等线</vt:lpstr>
      <vt:lpstr>MiSans Semibold</vt:lpstr>
      <vt:lpstr>MiSans</vt:lpstr>
      <vt:lpstr>MiSans Demibold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2026-07-08T05:13:06Z</dcterms:modified>
</cp:coreProperties>
</file>