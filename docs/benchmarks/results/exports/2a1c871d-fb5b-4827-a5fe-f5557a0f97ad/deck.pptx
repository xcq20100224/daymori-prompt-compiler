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0D296-AA95-4CEE-9FEE-7414B39B7D0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91DA5-77A9-4A98-893E-2DDA3D275D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47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91DA5-77A9-4A98-893E-2DDA3D275D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056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91DA5-77A9-4A98-893E-2DDA3D275D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395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91DA5-77A9-4A98-893E-2DDA3D275D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97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91DA5-77A9-4A98-893E-2DDA3D275D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829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91DA5-77A9-4A98-893E-2DDA3D275D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88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91DA5-77A9-4A98-893E-2DDA3D275D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149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DC16DF-4878-91A0-C490-7B685992D53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8A75E04-A44A-CAE0-4528-027608495EF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F335413-0960-A63F-E17B-9F9D2E670C7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4BA6AA-9C97-4432-F637-A33F2DC70C5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B6F990-1178-08EA-64EC-569D99DA3A0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18CB7E-9923-532A-711A-59C034A4278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92213C-987E-6F02-2272-8B84A87C07B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EFEEF68-25E3-FA30-0F5F-CE100BE23EB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6232133-3E6E-D33B-BA96-DEFD79E6555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2026-07-07T08:27:08Z</dcterms:modified>
</cp:coreProperties>
</file>