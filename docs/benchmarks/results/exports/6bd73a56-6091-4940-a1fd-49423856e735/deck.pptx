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CE639-BF3C-4A72-8A65-C9FE25C4C68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5B19DA-225C-40CA-813C-5000BEA056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435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5B19DA-225C-40CA-813C-5000BEA0565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386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5B19DA-225C-40CA-813C-5000BEA0565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093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5B19DA-225C-40CA-813C-5000BEA0565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480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5B19DA-225C-40CA-813C-5000BEA0565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679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5B19DA-225C-40CA-813C-5000BEA0565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600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5B19DA-225C-40CA-813C-5000BEA0565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478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A335387-D317-1A0C-477C-33EE260794A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C12460B-5488-049F-974E-444B01744AB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先明确压力来源 先明确压力来源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3DAF7F-F71E-C219-2C3D-110B43FB5762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售前咨询、订单状态、退换货政策与基础售后进度通常具备标准答案，适合由</a:t>
            </a:r>
            <a:r>
              <a:rPr lang="en-US" altLang="zh-CN" sz="1000"/>
              <a:t>AI</a:t>
            </a:r>
            <a:r>
              <a:rPr lang="zh-CN" altLang="en-US" sz="1000"/>
              <a:t>客服优先承接。</a:t>
            </a:r>
          </a:p>
          <a:p>
            <a:r>
              <a:rPr lang="zh-CN" altLang="en-US" sz="1000"/>
              <a:t>人工团队应聚焦投诉处理、复杂异常与高价值客户沟通，以提升整体服务质量。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BB5424-1F9C-94B5-5821-4E4FCDB22AA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能力与实施并行 能力与实施并行 能力与实施并行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CB4E8C-DFD5-29DF-4B02-A5CAF0EF3C43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方案设计 方案设计 方案以知识库、意图识别、多轮对话、工单联动与人工转接为核心能力，先覆盖标准化问答场景，</a:t>
            </a:r>
          </a:p>
          <a:p>
            <a:r>
              <a:rPr lang="zh-CN" altLang="en-US" sz="1000"/>
              <a:t>再逐步接入质检分析与运营报表，形成可持续优化的服务闭环。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阶段梳理高频问题并建设知识库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阶段接入客服系统并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灰度上线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0938CD5-7D1E-1A43-A4BB-23D99E3CBB2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管理决策 管理决策</a:t>
            </a:r>
            <a:r>
              <a:rPr lang="en-US" altLang="zh-CN" sz="1400"/>
              <a:t>•</a:t>
            </a:r>
            <a:r>
              <a:rPr lang="zh-CN" altLang="en-US" sz="1400"/>
              <a:t>确认试点范围与预算边界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9FCD4B0-0693-7C3A-1FF3-E991E3EFA70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pt-BR" altLang="zh-CN" sz="1400"/>
              <a:t>Q&amp;amp;A 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480</Words>
  <Application>Microsoft Office PowerPoint</Application>
  <PresentationFormat>宽屏</PresentationFormat>
  <Paragraphs>63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2026-07-06T01:19:01Z</dcterms:modified>
</cp:coreProperties>
</file>