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E10EF3-FDFA-46DE-839B-292D7331149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158A8-E9F4-4D8B-B504-E378D9482A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690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158A8-E9F4-4D8B-B504-E378D9482A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510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158A8-E9F4-4D8B-B504-E378D9482A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786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158A8-E9F4-4D8B-B504-E378D9482A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245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158A8-E9F4-4D8B-B504-E378D9482A4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364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158A8-E9F4-4D8B-B504-E378D9482A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189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158A8-E9F4-4D8B-B504-E378D9482A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614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F269B2C-ACC0-4A94-BDE2-51A63F71529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DDE1661-AFBE-E70F-E024-5A74B77A21C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BD6B37F-B04B-4BAA-35CF-9D11FAC27FB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02CF8A4-D977-1EF6-4FCF-1F7BDED5BAE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2CD8049-6D34-F064-3DDE-02C7F04CD2C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A1B5C91-5BE5-2A1C-FC27-CEDB23D3ADC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B7BB8DB-862F-01AA-828D-0B2B1E50072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E750F2C-9A5C-954A-71EB-8199D234879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F93F4D2-EC6D-A377-25C3-BC596F0D3E9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2026-07-08T04:26:42Z</dcterms:modified>
</cp:coreProperties>
</file>