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24AE9-C1B5-4664-B987-8EFE8D5FFB1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4F4C4-77C0-4734-BE30-8BFB13197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81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66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79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669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4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316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4F4C4-77C0-4734-BE30-8BFB1319709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60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28FE35-8245-A9B3-2662-21AD6B1EDA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1F532F-A8CF-86FD-5BB6-40FC38A75C8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727359-71AA-86BD-73DC-B065FB3E8CC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7CE0D7-E481-5586-2EF9-D63E65E304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3F6FFB-6C40-B581-1B7D-FD51FEB287A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5AEC62-EE1B-8F6A-E21D-D5CD31E248A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6116AC-DB27-B8CE-C2F2-46F89A1AAC0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B1D6F1-120C-6EA4-9997-DD0E5ECA35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7471DE-B73C-ADDA-0681-2320DA5752F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ExtraLight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2026-07-08T12:46:30Z</dcterms:modified>
</cp:coreProperties>
</file>