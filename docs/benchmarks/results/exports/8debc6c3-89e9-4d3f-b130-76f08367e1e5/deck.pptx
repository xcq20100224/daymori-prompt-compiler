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A5F0A-6B5C-4525-B89A-3988E2F3946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A08B2-1D64-4F3F-88AC-CFCB62FC9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02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66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6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41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87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2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A08B2-1D64-4F3F-88AC-CFCB62FC91D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27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17E285-6660-F0C0-C2A5-A4848275867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8E2BA2-3F10-7A7D-794D-129C17BDD80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31D4E2-FC1B-0276-985F-B1B63A9B155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CB88FF-AFD3-0415-BE5D-5DA8EDF1EC6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5692F7-40FE-D989-E5ED-326E199FBB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A0A00C-CE2A-E8C7-CAFB-7F6DCFD98E6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AD3E5C8-F401-F340-49FC-087AAA1861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BD1932-2EA8-6FBB-0841-E9C7C2A1763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742C88-6967-570E-0EAC-20B5194EBB9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2026-07-08T12:09:56Z</dcterms:modified>
</cp:coreProperties>
</file>