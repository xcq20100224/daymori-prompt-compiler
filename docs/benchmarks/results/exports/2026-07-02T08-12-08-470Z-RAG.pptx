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715B4-0FC7-4DDB-A359-99AE27588DD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FE751-FDCA-484B-88D4-F723151980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08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457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069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3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365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143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864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316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FE751-FDCA-484B-88D4-F723151980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91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RAG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系统性能优化为什么重要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RAG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系统性能优化学习动机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7726C15-B093-5E38-74BD-ADDEB36604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Semibold</vt:lpstr>
      <vt:lpstr>思源黑体 CN Normal</vt:lpstr>
      <vt:lpstr>Arial</vt:lpstr>
      <vt:lpstr>MiSans Demibold</vt:lpstr>
      <vt:lpstr>MiSans</vt:lpstr>
      <vt:lpstr>MiSans Normal</vt:lpstr>
      <vt:lpstr>MiSans ExtraLight</vt:lpstr>
      <vt:lpstr>MiSans Light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2026-07-02T08:11:41Z</dcterms:modified>
</cp:coreProperties>
</file>