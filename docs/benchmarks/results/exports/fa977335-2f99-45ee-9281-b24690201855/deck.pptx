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3B9BB-5B71-4BD7-AFA1-5B48904F5AA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4236E-6F5B-4200-B79D-7C50DABEDC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927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236E-6F5B-4200-B79D-7C50DABEDC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5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236E-6F5B-4200-B79D-7C50DABEDC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186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236E-6F5B-4200-B79D-7C50DABEDC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507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236E-6F5B-4200-B79D-7C50DABEDC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487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236E-6F5B-4200-B79D-7C50DABEDC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988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4236E-6F5B-4200-B79D-7C50DABEDC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916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430EDB-DD6B-6314-C86B-03F7FC4821A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5D66898-616F-8140-B01F-78723B6899E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6AC3D2-AA03-6C7D-B223-C9E0DDD5102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BB680D-9D3D-AE75-D880-A6DA08DFC1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7128C6-33F2-E575-30B3-E32304E45DA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4288EC-7300-A4CF-1A03-04194E692FA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877B65-D660-B7CF-287C-A3CD94A5CC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38D9AD-FDBE-3208-BD2F-B42213222E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4B6040-B456-ECE9-AE3D-C607E28E5F3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A42771-4544-C61D-EF86-E1155307D8E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F519F7-F4DF-F421-8F7E-2CD9306D4CD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CB2FEE-D1EB-8EAB-3C35-8BEEBA9CE2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77E898-4341-08F4-FB18-D22C6FE8AB2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BE9450-0549-E5B4-1B12-480ACE1658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895657-245A-296F-2BB7-D1C5BB12FD0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2026-07-08T14:14:31Z</dcterms:modified>
</cp:coreProperties>
</file>