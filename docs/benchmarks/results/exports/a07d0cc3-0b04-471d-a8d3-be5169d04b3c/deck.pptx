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8802A-9A01-4AC5-9B83-747900BB38A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626A1-EC07-4B87-AB3D-0EC1100567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511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626A1-EC07-4B87-AB3D-0EC1100567C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864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626A1-EC07-4B87-AB3D-0EC1100567C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151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626A1-EC07-4B87-AB3D-0EC1100567C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193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626A1-EC07-4B87-AB3D-0EC1100567C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859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626A1-EC07-4B87-AB3D-0EC1100567C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158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626A1-EC07-4B87-AB3D-0EC1100567C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292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0AE63A-3F31-0719-AE80-E8989638B7F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7AF8472-1E5E-B5D3-EF86-ABD1B44788C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D223056-5AAA-63EE-A3AD-37C128EABDB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793CB9-461C-9A03-F0CF-1DCFAFB9CBD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14BD2B-7DF6-C84F-822B-C882BA471C5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9CBDC4-AB77-689A-4780-1452E17BD11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8D8AD3-68A0-3400-2215-04D431A1701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AEC238-92D3-CF1F-50D8-7DEEAE28A56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B681774-7855-D61A-C344-FC076685898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55D65A-4164-D5AE-6A02-150B75F013C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8B47473-028D-EF2A-F37E-1EA21C459CA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59C8F09-6CBF-AFCA-03E3-A5E5EBFF394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7CC25FC-274E-1D1A-A0E2-AF0BB0D5722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417F91-1C5A-27D7-D8C2-F6847EC6C32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28D7AC-8DC3-B2BC-8803-8553B02816E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2026-07-08T14:14:15Z</dcterms:modified>
</cp:coreProperties>
</file>