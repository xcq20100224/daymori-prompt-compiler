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D9E85-09BF-42E7-9F97-3D661B4E05F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DF8F8-585E-4003-BAC2-FA26D08D3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957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strict gate • </a:t>
            </a:r>
            <a:r>
              <a:rPr lang="zh-CN" altLang="en-US"/>
              <a:t>行动：若低于阈值则直接返回失败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F8F8-585E-4003-BAC2-FA26D08D3E7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195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strict gate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F8F8-585E-4003-BAC2-FA26D08D3E7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52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验证低分直接阻断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结论：严格模式会检查版式分数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证据：最低分要求设置为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95...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70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2026-07-02T05:06:16Z</dcterms:modified>
</cp:coreProperties>
</file>