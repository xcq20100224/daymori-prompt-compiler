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6697A8-C2CC-492C-8E5E-57ED49033A19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79F9C6-02B2-4E9B-937B-215BD7913E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32023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需要先完成问题分层与优先级重排。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9F9C6-02B2-4E9B-937B-215BD7913EE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95770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9F9C6-02B2-4E9B-937B-215BD7913EE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19793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9F9C6-02B2-4E9B-937B-215BD7913EE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22485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9F9C6-02B2-4E9B-937B-215BD7913EE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08190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9F9C6-02B2-4E9B-937B-215BD7913EE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35757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9F9C6-02B2-4E9B-937B-215BD7913EE7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51630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2BA835F-66C0-EF33-CF15-767249CB0B3A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A06E932D-8A4F-E8B7-B91D-D36242BD4972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BB814D2-4629-A4FE-CF77-D23B4DBDB824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客服降本增效方案当前在目标达成、资源配置与执行路径上存在明显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瓶颈。若继续沿用现有方式，成本、效率与可持续性将同步承压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客服降本增效方案可将问题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拆为目标定义、流程协同、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7546753-9CF5-97D9-1E54-CA28A060CBD8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客服降本增效方案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方案建议采用“目标对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齐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能力建设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效果验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证”三层架构，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客服降本增效方案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客服降本增效方案试点并跟踪关键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FA314F7-74CB-CAF2-7E39-F3172CF0F62A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C34F70D-7F7F-408F-DF42-4D2F81271E7F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AF2122E-4FF3-A87D-6871-9E2034180782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A0D2C75-5E17-0EBD-AF0E-63933C33E8B9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DC67BFC-07CD-76D5-77B9-668B99A2DB5C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674</Words>
  <Application>Microsoft Office PowerPoint</Application>
  <PresentationFormat>宽屏</PresentationFormat>
  <Paragraphs>90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Normal</vt:lpstr>
      <vt:lpstr>MiSans ExtraLight</vt:lpstr>
      <vt:lpstr>MiSans Medium</vt:lpstr>
      <vt:lpstr>MiSans</vt:lpstr>
      <vt:lpstr>等线 Light</vt:lpstr>
      <vt:lpstr>MiSans Demibold</vt:lpstr>
      <vt:lpstr>MiSans Semibold</vt:lpstr>
      <vt:lpstr>MiSans Light</vt:lpstr>
      <vt:lpstr>等线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2026-07-08T10:17:46Z</dcterms:modified>
</cp:coreProperties>
</file>