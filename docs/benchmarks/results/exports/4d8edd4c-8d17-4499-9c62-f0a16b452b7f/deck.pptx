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E76E1-766B-4050-96FE-E036F2E8D3C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C178F-15F1-4335-8A16-41C07EB00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87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C178F-15F1-4335-8A16-41C07EB00A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46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C178F-15F1-4335-8A16-41C07EB00A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62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C178F-15F1-4335-8A16-41C07EB00A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637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C178F-15F1-4335-8A16-41C07EB00A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787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C178F-15F1-4335-8A16-41C07EB00A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1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C178F-15F1-4335-8A16-41C07EB00A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09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109BA8-DD32-E99C-315A-CA8E3F3D4FD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6E568E1-ADDD-0A87-4CE5-EB2817A6096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57D716-2CE7-2040-3004-5A7E5B6F4A5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320106-A7B5-F35A-0A63-8E96A5CDE5C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84564E-39DF-C0F5-7C97-44E9716615C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1E201F-5386-F1F4-F349-7F5B3C69029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01F40E-BF86-5141-F92A-71E055D8916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E4FEB7-BCEE-24D9-C9B7-671AE752F36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CF3B01-6422-B706-B159-CF0DC15D5DB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MiSans Semibold</vt:lpstr>
      <vt:lpstr>MiSans Medium</vt:lpstr>
      <vt:lpstr>等线 Light</vt:lpstr>
      <vt:lpstr>思源黑体 CN Normal</vt:lpstr>
      <vt:lpstr>MiSans ExtraLight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2026-07-08T12:33:52Z</dcterms:modified>
</cp:coreProperties>
</file>