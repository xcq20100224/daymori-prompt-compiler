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DDCED-A68D-431D-A90E-CEF17576755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8FF48-AD78-41C0-AE6D-1A699F964F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512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8FF48-AD78-41C0-AE6D-1A699F964FA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88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8FF48-AD78-41C0-AE6D-1A699F964FA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536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8FF48-AD78-41C0-AE6D-1A699F964FA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402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8FF48-AD78-41C0-AE6D-1A699F964FA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786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8FF48-AD78-41C0-AE6D-1A699F964FA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87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8FF48-AD78-41C0-AE6D-1A699F964FA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281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EF973D-59F8-E60B-2ACC-3468450F850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4E572EB-D351-46F1-0A37-474CBCFD755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880520-778F-5FE8-7B1B-DAEABABDE20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B1A937-5E27-CFAC-4F3B-27AF1B0A26E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B75C88-5584-B65A-41A0-4BB12AA2B90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B80650-3E9C-B0FF-3FE6-E688F67D2F2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EC3683-63A2-E7DD-97DE-48E71C6F987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C85FE7-4F49-3D6E-6BF1-600DC88B4D8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D27866-8EC0-3DBF-AD54-0836A7DBE5A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Arial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2026-07-08T12:31:12Z</dcterms:modified>
</cp:coreProperties>
</file>