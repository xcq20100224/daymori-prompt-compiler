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E5876-0150-4CF2-A498-32C4E90348F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BD10C-91A6-4D2A-9FBA-E02C586FA8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63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179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57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0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460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885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BD10C-91A6-4D2A-9FBA-E02C586FA8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5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2F2D3A-17FA-4717-9D42-39B1690BBC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E6049F-5550-8911-7127-D4D1CB2183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E29578-BADE-91BF-D827-4F38AB1CBFB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D17198-C83F-CF8D-3413-3CC7A717D83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FAFEF1-25E6-9152-8DC3-42586C8D5A1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A7697F-5865-E5F5-E4B9-6C183159DF6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859B4A-09B8-07CD-A53D-BB6157B0AA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A69349-DAE5-9F94-2A6B-4C200DC11E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1D3DD5-DFAC-9E42-753C-586A68940D8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10A4FB-2D24-4BDE-7394-718E38F0A1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F7A42C-C187-2E6F-DDCE-7AE106AB61E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C42954-3340-4CC1-1D01-84383F6ABD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DDB08-6037-A99F-C470-1BF9F2D7C50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74CCE13-2C8C-05EF-5276-FDB13E5DF7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E4F4CF-D7E3-9052-6A26-056FE1175D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9F79D7-537B-598D-1F1D-E5D557A7A4E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2026-07-08T14:22:58Z</dcterms:modified>
</cp:coreProperties>
</file>