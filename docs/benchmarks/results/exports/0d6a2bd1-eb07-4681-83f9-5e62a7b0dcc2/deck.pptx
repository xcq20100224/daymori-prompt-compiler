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61913-E76A-40C4-9ABE-C9885104B93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2B851-E502-481C-884F-798091122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94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2B851-E502-481C-884F-79809112288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15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2B851-E502-481C-884F-79809112288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772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2B851-E502-481C-884F-79809112288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187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2B851-E502-481C-884F-79809112288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59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2B851-E502-481C-884F-79809112288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94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2B851-E502-481C-884F-79809112288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607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CAA36F-0F7C-71B1-DE01-64FB6E1DFC1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2D9F9AD-01A1-3735-7760-A68C50017AF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1375F0-A161-55C4-535C-D8E91986DDD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F5DCDA-509E-CC9F-E5D6-63FEF8BB95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C0BE9F-49AC-65F9-191D-FA6ADA27545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876D81-D92C-3E34-43CA-3CF6DFCE333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B01784-C6B8-66E0-1923-0ECFB853C9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7A48BA-B9D9-3574-5E01-BE9749E79D6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9C7561-6F5C-1F9A-C571-FD42AA4E0D8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6A02B6-1134-8102-E28B-8A78F405558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05A1FA-8603-D6F7-0A49-27B9EF846D9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84C614-F708-C6AE-75B1-2639483ACB4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DD06E7-C8E4-5272-16D3-45CD5D19F9D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8A1D8F6-BCB3-3803-72C8-153DA68243C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1842EE-A39B-CA2E-F855-76818DA7C9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9492E6-E433-89BA-0555-F7A23B718CD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2026-07-08T14:10:14Z</dcterms:modified>
</cp:coreProperties>
</file>