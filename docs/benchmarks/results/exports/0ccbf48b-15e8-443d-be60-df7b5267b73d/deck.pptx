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8B193-317E-405B-BE1C-5B93299835E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E9E9E-3C4E-4679-A032-BD3A911F50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827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E9E9E-3C4E-4679-A032-BD3A911F50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893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E9E9E-3C4E-4679-A032-BD3A911F50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623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E9E9E-3C4E-4679-A032-BD3A911F50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519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E9E9E-3C4E-4679-A032-BD3A911F50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595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E9E9E-3C4E-4679-A032-BD3A911F50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933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E9E9E-3C4E-4679-A032-BD3A911F50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71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CE565D-62DD-E274-7722-179962EE6BC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4E3124C-6E99-49BB-2720-C2B58FCC0B0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A35595-BD97-FE60-B1B3-5E8ED2D55EC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0068F4-57FB-808D-4843-592E230C89A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BC296A-74C3-4F86-55A7-C6A903230A5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BEEAD1-71D6-2B5B-04A9-F195D85F6EA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920B9F-175C-6202-BE14-B9E942561EA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0826043-17D4-A978-F1D0-66754C35C13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792649-E456-AD5A-DE60-052F5343575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Arial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2026-07-08T04:50:46Z</dcterms:modified>
</cp:coreProperties>
</file>