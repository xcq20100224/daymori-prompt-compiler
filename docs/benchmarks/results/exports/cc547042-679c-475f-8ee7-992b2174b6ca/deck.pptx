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71ADE6-5D18-42FA-BAAF-2B2EB57B11B4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7B0D0B-35F5-4F08-8EDA-180FA388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2013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B0D0B-35F5-4F08-8EDA-180FA388F04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6804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流程协同、 执行能力与反馈闭环四个层面。 先聚焦高频高影响环节， 再逐步覆盖复杂场景， 可显著降低试点风险。 图示： </a:t>
            </a:r>
            <a:r>
              <a:rPr lang="en-US" altLang="zh-CN"/>
              <a:t>AI</a:t>
            </a:r>
            <a:r>
              <a:rPr lang="zh-CN" altLang="en-US"/>
              <a:t>客服降本增效方案问题分 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B0D0B-35F5-4F08-8EDA-180FA388F04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07746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建设， 再通过迭代机制优化质 量， 形成可复制的执行闭环。 图示： </a:t>
            </a:r>
            <a:r>
              <a:rPr lang="en-US" altLang="zh-CN"/>
              <a:t>AI</a:t>
            </a:r>
            <a:r>
              <a:rPr lang="zh-CN" altLang="en-US"/>
              <a:t>客服降本增效方案 方案架构图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B0D0B-35F5-4F08-8EDA-180FA388F04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05034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B0D0B-35F5-4F08-8EDA-180FA388F04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64990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B0D0B-35F5-4F08-8EDA-180FA388F04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4415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B0D0B-35F5-4F08-8EDA-180FA388F04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387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AI</a:t>
            </a:r>
            <a:r>
              <a:rPr lang="zh-CN" altLang="en-US">
                <a:cs typeface="思源黑体 CN Normal" panose="020B0400000000000000" charset="-122"/>
              </a:rPr>
              <a:t>客服降本增效方案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35ABAAC-119F-8AAC-A513-7173DA42F7F3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客服降本增效方案的核心约束与</a:t>
            </a:r>
          </a:p>
          <a:p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机会</a:t>
            </a:r>
            <a:endParaRPr lang="zh-CN" altLang="en-US" sz="13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BB39D2D-B360-2604-7B9F-998310D5FCE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C04AC44-555B-1439-A1AE-3827D5373413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客服降本增效方案当前在目标达成、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资源配置与执行路径上存在明显瓶颈。若继续沿用现有方式，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成本、效率与可持续性将同步承压，需要先完成问题分层与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</a:t>
            </a:r>
            <a:r>
              <a:rPr lang="en-US" altLang="zh-CN" sz="1000"/>
              <a:t>AI</a:t>
            </a:r>
            <a:r>
              <a:rPr lang="zh-CN" altLang="en-US" sz="1000"/>
              <a:t>客服降本增效方案可</a:t>
            </a:r>
          </a:p>
          <a:p>
            <a:pPr algn="ctr"/>
            <a:r>
              <a:rPr lang="zh-CN" altLang="en-US" sz="1000"/>
              <a:t>将问题拆为目标定义、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2E14F82-7E36-291B-C67F-5914E9B62B9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620DDDE-1C81-3CA5-D78D-1663E39BC1DC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</a:t>
            </a:r>
            <a:r>
              <a:rPr lang="en-US" altLang="zh-CN" sz="1000"/>
              <a:t>AI</a:t>
            </a:r>
            <a:r>
              <a:rPr lang="zh-CN" altLang="en-US" sz="1000"/>
              <a:t>客服降本增效方案可将问题拆为目标定义、流程协同、执行能力与反馈闭环四个层面。</a:t>
            </a:r>
          </a:p>
          <a:p>
            <a:r>
              <a:rPr lang="zh-CN" altLang="en-US" sz="1000"/>
              <a:t>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AI</a:t>
            </a:r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客服降本增效方案的分阶段落地方案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9EF5E60-5E68-00FC-DB09-AD860DF45302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客服降本增效方案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方案建议采用“目标对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证”三层架构，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693783D-FCFB-DA14-DAE5-42BEF9DEF32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客服降本增效方案目标与边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界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客服降本增效方案试点并跟踪关键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</a:t>
            </a:r>
            <a:r>
              <a:rPr lang="en-US" altLang="zh-CN" sz="1000"/>
              <a:t>AI</a:t>
            </a:r>
            <a:r>
              <a:rPr lang="zh-CN" altLang="en-US" sz="1000"/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000"/>
              <a:t>案建立统一指标集，至少覆盖效率、质量、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AB0330E-5731-D35B-C584-35C80E6F06B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EFBD19D-202A-A508-894A-741FD981285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49AE5C9-4D14-F387-6CA2-4B10FF37CB0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9C960F7-4095-202D-8539-0A55DD728E3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DAFDAEC-C04C-28ED-A05A-D88C48E5FB7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F08C3E7-FCFA-C05D-CBCE-E771A567813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F6B3394-D5AD-4F2B-B4BE-F89410BE7B6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F40A450-1D37-3D6D-4344-E5824AF5CF27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612</Words>
  <Application>Microsoft Office PowerPoint</Application>
  <PresentationFormat>宽屏</PresentationFormat>
  <Paragraphs>57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Semibold</vt:lpstr>
      <vt:lpstr>MiSans</vt:lpstr>
      <vt:lpstr>MiSans Demibold</vt:lpstr>
      <vt:lpstr>等线 Light</vt:lpstr>
      <vt:lpstr>思源黑体 CN Normal</vt:lpstr>
      <vt:lpstr>Arial</vt:lpstr>
      <vt:lpstr>MiSans Normal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2026-07-08T14:05:17Z</dcterms:modified>
</cp:coreProperties>
</file>