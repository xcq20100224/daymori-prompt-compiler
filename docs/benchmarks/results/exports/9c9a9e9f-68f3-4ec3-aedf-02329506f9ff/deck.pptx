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A1C98-5897-41FA-A5A3-75174A38029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EFC8E-7671-4CB2-80CF-C7360F6F5E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57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76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958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024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29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286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EFC8E-7671-4CB2-80CF-C7360F6F5E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807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AB7B5C-97CA-DDB8-23B6-3991A726802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20DC32-3147-A501-690D-742EFD6852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C3957F-A8B3-6522-4FE2-523B5A3EAF5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85D1EC-EB3D-C588-71BF-C922F3CA414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B2596F-C44C-C198-1CE7-97E02F1856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ACC0C1-9A09-43B5-AE78-D713EE669D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F24E76-AFFA-EF5E-7507-76FFCFA88B8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347A41-9DF5-341F-0603-1C5734CD48B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882480-6CA4-F413-3F6C-BF4E5772E3E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2026-07-08T10:34:50Z</dcterms:modified>
</cp:coreProperties>
</file>