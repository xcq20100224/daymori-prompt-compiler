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690D1-AA3B-4EB8-A07A-162C1663260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AE57C-7AC4-4B18-B9FE-2A3B96FC4F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37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AE57C-7AC4-4B18-B9FE-2A3B96FC4F2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038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AE57C-7AC4-4B18-B9FE-2A3B96FC4F2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652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AE57C-7AC4-4B18-B9FE-2A3B96FC4F2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964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AE57C-7AC4-4B18-B9FE-2A3B96FC4F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356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AE57C-7AC4-4B18-B9FE-2A3B96FC4F2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561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AE57C-7AC4-4B18-B9FE-2A3B96FC4F2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079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01CBA1-9465-5DBB-CD71-8D1D6E3D93D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731D051-33A9-C0BB-8029-0EC3A048DCE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3CC0029-3240-D729-12B3-5691DF27ED5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3329CA-EB43-B18D-2388-0875B34A03B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14FCAC-8E4A-EDAD-045D-D199960787B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699951-EEFB-3127-F4BE-671C5EE31EF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C73D35-6F59-8379-AFEA-C15DCCC049C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F851710-A01A-2442-FD15-28BC7AAB179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01BBD4-A872-0407-129D-EEE3CD5CECF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2026-07-08T13:15:27Z</dcterms:modified>
</cp:coreProperties>
</file>