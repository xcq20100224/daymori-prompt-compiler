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582A7-BEC4-47ED-82A1-96513462CA9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69191-2219-4221-9789-0854B4A49E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026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191-2219-4221-9789-0854B4A49E0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43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191-2219-4221-9789-0854B4A49E0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128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191-2219-4221-9789-0854B4A49E0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034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191-2219-4221-9789-0854B4A49E0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388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191-2219-4221-9789-0854B4A49E0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765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191-2219-4221-9789-0854B4A49E0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545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597A28-7AE3-DD84-9C5E-A71B51CB352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CAB0378-9337-10CE-576F-B4A546E6E0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84E2EEB-CF4D-E799-654B-220787DBC0E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BBB3BB-CC2F-B13E-0897-56EA5E3D51D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9F8F94-5CCB-CE76-F491-C066B22295E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62B5531-64A2-B1F3-C2CE-A4CC675AB0C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366705-BF9B-DDC2-D000-5A7E86B4770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4E0AAF-53DD-778F-2B2C-3AE8090243D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7BE871-00DF-C894-9D2B-805EDE3A935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2026-07-08T05:16:37Z</dcterms:modified>
</cp:coreProperties>
</file>