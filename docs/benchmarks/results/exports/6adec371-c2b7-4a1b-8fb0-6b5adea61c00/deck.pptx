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69E82-8C05-45E8-AD9E-87BE2FE9C9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E508A-E7F4-45B9-A29E-B2EC9CA1A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47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61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ABTest2_1783519446982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837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78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18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777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3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E508A-E7F4-45B9-A29E-B2EC9CA1A9D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9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ABTest2_1783519446982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3519446982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9135BDC-6E10-BA66-3721-173EA5FC25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8351944698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783519446982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C50DE0-17BC-3047-D9D5-F9641920DA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E0AFB6-7F7C-F3CA-1ABE-168043DC2A3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11B853-B214-9DDF-F992-D9623BA6AD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C63F56-FFFF-1050-B579-1E48A84D61D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62B7AA-2F18-A22B-9FF4-9C7E5D858C1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2026-07-08T14:06:55Z</dcterms:modified>
</cp:coreProperties>
</file>