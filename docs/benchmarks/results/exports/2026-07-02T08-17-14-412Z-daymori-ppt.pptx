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A1983D-15A6-40BD-A740-7BC89F1F7CF0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0B68DB-4220-4226-B610-E5B83F1112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097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B68DB-4220-4226-B610-E5B83F1112B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55918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B68DB-4220-4226-B610-E5B83F1112B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1490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B68DB-4220-4226-B610-E5B83F1112B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223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B68DB-4220-4226-B610-E5B83F1112B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38583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B68DB-4220-4226-B610-E5B83F1112B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32955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B68DB-4220-4226-B610-E5B83F1112B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03590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B68DB-4220-4226-B610-E5B83F1112B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45969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0B68DB-4220-4226-B610-E5B83F1112B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9390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导入：暑期活动转化复盘为什么重要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建立暑期活动转化复盘学习动机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A1A9E53-C2B9-AF4F-1823-F36E76B0B3C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269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Semibold</vt:lpstr>
      <vt:lpstr>MiSans</vt:lpstr>
      <vt:lpstr>MiSans Demibold</vt:lpstr>
      <vt:lpstr>等线</vt:lpstr>
      <vt:lpstr>Arial</vt:lpstr>
      <vt:lpstr>MiSans Light</vt:lpstr>
      <vt:lpstr>思源黑体 CN Normal</vt:lpstr>
      <vt:lpstr>MiSans Normal</vt:lpstr>
      <vt:lpstr>MiSans Medium</vt:lpstr>
      <vt:lpstr>等线 Light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2026-07-02T08:17:13Z</dcterms:modified>
</cp:coreProperties>
</file>