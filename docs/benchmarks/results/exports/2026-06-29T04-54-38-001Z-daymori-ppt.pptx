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导入：情境导入｜力与运动的关系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通过生活实例引出加速度与力的关系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 ｜ 证据：推车时施加10N力，小车加速0.5m/s² ｜ 行动：提问：生活中有哪些力改变运动？(本节)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本页结论：通过生活实例引出加速度与力的关系；关键抓手：结论：力是改变物体运动状态的原因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导入：学习目标｜学习目标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目标：明确本节课学习牛顿第二定律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本页结论：明确本节课学习牛顿第二定律；关键抓手：结论：理解牛顿第二定律的内容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结论：理解牛顿第二定律的内容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证据：公式F=ma，m单位kg，a单位m/s²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行动：板演：写出F=ma公式(本节)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结论：理解牛顿第二定律的内容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证据：公式F=ma，m单位kg，a单位m/s...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行动：板演：写出F=ma公式(本节)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图标:目标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演讲备注：展示本节学习目标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概念：概念定义｜加速度与力的关系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目标：探究加速度与合外力的关系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本页结论：探究加速度与合外力的关系；关键抓手：结论：加速度与合外力成正比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结论：加速度与合外力成正比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证据：当m=1kg时，F=2N则a=2m/s²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行动：实验：观察小车在不同拉力下的加速度(本节)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结论：加速度与合外力成正比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证据：当m=1kg时，F=2N则a=2m/s...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行动：实验：观察小车在不同拉力下的加速度(本...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表格:力与加速度数据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演讲备注：通过实验数据理解正比关系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概念：公式结构｜加速度与质量的关系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目标：探究加速度与质量的关系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本页结论：探究加速度与质量的关系；关键抓手：结论：加速度与质量成反比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结论：加速度与质量成反比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证据：当F=4N时，m=2kg则a=2m/s²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行动：提问：质量增大一半，加速度如何变化？(本节)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结论：加速度与质量成反比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证据：当F=4N时，m=2kg则a=2m/s...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行动：提问：质量增大一半，加速度如何变化？(...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图表:加速度-质量反比曲线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演讲备注：分析反比关系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概念：单位量纲｜牛顿第二定律公式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目标：掌握F=ma的物理意义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本页结论：掌握F=ma的物理意义；关键抓手：结论：合外力等于质量乘以加速度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结论：合外力等于质量乘以加速度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证据：1N=1kg·m/s²，单位换算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行动：板演：推导F=ma的单位(本节)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结论：合外力等于质量乘以加速度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证据：1N=1kg·m/s²，单位换算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行动：板演：推导F=ma的单位(本节)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公式块:F=ma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演讲备注：强调公式中各个量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概念：适用条件｜水平面受力分析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目标：学会对水平面上物体受力分析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本页结论：学会对水平面上物体受力分析；关键抓手：结论：物体受重力、支持力、拉力、摩擦力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结论：物体受重力、支持力、拉力、摩擦力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证据：m=10kg，拉力F=30N，摩擦力f=10N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行动：练习：画出物体受力示意图(本节)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结论：物体受重力、支持力、拉力、摩擦力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证据：m=10kg，拉力F=30N，摩擦力f...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行动：练习：画出物体受力示意图(本节)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图示:水平面物体受力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演讲备注：画受力图注意事项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实验：实验目的｜竖直方向受力分析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目标：分析竖直方向物体受力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本页结论：分析竖直方向物体受力；关键抓手：结论：物体受重力、支持力或拉力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结论：物体受重力、支持力或拉力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证据：m=5kg，重力G=49N，支持力N=49N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行动：提问：若电梯加速上升，支持力如何？(本节)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结论：物体受重力、支持力或拉力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证据：m=5kg，重力G=49N，支持力N=...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行动：提问：若电梯加速上升，支持力如何？(本...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对比图:静止与加速受力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演讲备注：比较不同运动状态受力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实验：控制变量｜求加速度例题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目标：应用F=ma计算加速度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本页结论：应用F=ma计算加速度；关键抓手：结论：已知合外力可求加速度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结论：已知合外力可求加速度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证据：F=20N，m=4kg，a=5m/s²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行动：板演：学生上黑板计算(本节)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结论：已知合外力可求加速度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证据：F=20N，m=4kg，a=5m/s²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行动：板演：学生上黑板计算(本节)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例题文字:小车受力计算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演讲备注：指导计算步骤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实验：数据记录｜求合外力例题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目标：已知加速度和质量求合外力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本页结论：已知加速度和质量求合外力；关键抓手：结论：已知a和m可求合外力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结论：已知a和m可求合外力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证据：a=3m/s²，m=6kg，F=18N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行动：练习：学生独立计算并核对(本节)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结论：已知a和m可求合外力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证据：a=3m/s²，m=6kg，F=18N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行动：练习：学生独立计算并核对(本节)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公式提示:F=ma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演讲备注：检查单位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实验：结论提炼｜验证牛顿第二定律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目标：通过实验验证F=ma关系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本页结论：通过实验验证F=ma关系；关键抓手：结论：实验数据支持F=ma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结论：实验数据支持F=ma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证据：当m=0.5kg，F=1N→a=2.0m/s²实测值1.98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行动：实验：小组合作进行打点计时器实验(本节)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结论：实验数据支持F=ma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证据：当m=0.5kg，F=1N→a=2.0...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行动：实验：小组合作进行打点计时器实验(本节...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演讲备注：注意控制变量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例题：基础例题｜实验数据处理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目标：学会处理实验数据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本页结论：学会处理实验数据；关键抓手：结论：绘制a-F图像为直线通过原点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结论：绘制a-F图像为直线通过原点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证据：测得5组数据：F/N:0.5,1.0,1.5,2.0,2.5对应a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行动：板演：在坐标纸上描点(本节)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结论：绘制a-F图像为直线通过原点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证据：测得5组数据：F/N:0.5,1.0,...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行动：板演：在坐标纸上描点(本节)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坐标纸模板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演讲备注：描点连线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例题：中档例题｜实验误差分析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目标：诊断并量化系统误差，制定改进方案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本页结论：诊断并量化系统误差，制定改进方案；关键抓手：结论：阻力补偿不足是最大系统误差，占总误差贡献68%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结论：阻力补偿不足是最大系统误差，占总误差贡献68%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证据：5组实验测得加速度均值偏离理论值12.3%，标准差2.1%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行动：第15分钟增加动态平衡验证环节，建议使用气垫导轨彻底消除摩擦力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结论：阻力补偿不足是最大系统误差，占总误差贡...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证据：5组实验测得加速度均值偏离理论值12....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行动：第15分钟增加动态平衡验证环节，建议使...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阻力补偿前后加速度对比柱状图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误差来源占比饼图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例题：综合例题｜基础计算练习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目标：巩固F=ma基本计算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本页结论：巩固F=ma基本计算；关键抓手：结论：正确使用公式计算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结论：正确使用公式计算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证据：练习：m=2kg，F=10N，求a=5m/s²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行动：练习：学生独立完成3题(本节)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结论：正确使用公式计算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证据：练习：m=2kg，F=10N，求a=5...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行动：练习：学生独立完成3题(本节)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练习题列表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演讲备注：巡视指导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例题：步骤拆解｜综合应用题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目标：综合受力分析计算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本页结论：综合受力分析计算；关键抓手：结论：先受力分析再列式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结论：先受力分析再列式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证据：m=8kg，μ=0.2，F=40N水平，a=3m/s²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行动：板演：学生演示解题过程(本节)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结论：先受力分析再列式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证据：m=8kg，μ=0.2，F=40N水平...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行动：板演：学生演示解题过程(本节)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带解析的例题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演讲备注：强调步骤完整性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易错：易错点1｜生活中的牛顿定律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目标：理解定律的实际应用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本页结论：理解定律的实际应用；关键抓手：结论：汽车刹车加速度与安全距离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结论：汽车刹车加速度与安全距离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证据：车速30m/s，刹车减速度5m/s²，停止需6s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行动：提问：雨天刹车距离如何变化？(本节)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结论：汽车刹车加速度与安全距离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证据：车速30m/s，刹车减速度5m/s²，...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行动：提问：雨天刹车距离如何变化？(本节)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汽车刹车示意图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演讲备注：联系生活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易错：易错点2｜牛顿定律与航天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目标：了解航天中定律的应用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本页结论：了解航天中定律的应用；关键抓手：结论：火箭推力与加速度关系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结论：火箭推力与加速度关系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证据：火箭质量500t，推力7MN，加速度14m/s²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行动：提问：质量减少后加速度如何？(本节)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结论：火箭推力与加速度关系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证据：火箭质量500t，推力7MN，加速度1...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行动：提问：质量减少后加速度如何？(本节)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火箭发射图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演讲备注：激发兴趣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练习：当堂练习｜常见错误辨析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目标：纠正常见错误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本页结论：纠正常见错误；关键抓手：结论：合外力方向与加速度方向相同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结论：合外力方向与加速度方向相同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证据：错误：认为力维持运动；正确：力改变加速度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行动：练习：判断正误(本节)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结论：合外力方向与加速度方向相同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证据：错误：认为力维持运动；正确：力改变加速...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行动：练习：判断正误(本节)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判断题列表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演讲备注：易错点强调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练习：分层巩固｜知识框架总结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目标：梳理本课知识结构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本页结论：梳理本课知识结构；关键抓手：结论：牛顿第二定律核心F=ma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结论：牛顿第二定律核心F=ma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证据：公式与各单位换算关系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行动：板演：绘制思维导图(本节)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结论：牛顿第二定律核心F=ma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证据：公式与各单位换算关系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行动：板演：绘制思维导图(本节)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思维导图框架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演讲备注：引导学生归纳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小结：知识小结｜课后作业布置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目标：布置课后巩固作业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本页结论：布置课后巩固作业；关键抓手：结论：完成课本习题3、4、5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结论：完成课本习题3、4、5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证据：练习题涉及10N、2kg、5m/s²等数据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行动：作业：课后完成并预习下节(课后)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结论：完成课本习题3、4、5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证据：练习题涉及10N、2kg、5m/s²等...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行动：作业：课后完成并预习下节(课后)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作业列表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演讲备注：强调按时完成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小结：作业拓展｜牛顿定律与动量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目标：为后续学习做铺垫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本页结论：为后续学习做铺垫；关键抓手：结论：牛顿第二定律与动量定理联系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结论：牛顿第二定律与动量定理联系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证据：F=Δp/Δt，p=mv，单位kg·m/s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行动：提问：动量变化率与力的关系？(下节)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结论：牛顿第二定律与动量定理联系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证据：F=Δp/Δt，p=mv，单位kg·m...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行动：提问：动量变化率与力的关系？(下节)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公式对比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演讲备注：预告下节内容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education</dc:title>
  <dc:subject>education</dc:subject>
  <dc:creator>Daymori</dc:creator>
  <cp:lastModifiedBy>Daymori</cp:lastModifiedBy>
  <cp:revision>1</cp:revision>
  <dcterms:created xsi:type="dcterms:W3CDTF">2026-06-29T04:54:37Z</dcterms:created>
  <dcterms:modified xsi:type="dcterms:W3CDTF">2026-06-29T04:54:37Z</dcterms:modified>
</cp:coreProperties>
</file>