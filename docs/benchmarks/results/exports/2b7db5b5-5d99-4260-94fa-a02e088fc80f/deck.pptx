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DB837-938E-4CD6-B752-C128ECD0565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EE972-FA27-4C91-A040-53ECB9040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696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E972-FA27-4C91-A040-53ECB90401F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86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E972-FA27-4C91-A040-53ECB90401F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430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E972-FA27-4C91-A040-53ECB90401F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183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E972-FA27-4C91-A040-53ECB90401F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88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E972-FA27-4C91-A040-53ECB90401F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75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EE972-FA27-4C91-A040-53ECB90401F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474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C71F7B-3892-066F-F31A-CDA8A774681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CAE72A0-A41E-4109-B44F-D18D9B6429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7EDBDA1-7700-3547-CD97-B658FD2386B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AEFADF-479A-9042-6F2B-03302684EE2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07ACCE-2AF5-6627-338B-C23D3781D57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F9A3985-10C2-2727-025A-DF6C9817635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3CFC317-74E3-A730-D50C-E191B3ED023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5AEEE36-F951-0276-E310-2A63AFDE79D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9C8EE6-2DA1-4D5F-43C7-C60DDF34A01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2026-07-09T02:19:05Z</dcterms:modified>
</cp:coreProperties>
</file>