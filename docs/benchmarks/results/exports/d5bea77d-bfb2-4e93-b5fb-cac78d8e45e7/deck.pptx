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458F1-C1A1-4120-833A-7D56C7998D3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490876-5C38-45AE-A588-829A9D0D2C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2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90876-5C38-45AE-A588-829A9D0D2CE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922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90876-5C38-45AE-A588-829A9D0D2CE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635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90876-5C38-45AE-A588-829A9D0D2CE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042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90876-5C38-45AE-A588-829A9D0D2CE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505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90876-5C38-45AE-A588-829A9D0D2CE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627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90876-5C38-45AE-A588-829A9D0D2CE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098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0D6E726-8CA2-8DCC-9ACB-E5EF9C9A564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4BAFD5C-C3BE-9285-4A24-D8230C42E7D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2A32E4-8862-CD77-4976-2CC95656033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8E3A74-F59C-4AF4-B257-B3D523EE60B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3336BBD-4282-EB84-C3FF-374CF25F36A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5F5724-CB70-65B2-368E-DCAF571D609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196018-A81B-8796-73CD-65F1B4EEA11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2F9E783-431F-7917-90A2-D1629FCECCF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E595E1D-FDF1-4E9B-5589-B54B438B098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思源黑体 CN Normal</vt:lpstr>
      <vt:lpstr>MiSans</vt:lpstr>
      <vt:lpstr>MiSans Demibold</vt:lpstr>
      <vt:lpstr>MiSans ExtraLight</vt:lpstr>
      <vt:lpstr>MiSans Light</vt:lpstr>
      <vt:lpstr>MiSans Semibold</vt:lpstr>
      <vt:lpstr>Arial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2026-07-09T02:18:51Z</dcterms:modified>
</cp:coreProperties>
</file>