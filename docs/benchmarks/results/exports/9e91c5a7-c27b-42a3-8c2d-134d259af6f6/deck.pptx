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9A02F-9F00-4405-A76C-D2D4C5315A3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03DC0-DE01-4A6D-B034-F2C9E3BCB5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00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产品经理职业规划现状结构图 先级重排。 图示：产品经理职业规划现状结构图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12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787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产品经理职业规划方案架构图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69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5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35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603DC0-DE01-4A6D-B034-F2C9E3BCB5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09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产品经理职业规划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产品经理职业规划提案汇报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F2E734-B834-1DD1-6282-F26745637B2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产品经理职业规划提案汇报 产品经理职业规划提案汇报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产品经理职业规划的核心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184EF6-4E72-E0D3-A72C-5209CC1C64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73C724B-822C-FAA3-011E-58B4A0110B5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产品经理职业规划当前在目标达成、资源配置与执行路径上存在明显瓶颈。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图示：产品经理职业规划问题分层卡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围绕产品经理职业规划可将问题拆为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产品经理职业规划的分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94CA4D-B5B2-DB10-757A-7312E4E95F5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产品经理职业规划的分阶段落地方案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产品经理职业规划方案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阶段：明确产品经理职业规划目标与边界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完成产品经理职业规划试点并跟踪关键指标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建议围绕产品经理职业规划建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561026-8F30-AA07-AAAD-73E7327EC90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C4FDCC-AE8E-0BFD-40FC-93175564CDA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86FB08-0350-AEFC-F87A-4C29D09447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18CDA-BCAC-9C7F-B467-1AAD4C95FC4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2A44909-322B-ED33-DD5C-2C77115EBB2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596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2026-07-08T11:20:03Z</dcterms:modified>
</cp:coreProperties>
</file>