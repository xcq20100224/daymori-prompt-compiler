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888A3-E9CC-43F9-B952-B23BD19C8D0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46A77-CD03-4846-A973-1CB57E1875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22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6A77-CD03-4846-A973-1CB57E1875E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477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ABTest2_1783519150484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6A77-CD03-4846-A973-1CB57E1875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109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6A77-CD03-4846-A973-1CB57E1875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292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6A77-CD03-4846-A973-1CB57E1875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550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6A77-CD03-4846-A973-1CB57E1875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089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6A77-CD03-4846-A973-1CB57E1875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802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6A77-CD03-4846-A973-1CB57E1875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36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ABTest2_1783519150484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3519150484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4FC384-4387-776F-8FC7-09264B8E58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8351915048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783519150484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64CD81-ED4B-CB29-C6FB-C43754C441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D3D6A6-B0E8-CF66-3B07-1E1A000481C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1FA8B9-226D-ED23-A770-9BA498C77B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530944-2E41-38C3-A0EA-A9D97488674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6DDA01-42F7-7A28-DAC2-E9DA2268027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2026-07-08T13:59:40Z</dcterms:modified>
</cp:coreProperties>
</file>