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8B1C-7CF4-413C-B87C-73C11214C84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AB8E8-06FC-449F-8BD0-BC9B92096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49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AB8E8-06FC-449F-8BD0-BC9B92096E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366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AB8E8-06FC-449F-8BD0-BC9B92096E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178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AB8E8-06FC-449F-8BD0-BC9B92096E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83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AB8E8-06FC-449F-8BD0-BC9B92096E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697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AB8E8-06FC-449F-8BD0-BC9B92096E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325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AB8E8-06FC-449F-8BD0-BC9B92096E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25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BE47BD-10BD-81F5-F6B9-98C3E53C9AB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8144550-618C-37F6-75F6-C630A7E39A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2E189C-EBCF-4066-9548-384BAA9A632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C6CF0B-F874-1441-A131-85B6774DE1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75A3BE-E5DD-99B8-4475-AD5EEF124C5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9BD647-C4DF-8F50-CAAB-1A930A5D0C6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996CDD-710C-CABB-271C-1D21529D25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CCEB8B-2D00-A8D7-5B83-318C990A57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4545CA-E54E-CAFC-BC11-F411532228A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F7B343-E697-C110-3BA5-2684DEEEC06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ECFCE0-6EC2-CEAC-C540-7344E6EAC13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E09CAC3-C9B8-D290-C6A0-B054FE0CEBD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668D1AD-8643-7325-98F5-2236AA20131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A229F9D-8813-7F72-3111-BED3863E55B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A39E48-9A7D-8C7A-9BD2-4757BCADB7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CCC7342-8321-A77C-CBE4-523EE4E9AF7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MiSans ExtraLight</vt:lpstr>
      <vt:lpstr>等线 Light</vt:lpstr>
      <vt:lpstr>MiSans</vt:lpstr>
      <vt:lpstr>Arial</vt:lpstr>
      <vt:lpstr>MiSans Demibold</vt:lpstr>
      <vt:lpstr>MiSans Semibold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2026-07-08T14:09:21Z</dcterms:modified>
</cp:coreProperties>
</file>