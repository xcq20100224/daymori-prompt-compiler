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F378A-EBB0-45A9-BB21-3257E607FD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F1275-E537-4327-BC91-935FA6D87C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796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026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87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683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309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94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F1275-E537-4327-BC91-935FA6D87CE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368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8C8EB9C-8743-0567-FC60-7C532F327A1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A1F0FD1-4A9C-BC6A-C459-680871927D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2553230-CFBB-991A-6D0E-7B653BA79C5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2790AB-4100-9890-D6FA-9067C52D5C6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A12CCF-CDD6-999C-313F-3EC52C7F78D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B9BEFB1-6FE2-0CC7-7775-6FC4D3D5BD1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D597124-5F23-7C5E-2166-81B2B61987B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CD1086-FA48-A497-8804-5FBBF61556B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36BB40-1C37-C8F8-1EE1-18A13FE0CC9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2026-07-08T12:41:59Z</dcterms:modified>
</cp:coreProperties>
</file>