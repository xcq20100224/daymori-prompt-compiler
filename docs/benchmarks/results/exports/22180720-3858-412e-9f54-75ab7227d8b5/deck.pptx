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5D633-42E0-4FC9-A790-09D0C5D20BF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005A-3474-4F36-843B-7CF44CAB23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28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ABTest0_1783519287562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0005A-3474-4F36-843B-7CF44CAB234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3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19287562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0005A-3474-4F36-843B-7CF44CAB234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97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ABTest0_1783519287562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8351928756 2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0005A-3474-4F36-843B-7CF44CAB234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526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0005A-3474-4F36-843B-7CF44CAB234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563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0005A-3474-4F36-843B-7CF44CAB234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382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0005A-3474-4F36-843B-7CF44CAB234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9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ABTest0_1783519287562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ABTest0_1783519287562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ABTest0_17835192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87562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2962D19-57D0-EF2F-7110-18E1160EA01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4A5979-C263-3981-5DCA-F43CF5B3AF9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ABTest0_1783519287562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3519287562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9E23AD-C0B9-5818-C51F-B00FE41ED2F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FB9024-D8C8-B5D5-8132-115EB38E6F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ABTest0_1783519287562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ABTest0_1783519287562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A950A3-3DDA-3408-8551-19D746B3654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ABTest0_1783519287562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8351928756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1A14A4-D13E-271A-F345-C6E20569FE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783519287562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9A9A56-A8B4-FA8B-9C92-BD357E1A06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968538-13D6-8765-DD4E-0A0191BD41A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871703-2B7D-0908-1EDC-4B4377D1401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9F1A7A-2E3F-0F3E-2734-AA95F132D17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977110-F1C6-951A-38A0-4F4F0A64FF0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FE79AE7-2DD4-90BE-ED69-476B1E8006B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412717-3AC6-AA45-0132-CEBE8C003D2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4795D6-F762-B765-6361-9262EE38EE9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2026-07-08T14:01:50Z</dcterms:modified>
</cp:coreProperties>
</file>