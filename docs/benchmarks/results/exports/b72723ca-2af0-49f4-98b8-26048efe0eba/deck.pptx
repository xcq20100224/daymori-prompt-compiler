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300D8-7E60-4532-AF6D-05D523B5586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15DF1-4BED-4E93-AC4F-FB4BAE425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4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943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94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87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29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676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15DF1-4BED-4E93-AC4F-FB4BAE4253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71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7B2489-48C2-65EE-F3C8-DFBE75E1C04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37B9A7-0B5F-92A8-2C01-92CC963AD54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7F8B67-2675-2D02-8873-935445AD213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D688B7-0256-4708-A197-1C3B1EFE06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E5F159-72F3-C5D6-D5D5-7A8D0E5D3D2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C73B2B-C03A-803D-DD72-6154E8F8C9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1A0CFD-993F-0588-A1DE-E2BF76CE43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4DD72C-6E90-A2AC-348E-A55C5FB254A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BF4C54-9A73-6CDF-5C05-C9E1452134A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2026-07-08T13:11:14Z</dcterms:modified>
</cp:coreProperties>
</file>