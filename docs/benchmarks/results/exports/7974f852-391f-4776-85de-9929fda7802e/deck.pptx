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D1B9B-1C77-416B-84CB-8B3898E316F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3CBC3-FBEE-432C-A7F2-ECE5E79FD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434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3CBC3-FBEE-432C-A7F2-ECE5E79FD2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476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3CBC3-FBEE-432C-A7F2-ECE5E79FD2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942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3CBC3-FBEE-432C-A7F2-ECE5E79FD2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495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3CBC3-FBEE-432C-A7F2-ECE5E79FD2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741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3CBC3-FBEE-432C-A7F2-ECE5E79FD2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979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3CBC3-FBEE-432C-A7F2-ECE5E79FD2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9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3D111D-4532-B5F2-27C2-9E2AC0C8349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34C086A-1AFE-3E90-CF5C-9E0B795402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E4B8CA-BB94-FB11-DC1C-ED0F797FA39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26B2C3-F95B-D744-745D-C71EC71A5FB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E7401B-7DA3-FED5-0B4E-3772C77F06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F8FD76-8EA3-2903-7AC0-431448F85D7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C3DD8F-9C51-1DFA-5E5D-443E329ABEF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A6FD84-E392-073E-2640-F463809DC45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172591-E4DB-07E4-8E6D-6E5D159175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2026-07-08T12:42:46Z</dcterms:modified>
</cp:coreProperties>
</file>