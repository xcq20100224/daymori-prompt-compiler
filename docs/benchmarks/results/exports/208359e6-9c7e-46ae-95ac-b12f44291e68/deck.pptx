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C7144-2F08-4882-8B49-99ADF3887B1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6C2CD-717D-4E96-B3EB-DA75C4DA5C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662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咖啡店选址方案现状结构图 先级重排。 图示：咖啡店选址方案现状结构图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6C2CD-717D-4E96-B3EB-DA75C4DA5C5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4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6C2CD-717D-4E96-B3EB-DA75C4DA5C5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329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6C2CD-717D-4E96-B3EB-DA75C4DA5C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008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6C2CD-717D-4E96-B3EB-DA75C4DA5C5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442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6C2CD-717D-4E96-B3EB-DA75C4DA5C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517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6C2CD-717D-4E96-B3EB-DA75C4DA5C5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208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咖啡店选址方案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咖啡店选址方案提案汇报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A1A90A-C8E3-CB01-3790-C74FF1EB8EE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咖啡店选址方案提案汇报 咖啡店选址方案提案汇报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咖啡店选址方案的核心约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0430193-9006-C323-C694-67CFE2C41E0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CBF0766-D293-42ED-D8EF-997C2AEA43D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咖啡店选址方案当前在目标达成、资源配置与执行路径上存在明显瓶颈。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图示：咖啡店选址方案问题分层卡片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围绕咖啡店选址方案可将问题拆为目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咖啡店选址方案的分阶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6CBA43-67C3-D0DD-6E82-330934EE4A8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咖啡店选址方案方案建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咖啡店选址方案方案架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阶段：明确咖啡店选址方案目标与边界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完成咖啡店选址方案试点并跟踪关键指标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建议围绕咖啡店选址方案建立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EF23A6A-2029-5C5D-3928-4824D09DF2F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1AD82A2-E7D1-1DFB-A6E5-4A3D858D971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BBAADE8-3ED7-4307-7AF2-5A167F015B4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460532B-D9F1-15F0-FC7F-E6D4A735383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96F0AA-DAD4-3E65-4398-3D5E6633B46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2026-07-08T10:47:24Z</dcterms:modified>
</cp:coreProperties>
</file>