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4F5CF-D9B1-4372-AE4E-4EFB9846F42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34FF4-EA71-491F-A977-91BF8FD65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044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34FF4-EA71-491F-A977-91BF8FD65D0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9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34FF4-EA71-491F-A977-91BF8FD65D0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122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34FF4-EA71-491F-A977-91BF8FD65D0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885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34FF4-EA71-491F-A977-91BF8FD65D0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077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34FF4-EA71-491F-A977-91BF8FD65D0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780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34FF4-EA71-491F-A977-91BF8FD65D0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10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34FF4-EA71-491F-A977-91BF8FD65D0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843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34FF4-EA71-491F-A977-91BF8FD65D0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845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</a:t>
            </a:r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Q3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增长复盘为什么重要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Q3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增长复盘学习动机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2A34723-4680-468B-76F0-D9314427141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ExtraLight</vt:lpstr>
      <vt:lpstr>Arial</vt:lpstr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2026-07-02T08:07:35Z</dcterms:modified>
</cp:coreProperties>
</file>