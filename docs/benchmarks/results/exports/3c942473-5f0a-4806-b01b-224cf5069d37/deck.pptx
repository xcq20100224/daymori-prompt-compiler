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4C120-1E4D-4838-9A93-1F941A19C91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55F77-0FB4-483E-B83A-08613830F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614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5F77-0FB4-483E-B83A-08613830FE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42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5F77-0FB4-483E-B83A-08613830FE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855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5F77-0FB4-483E-B83A-08613830FE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5F77-0FB4-483E-B83A-08613830FE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171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5F77-0FB4-483E-B83A-08613830FE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6992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55F77-0FB4-483E-B83A-08613830FE1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53D88F-68DC-CC23-18A9-F50E428300B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B5E41F1-CBCE-98A1-7424-3B777EF924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6DF4295-B053-D964-2E7D-D8251C87E30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163EBA-C06C-E23C-242C-A0E75A3CB02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50C05E-75FB-0686-946A-1FC1159CCD8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A254497-7885-2B8A-D2C4-738C3FBBCB5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335794-3B6C-8EF0-8072-EBA53313233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A49795-BED7-9F0F-E777-C7DC454C335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663466-73BE-6563-2F82-1E110DEDE7D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2026-07-08T12:58:30Z</dcterms:modified>
</cp:coreProperties>
</file>