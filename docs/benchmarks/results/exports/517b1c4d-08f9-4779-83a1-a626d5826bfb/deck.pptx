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D39996-D62E-445A-AD41-8E66CBD4A23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A67560-7102-4EFF-AE43-D41C0A7AC1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7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67560-7102-4EFF-AE43-D41C0A7AC1B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49046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67560-7102-4EFF-AE43-D41C0A7AC1B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371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67560-7102-4EFF-AE43-D41C0A7AC1B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9501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67560-7102-4EFF-AE43-D41C0A7AC1B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392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67560-7102-4EFF-AE43-D41C0A7AC1B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99476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A67560-7102-4EFF-AE43-D41C0A7AC1B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431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472E525-59B7-1E0B-FA3D-278D01C7367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E26C7F2-5835-5ECC-B3FC-5F3B5D5AE05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2FE14D6-758F-D88E-F27C-A73E35C6F40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48E98A-4A68-F09C-BD04-67FFD864547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C38A455-0B9F-BA0E-20AA-1AAB6550D77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BF10DE8-1F51-41E1-CB3E-8AE032006DC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61E354E-11B5-B2D5-7D11-FF92EB7599F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12B35B5-CDEA-3021-1C0A-A6E9007E51A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82CE52C-91B5-24FF-AFAA-F8D5C633707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</vt:lpstr>
      <vt:lpstr>MiSans ExtraLight</vt:lpstr>
      <vt:lpstr>MiSans Light</vt:lpstr>
      <vt:lpstr>等线</vt:lpstr>
      <vt:lpstr>等线 Light</vt:lpstr>
      <vt:lpstr>MiSans Semibold</vt:lpstr>
      <vt:lpstr>思源黑体 CN Normal</vt:lpstr>
      <vt:lpstr>Arial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2026-07-08T12:07:53Z</dcterms:modified>
</cp:coreProperties>
</file>