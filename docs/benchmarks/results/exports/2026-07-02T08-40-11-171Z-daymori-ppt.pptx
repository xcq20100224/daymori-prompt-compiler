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43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44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45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4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3.xlsx"/></Relationships>
</file>

<file path=ppt/charts/_rels/chart4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4.xlsx"/></Relationships>
</file>

<file path=ppt/charts/_rels/chart4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5.xlsx"/></Relationships>
</file>

<file path=ppt/charts/chart4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结论：先统一定义再做推理</c:v>
                  </c:pt>
                  <c:pt idx="1">
                    <c:v>证据：定义清晰时解题正确...</c:v>
                  </c:pt>
                  <c:pt idx="2">
                    <c:v>行动：第15分钟组织同桌...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20</c:v>
                </c:pt>
                <c:pt idx="1">
                  <c:v>20</c:v>
                </c:pt>
                <c:pt idx="2">
                  <c:v>15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问题影响度</c:v>
                </c:pt>
              </c:strCache>
            </c:strRef>
          </c:tx>
          <c:spPr>
            <a:solidFill>
              <a:srgbClr val="A97A5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结论：规律要通过数据和反...</c:v>
                  </c:pt>
                  <c:pt idx="1">
                    <c:v>证据：示例数据两组以上且...</c:v>
                  </c:pt>
                  <c:pt idx="2">
                    <c:v>行动：第22分钟做一轮口...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22</c:v>
                </c:pt>
                <c:pt idx="1">
                  <c:v>42</c:v>
                </c:pt>
                <c:pt idx="2">
                  <c:v>31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结论：知识点必须落到可观...</c:v>
                  </c:pt>
                  <c:pt idx="1">
                    <c:v>证据：至少给出3条观察数...</c:v>
                  </c:pt>
                  <c:pt idx="2">
                    <c:v>行动：末段小组复盘并记录...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</c:v>
                </c:pt>
                <c:pt idx="1">
                  <c:v>5</c:v>
                </c:pt>
                <c:pt idx="2">
                  <c:v>58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475488"/>
            <a:ext cx="10177272" cy="182880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4" name="Text 2"/>
          <p:cNvSpPr/>
          <p:nvPr/>
        </p:nvSpPr>
        <p:spPr>
          <a:xfrm>
            <a:off x="1353312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技术评审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559552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53312" y="1481328"/>
            <a:ext cx="907999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7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导入：多租户权限模型重构为什么重要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1353312" y="2926080"/>
            <a:ext cx="9079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建立多租户权限模型重构学习动机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353312" y="3977640"/>
            <a:ext cx="9079992" cy="1143000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81912" y="4315968"/>
            <a:ext cx="8622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关键要点：结论：先明确问题场景再进入知识点 ｜ 证据：课前抽测常见错误率在30%-45% ｜ 行动：本节前5分钟完成情境提问与口头反馈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53312" y="5266944"/>
            <a:ext cx="9079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本页结论：建立多租户权限模型重构学习动机；关键抓手：结论：先明确问题场景再进入知识点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多租户权限模型重构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1/8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学习目标与标准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目标对齐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目标：明确可验收结果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本页结论：明确可验收结果；关键抓手：结论：本节目标是会说会算会应用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结论：本节目标是会说会算会应用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证据：课堂达标线为3题中至少2题正确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行动：中段进行板演，课后完成A/B分层任务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目标卡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演讲备注：目标量化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多租户权限模型重构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2/8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核心概念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数据洞察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目标：统一术语和单位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本页结论：统一术语和单位；关键抓手：结论：先统一定义再做推理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结论：先统一定义再做推理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证据：定义清晰时解题正确率通常提升20%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行动：第15分钟组织同桌互查概念表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概念图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演讲备注：概念先行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多租户权限模型重构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3/8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关键规律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目标：形成可复用模型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本页结论：形成可复用模型；关键抓手：结论：规律要通过数据和反例双验证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结论：规律要通过数据和反例双验证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证据：示例数据两组以上且单位完整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行动：第22分钟做一轮口算或判断练习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规律图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演讲备注：规律证据化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多租户权限模型重构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4/8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方法步骤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行动落地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目标：稳定解题流程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本页结论：稳定解题流程；关键抓手：结论：按步骤执行可减少漏项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结论：按步骤执行可减少漏项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证据：流程化作答正确率高于自由作答约18%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行动：第28分钟板演标准步骤模板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流程图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演讲备注：步骤固定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多租户权限模型重构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5/8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例题精讲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目标：打通已知到结论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本页结论：打通已知到结论；关键抓手：结论：已知-求-解结构最稳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结论：已知-求-解结构最稳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证据：例题数值与单位完整可复算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行动：第35分钟学生独立完成同构题并互评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例题卡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演讲备注：例题拆解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多租户权限模型重构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6/8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实验或应用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目标：连接真实场景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本页结论：连接真实场景；关键抓手：结论：知识点必须落到可观察现象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结论：知识点必须落到可观察现象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证据：至少给出3条观察数据并计算均值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行动：末段小组复盘并记录1条改进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实验图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演讲备注：场景连接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多租户权限模型重构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7/8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总结与作业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目标：完成课堂闭环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本页结论：完成课堂闭环；关键抓手：结论：回收核心结论和高频错因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结论：回收核心结论和高频错因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证据：快测目标正确率&gt;=80%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行动：课后A组基础3题，B组综合2题，下节开场讲错题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作业卡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演讲备注：闭环收束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多租户权限模型重构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8/8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多租户权限模型重构 - 技术评审</dc:title>
  <dc:subject>技术评审</dc:subject>
  <dc:creator>Daymori</dc:creator>
  <cp:lastModifiedBy>Daymori</cp:lastModifiedBy>
  <cp:revision>1</cp:revision>
  <dcterms:created xsi:type="dcterms:W3CDTF">2026-07-02T08:40:11Z</dcterms:created>
  <dcterms:modified xsi:type="dcterms:W3CDTF">2026-07-02T08:40:11Z</dcterms:modified>
</cp:coreProperties>
</file>