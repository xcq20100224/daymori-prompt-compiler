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0DDA0-28E3-4FE0-97E3-C794933EC3B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B7B30-87DD-44FB-958A-38B35BF3F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54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91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644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37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639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18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B7B30-87DD-44FB-958A-38B35BF3FD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83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2E6730-C306-A7FD-8D5A-5E0F9208094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2341C46-B555-BEE9-D2F3-034A329823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5AF643-B510-D3DB-5B00-744A3EFFE2D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4F672A-7736-2918-A7A0-4636A9E9C8B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5372DC-BD2B-19F3-B9AB-22F58F40FBD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89C3C0-3C4A-C9F6-31F2-C3E90BEA895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E0C5F8-0829-3D8F-6D5E-6D45281BB8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5B4BFF-BB43-75B4-870E-8E65BF71BE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7472A9-8088-3DD6-C942-CEA13243935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2026-07-07T08:24:38Z</dcterms:modified>
</cp:coreProperties>
</file>