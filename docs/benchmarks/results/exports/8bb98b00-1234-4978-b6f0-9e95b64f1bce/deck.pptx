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B41ED-E380-4F9E-878E-3F55AA35708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D40340-B6E4-43E6-A92C-5E3AB35A3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216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40340-B6E4-43E6-A92C-5E3AB35A31D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289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40340-B6E4-43E6-A92C-5E3AB35A31D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872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40340-B6E4-43E6-A92C-5E3AB35A31D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78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40340-B6E4-43E6-A92C-5E3AB35A31D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416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40340-B6E4-43E6-A92C-5E3AB35A31D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491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40340-B6E4-43E6-A92C-5E3AB35A31D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290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202F35E-33B7-001A-9A9A-101C910CFC3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C2D4E18-8E92-785A-22D1-911B38A7AB5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9407AAF-C0F6-A9F3-DD0C-F1666336E4A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4B88CA-92F2-11FC-A95C-F2BC976E6B0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3AC0DE5-7B2F-4443-E984-36949F94660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55A040E-E4FB-EB47-443D-1E8A9EB8A2E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742DF85-E7EF-3CD4-5FB4-C9293A50AAA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29A1E88-A337-7C4F-600B-5823E08D5F8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0F7D0D-A65B-CA61-6CA2-B3892C72D6D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等线</vt:lpstr>
      <vt:lpstr>等线 Light</vt:lpstr>
      <vt:lpstr>MiSans Medium</vt:lpstr>
      <vt:lpstr>Arial</vt:lpstr>
      <vt:lpstr>MiSans Semibold</vt:lpstr>
      <vt:lpstr>思源黑体 CN Normal</vt:lpstr>
      <vt:lpstr>MiSans</vt:lpstr>
      <vt:lpstr>MiSans Demibold</vt:lpstr>
      <vt:lpstr>MiSans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2026-07-08T13:08:08Z</dcterms:modified>
</cp:coreProperties>
</file>