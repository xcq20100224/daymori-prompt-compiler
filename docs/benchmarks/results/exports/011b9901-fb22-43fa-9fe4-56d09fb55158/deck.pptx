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6C35DE-E205-4B7C-848D-38C9EF04EA0D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BAD1B2-C684-4997-B90C-B6847C7368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06454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客服降本增效方案现状结构图 本下降与响应效率提升。 图示：</a:t>
            </a:r>
            <a:r>
              <a:rPr lang="en-US" altLang="zh-CN"/>
              <a:t>AI</a:t>
            </a:r>
            <a:r>
              <a:rPr lang="zh-CN" altLang="en-US"/>
              <a:t>客服降本增效方案现状结构图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BAD1B2-C684-4997-B90C-B6847C73687C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68578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客服降本增效方案问题分层卡片 知识库缺口、监控盲区”四类问题， 先补齐兜底机制， 再逐步扩大自动化覆盖范围。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BAD1B2-C684-4997-B90C-B6847C73687C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87989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客服降本增效方案方案架构图 执行动作与里程碑安排， 帮助读者快速理解问题 背景、 方案价值与下一步推进 优先级。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BAD1B2-C684-4997-B90C-B6847C73687C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07540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BAD1B2-C684-4997-B90C-B6847C73687C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74193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方案价值与下一步推进优先级。 图示： 试点指标仪表盘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BAD1B2-C684-4997-B90C-B6847C73687C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79783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BAD1B2-C684-4997-B90C-B6847C73687C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39732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客服降本增效方案提案汇报：体验与增长并重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3296228-B367-E092-2589-9C16BAB2568F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客服降本增效方案提案汇报：体验与增长并重</a:t>
            </a:r>
            <a:r>
              <a:rPr lang="en-US" altLang="zh-CN" sz="1400"/>
              <a:t>AI</a:t>
            </a:r>
            <a:r>
              <a:rPr lang="zh-CN" altLang="en-US" sz="1400"/>
              <a:t>客服降本增效方案提案汇报：体验与增长并重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客服降本增效方案的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49F18334-A511-409A-B6A6-796EE96DC711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11569B2C-1865-8CE7-43D7-71E32675E60A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客服降本增效方案的核心约束与机会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客服降本增效方案目前在高频场景中存在明显资源浪费，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标准问题处理成本偏高。若按试点方式先覆盖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TOP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场景，可在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/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个月内验证单位成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客服降本增效方案问题分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层卡片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客服降本增效方案需重点拆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解“误判风险、转人工滞后、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客服降本增效方案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869775F-94AC-B425-3D4C-9B75339125D3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客服降本增效方案的分阶段落地方案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本页提供可直接用于汇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报的业务说明，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系统覆盖场景现状、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关键判断、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阶段：定义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客服降本增效方案关键体验指标与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在核心触点试点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客服降本增效方案体验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阶段：根据用户反馈迭代并扩展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959DD15-6D3B-1D21-D9E6-8BDBEFB0F8AD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326947A-FCF8-9233-A606-179593F32B73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5F2632AE-928C-FDD6-A970-C68428BA8FD3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D77F695E-9C60-FC8F-C4C5-6C4F2293993E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83CA8E5-A3C2-779A-7BB9-CE11FB56B4DD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521</Words>
  <Application>Microsoft Office PowerPoint</Application>
  <PresentationFormat>宽屏</PresentationFormat>
  <Paragraphs>72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Demibold</vt:lpstr>
      <vt:lpstr>MiSans Light</vt:lpstr>
      <vt:lpstr>思源黑体 CN Normal</vt:lpstr>
      <vt:lpstr>MiSans Normal</vt:lpstr>
      <vt:lpstr>MiSans Medium</vt:lpstr>
      <vt:lpstr>等线 Light</vt:lpstr>
      <vt:lpstr>Arial</vt:lpstr>
      <vt:lpstr>MiSans ExtraLight</vt:lpstr>
      <vt:lpstr>MiSans Semibold</vt:lpstr>
      <vt:lpstr>等线</vt:lpstr>
      <vt:lpstr>MiSans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2026-07-09T04:48:22Z</dcterms:modified>
</cp:coreProperties>
</file>