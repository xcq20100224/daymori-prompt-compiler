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8F6F4-D01A-4F98-98CE-07942F31397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A72DF-9F35-48BE-BF48-222A89DFA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49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A72DF-9F35-48BE-BF48-222A89DFAE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061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A72DF-9F35-48BE-BF48-222A89DFAE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392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A72DF-9F35-48BE-BF48-222A89DFAE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088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A72DF-9F35-48BE-BF48-222A89DFAE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337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A72DF-9F35-48BE-BF48-222A89DFAE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437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A72DF-9F35-48BE-BF48-222A89DFAE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589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F58E7B-979F-F99D-99F7-8AC3F330EF2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DCBA37D-C5BB-4B86-28D6-D57CFA87734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6571BD-86A8-4426-58AB-7E1823DEB5A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F6EED9-21FD-3EF5-7478-69B09A80127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4F1202-20C7-9698-9D15-2238130F406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1AD231-A2D0-F1F2-FE21-7F04946D698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C6423A-6077-B2D9-61C6-D61B9507009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118A478-0DAF-83A2-D00C-AA076BA30B9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591708-1793-05F6-CD21-12613D52512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2026-07-08T13:07:25Z</dcterms:modified>
</cp:coreProperties>
</file>