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49B70-ED65-445D-AD92-DDD27358202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B66B5-1D93-4829-9DD4-53607BE5A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30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B66B5-1D93-4829-9DD4-53607BE5A0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10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B66B5-1D93-4829-9DD4-53607BE5A0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765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B66B5-1D93-4829-9DD4-53607BE5A0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75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B66B5-1D93-4829-9DD4-53607BE5A0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13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B66B5-1D93-4829-9DD4-53607BE5A0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58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B66B5-1D93-4829-9DD4-53607BE5A0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10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AAE687-0B78-8A49-7E80-6BFB2F98958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4E8393-EE71-500D-1A34-ADF66C4479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1CC9FD-FB53-CCA7-680D-A2C51579DF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31FD36-6CBF-2D62-1738-579B28E88B3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21B86E-486E-0A32-9E32-AB5A33879D2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B26EE3-07EF-D0E2-92D4-6D11A0717D4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EA2AD8-9779-40F4-9D8C-8549FAD8830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58BCA1-5908-6903-F163-9A90EC9BFD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790C0E-AA73-0897-9C29-4C710BF0638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2026-07-07T03:59:30Z</dcterms:modified>
</cp:coreProperties>
</file>