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CCA8D-DDCC-4482-AB0C-00B8370C7EF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09804-0D6E-4DB1-A7CF-EB6A64DFE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66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9804-0D6E-4DB1-A7CF-EB6A64DFE83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239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9804-0D6E-4DB1-A7CF-EB6A64DFE83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65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9804-0D6E-4DB1-A7CF-EB6A64DFE83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090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9804-0D6E-4DB1-A7CF-EB6A64DFE83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33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9804-0D6E-4DB1-A7CF-EB6A64DFE83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309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9804-0D6E-4DB1-A7CF-EB6A64DFE83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695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F0AC1B-2EB5-EFE2-6FE5-03E96DCB01C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694E9F9-0D90-BE8A-2158-F98883588CA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3DD84F-FB08-9273-F33E-C7B6E51F900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0B522B-EAA7-D8BC-31D2-227DC3351E1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39891A-E7C3-F897-F0F6-48344E7DA01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3C1F45-F043-2B35-6D42-87E22DBA18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9CB098-4648-BD61-D6EF-B13EDCDF4A8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A75158-930D-7143-3A64-971C48EDFF0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6F7DB0-BE41-618C-8601-13F383ED62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2026-07-08T11:31:26Z</dcterms:modified>
</cp:coreProperties>
</file>