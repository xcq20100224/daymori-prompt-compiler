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8E17A-D842-4DD3-981E-D612DB783B9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C0F44-AD88-4700-B4A3-5AE84C1518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85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C0F44-AD88-4700-B4A3-5AE84C1518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79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C0F44-AD88-4700-B4A3-5AE84C1518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26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C0F44-AD88-4700-B4A3-5AE84C1518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10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C0F44-AD88-4700-B4A3-5AE84C1518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059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C0F44-AD88-4700-B4A3-5AE84C1518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0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C0F44-AD88-4700-B4A3-5AE84C1518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202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066F68-17B9-5915-3558-484BCFB83EA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9F56A12-4095-958C-47A0-91DB5DB502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22960C-9C8C-5797-796D-642F4DC7791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554101-25E1-B013-8300-8C0F8E81A19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3EEDC1-35A9-88AC-7DED-7B284F15CB6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6A7406-A402-3F03-BAB2-4EE5846C4D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1CF875-41E7-EE07-EC71-32BCB954ECC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7D7635-87B0-BDA5-26E4-72DCCDFFA3D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488FF7-FD57-0FDF-9B81-3062F87F191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Semibold</vt:lpstr>
      <vt:lpstr>思源黑体 CN Normal</vt:lpstr>
      <vt:lpstr>MiSans Medium</vt:lpstr>
      <vt:lpstr>MiSans Normal</vt:lpstr>
      <vt:lpstr>MiSans Demibold</vt:lpstr>
      <vt:lpstr>MiSans</vt:lpstr>
      <vt:lpstr>等线</vt:lpstr>
      <vt:lpstr>MiSans ExtraLight</vt:lpstr>
      <vt:lpstr>MiSans Light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2026-07-08T04:38:59Z</dcterms:modified>
</cp:coreProperties>
</file>