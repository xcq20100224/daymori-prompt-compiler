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A187E-DB25-464B-8B7B-B64EEE8756E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2C33D-21D8-41C3-98AC-15FE882E8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79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2C33D-21D8-41C3-98AC-15FE882E8DB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775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2C33D-21D8-41C3-98AC-15FE882E8DB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860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2C33D-21D8-41C3-98AC-15FE882E8DB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515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2C33D-21D8-41C3-98AC-15FE882E8DB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174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2C33D-21D8-41C3-98AC-15FE882E8DB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421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2C33D-21D8-41C3-98AC-15FE882E8DB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872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116EDB-4DFA-83D6-8153-3F8383FD3CE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62F9E6D-290D-879F-ECCF-A8864D5FB2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4DE608-F8F6-E1AA-1261-EE9D4D2D49E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D90494-0977-C7A5-FCB6-2091E514790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6CE3F0-13D9-23E8-E68E-43014635118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B22832-FD80-1F02-338E-320742937BE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33C2A3-AA1C-F4C0-44DB-9855CB13B4F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684040F-564D-C06E-FBFB-F2DE5D4FF73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AD80AF-ADE7-B4C0-DA5C-BB1A06A88A7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2026-07-08T11:59:44Z</dcterms:modified>
</cp:coreProperties>
</file>