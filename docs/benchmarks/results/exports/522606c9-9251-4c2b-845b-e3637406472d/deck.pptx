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1D7E8-1406-4DAE-AD1C-272D8CE7B2F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4BFD9-9937-4054-ADC2-5072DA35BF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967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BFD9-9937-4054-ADC2-5072DA35BFA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252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BFD9-9937-4054-ADC2-5072DA35BFA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9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BFD9-9937-4054-ADC2-5072DA35BFA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338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BFD9-9937-4054-ADC2-5072DA35BFA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150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BFD9-9937-4054-ADC2-5072DA35BFA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636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BFD9-9937-4054-ADC2-5072DA35BFA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824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4ADAAC-E1B7-012D-2101-55BA0E4D2E3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E270372-D5DE-ABD8-F200-6100FCECF25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8CD15A8-CE43-D52B-DD10-456C423789A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01BA6C-95D4-2DD8-D0F4-600867E23B1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05D2DF-297D-1C99-B873-1CDC624C898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5AA0D0-8592-ABF9-1E43-A305C859944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90CF2A-0CD0-3F34-C69C-30ECF08FADC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01C84E-9BF1-2D40-F320-B3F1983B3DE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5996B5-3421-FC5E-6AD0-C6BA72811ED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ExtraLight</vt:lpstr>
      <vt:lpstr>MiSans Demibold</vt:lpstr>
      <vt:lpstr>等线 Light</vt:lpstr>
      <vt:lpstr>MiSans Semibold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2026-07-09T04:23:29Z</dcterms:modified>
</cp:coreProperties>
</file>