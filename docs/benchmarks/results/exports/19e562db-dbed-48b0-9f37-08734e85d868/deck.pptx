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FEBEFC-74C0-4598-9F33-7DA74592D33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11D92-59AE-45A6-A5CF-10849B7F08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89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11D92-59AE-45A6-A5CF-10849B7F08B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244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11D92-59AE-45A6-A5CF-10849B7F08B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424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11D92-59AE-45A6-A5CF-10849B7F08B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031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11D92-59AE-45A6-A5CF-10849B7F08B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663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11D92-59AE-45A6-A5CF-10849B7F08B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523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11D92-59AE-45A6-A5CF-10849B7F08B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13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AE8384F-0197-31A4-C0D5-D0CD87E24C9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1CBA843-46E3-CA09-5851-3328511E2DE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EFF20BF-1342-EC73-7915-7EEBA5F7FE8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D8BD25-68E6-A2D4-D595-5EA36664A23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CA7FE2-21ED-8FE5-D1FB-139835AF706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B29C42-DBD3-F3BF-81E4-4A7FA5303E5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1D749F-0C6F-22F8-2F39-3E114D5C95B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11525F-0599-77E0-F21E-BD3E406A5F7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32D4CA-AB48-9BA0-F265-67C18C551A4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2026-07-08T10:18:19Z</dcterms:modified>
</cp:coreProperties>
</file>