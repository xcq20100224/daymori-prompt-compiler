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E0FD7-FC2B-48D6-8502-8AF80DCEF8B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33286-125A-431D-9E0C-F38869E20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33286-125A-431D-9E0C-F38869E20F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139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33286-125A-431D-9E0C-F38869E20F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686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33286-125A-431D-9E0C-F38869E20FF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4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33286-125A-431D-9E0C-F38869E20FF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886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33286-125A-431D-9E0C-F38869E20FF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697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33286-125A-431D-9E0C-F38869E20FF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891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C09834-8994-803E-4879-448E4762EEA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01A7421-ACA7-CBC4-9F21-06E3379D7B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FC5D7B-6400-D3B9-F9CC-96E73BDAB32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C4AAA-51FD-5F36-98E4-17698AE5CE5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1218D8-797C-6D7F-C942-74053C13316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7B0CD1-1C32-9FF7-FAE8-B976C6BBC9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0A9BBE-E29D-9541-08D7-D6BAC8EBBF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720FF-B99C-814C-D838-5B28B925DF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ED7485-965C-87AC-6C3D-64AB347BE28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2026-07-08T12:04:24Z</dcterms:modified>
</cp:coreProperties>
</file>