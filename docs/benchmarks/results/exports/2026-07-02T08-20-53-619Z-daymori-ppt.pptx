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37FC9-5078-4EB6-9E1B-766434B87C3F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5E4AC5-DB54-4C9D-84A9-2242E043FC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325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E4AC5-DB54-4C9D-84A9-2242E043FC1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451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E4AC5-DB54-4C9D-84A9-2242E043FC1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209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E4AC5-DB54-4C9D-84A9-2242E043FC1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55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E4AC5-DB54-4C9D-84A9-2242E043FC1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859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E4AC5-DB54-4C9D-84A9-2242E043FC1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046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E4AC5-DB54-4C9D-84A9-2242E043FC1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432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E4AC5-DB54-4C9D-84A9-2242E043FC1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136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5E4AC5-DB54-4C9D-84A9-2242E043FC1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068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导入：压强与浮力为什么重要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建立压强与浮力学习动机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F987F17-3EB8-00E0-ACEE-A070BD6DFFA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2026-07-02T08:20:27Z</dcterms:modified>
</cp:coreProperties>
</file>