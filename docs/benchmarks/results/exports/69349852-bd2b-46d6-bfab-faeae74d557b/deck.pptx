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B8255B-ECED-414F-89EF-D9DFEA46552C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B3FF65-8A37-4603-AF52-AFC4AF9361A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81820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需要先完成问题分层与优先级重排。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B3FF65-8A37-4603-AF52-AFC4AF9361AC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41724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B3FF65-8A37-4603-AF52-AFC4AF9361AC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95015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B3FF65-8A37-4603-AF52-AFC4AF9361AC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2745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B3FF65-8A37-4603-AF52-AFC4AF9361AC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25190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B3FF65-8A37-4603-AF52-AFC4AF9361AC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04958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B3FF65-8A37-4603-AF52-AFC4AF9361AC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70638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C98B59A-A5D8-F9C7-1CF4-FD78C25AF62B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E65CAE73-94AB-1059-3954-A4D09E54E6A5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3598CA0D-498A-542E-6C51-C6484E3E75DF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客服降本增效方案当前在目标达成、资源配置与执行路径上存在明显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瓶颈。若继续沿用现有方式，成本、效率与可持续性将同步承压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 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客服降本增效方案可将问题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拆为目标定义、流程协同、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C9F8877-6ABA-37AE-A424-19CA3391522E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方案建议采用“目标对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证”三层架构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客服降本增效方案试点并跟踪关键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4AE4B47-7738-9EF1-0C16-0983581BFD8B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BAA8767-D48B-4DAA-4A45-1B03AA817F82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EFC40A2-9985-5338-F298-9CF52A4933DC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B4DDDF6-6687-1F59-B87D-D61F438AD3DD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67238C9-0177-64A7-D89D-AA87587B0A45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603</Words>
  <Application>Microsoft Office PowerPoint</Application>
  <PresentationFormat>宽屏</PresentationFormat>
  <Paragraphs>80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Medium</vt:lpstr>
      <vt:lpstr>MiSans ExtraLight</vt:lpstr>
      <vt:lpstr>等线 Light</vt:lpstr>
      <vt:lpstr>Arial</vt:lpstr>
      <vt:lpstr>MiSans Semibold</vt:lpstr>
      <vt:lpstr>MiSans</vt:lpstr>
      <vt:lpstr>MiSans Demibold</vt:lpstr>
      <vt:lpstr>MiSans Light</vt:lpstr>
      <vt:lpstr>思源黑体 CN Normal</vt:lpstr>
      <vt:lpstr>等线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2026-07-09T02:25:43Z</dcterms:modified>
</cp:coreProperties>
</file>