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930D9A-694D-4C81-9623-C083C09E5218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2C2155-2FD8-43C6-8566-8E649F7171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2789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C2155-2FD8-43C6-8566-8E649F71715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65561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流程协同、 执行能力与反馈闭环四个层面。 先聚焦高频高影响环节， 再逐步覆盖复杂场景， 可显著降低试点风险。 图示： </a:t>
            </a:r>
            <a:r>
              <a:rPr lang="en-US" altLang="zh-CN"/>
              <a:t>AI</a:t>
            </a:r>
            <a:r>
              <a:rPr lang="zh-CN" altLang="en-US"/>
              <a:t>客服降本增效方案问题分 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C2155-2FD8-43C6-8566-8E649F71715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35505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建设， 再通过迭代机制优化质 量， 形成可复制的执行闭环。 图示： </a:t>
            </a:r>
            <a:r>
              <a:rPr lang="en-US" altLang="zh-CN"/>
              <a:t>AI</a:t>
            </a:r>
            <a:r>
              <a:rPr lang="zh-CN" altLang="en-US"/>
              <a:t>客服降本增效方案 方案架构图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C2155-2FD8-43C6-8566-8E649F71715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37153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C2155-2FD8-43C6-8566-8E649F71715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70871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C2155-2FD8-43C6-8566-8E649F71715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46043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C2155-2FD8-43C6-8566-8E649F71715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6227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>
                <a:cs typeface="思源黑体 CN Normal" panose="020B0400000000000000" charset="-122"/>
              </a:rPr>
              <a:t>AI</a:t>
            </a:r>
            <a:r>
              <a:rPr lang="zh-CN" altLang="en-US">
                <a:cs typeface="思源黑体 CN Normal" panose="020B0400000000000000" charset="-122"/>
              </a:rPr>
              <a:t>客服降本增效方案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5C1C4FA-9E52-3DF5-CE99-B207E81E9838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客服降本增效方案的核心约束与</a:t>
            </a:r>
          </a:p>
          <a:p>
            <a:r>
              <a:rPr lang="zh-CN" altLang="en-US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机会</a:t>
            </a:r>
            <a:endParaRPr lang="zh-CN" altLang="en-US" sz="13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9D5335F3-7381-53D3-6E90-3F09519FC82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BCEB539-6CCE-6D36-1A47-4E8FA11A4075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现状背景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客服降本增效方案当前在目标达成、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资源配置与执行路径上存在明显瓶颈。若继续沿用现有方式，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成本、效率与可持续性将同步承压，需要先完成问题分层与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...</a:t>
            </a: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000"/>
              <a:t>围绕</a:t>
            </a:r>
            <a:r>
              <a:rPr lang="en-US" altLang="zh-CN" sz="1000"/>
              <a:t>AI</a:t>
            </a:r>
            <a:r>
              <a:rPr lang="zh-CN" altLang="en-US" sz="1000"/>
              <a:t>客服降本增效方案可</a:t>
            </a:r>
          </a:p>
          <a:p>
            <a:pPr algn="ctr"/>
            <a:r>
              <a:rPr lang="zh-CN" altLang="en-US" sz="1000"/>
              <a:t>将问题拆为目标定义、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1809261-3414-F797-B6A6-9C50D87B7A7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6FF792A-F034-A33C-21E1-18A1D86E5ABC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围绕</a:t>
            </a:r>
            <a:r>
              <a:rPr lang="en-US" altLang="zh-CN" sz="1000"/>
              <a:t>AI</a:t>
            </a:r>
            <a:r>
              <a:rPr lang="zh-CN" altLang="en-US" sz="1000"/>
              <a:t>客服降本增效方案可将问题拆为目标定义、流程协同、执行能力与反馈闭环四个层面。</a:t>
            </a:r>
          </a:p>
          <a:p>
            <a:r>
              <a:rPr lang="zh-CN" altLang="en-US" sz="1000"/>
              <a:t>先聚焦高频高影响环节，再逐步覆盖复杂场景，可显著降低试点风险。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r>
              <a:rPr lang="en-US" altLang="zh-CN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AI</a:t>
            </a:r>
            <a:r>
              <a:rPr lang="zh-CN" altLang="en-US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客服降本增效方案的分阶段落地方案</a:t>
            </a:r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DEBDC94-E3FC-603D-B0F7-6BED103141D4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客服降本增效方案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方案建议采用“目标对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证”三层架构，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6E3D79E-5CD9-1375-6AB2-5872D7E43D1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实施路径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1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阶段：明确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客服降本增效方案目标与边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界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2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阶段：完成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客服降本增效方案试点并跟踪关键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阶段：复盘优化后推进规模化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00"/>
              <a:t>价值评估 建议围绕</a:t>
            </a:r>
            <a:r>
              <a:rPr lang="en-US" altLang="zh-CN" sz="1000"/>
              <a:t>AI</a:t>
            </a:r>
            <a:r>
              <a:rPr lang="zh-CN" altLang="en-US" sz="1000"/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000"/>
              <a:t>案建立统一指标集，至少覆盖效率、质量、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51E62AA-5F80-C410-B819-A5690CDC448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4A6F708-BCD5-6A9D-390B-EA86140B547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F3AE4EB-879C-8677-E3EF-BA7ABCF9B80B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97B739A-EFFA-BE6A-B1D9-E2FFAC0D38C5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DDB2EDC-4221-1FF1-E562-CDFE0EFFB132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1F08876-9589-0072-A270-2A6559C81866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D37F6EE-8F2D-20F8-9F24-536C0C7253B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8970F11-B534-3FC8-17D5-4CE48E42B174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612</Words>
  <Application>Microsoft Office PowerPoint</Application>
  <PresentationFormat>宽屏</PresentationFormat>
  <Paragraphs>57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Semibold</vt:lpstr>
      <vt:lpstr>等线 Light</vt:lpstr>
      <vt:lpstr>思源黑体 CN Normal</vt:lpstr>
      <vt:lpstr>Arial</vt:lpstr>
      <vt:lpstr>MiSans Normal</vt:lpstr>
      <vt:lpstr>MiSans ExtraLight</vt:lpstr>
      <vt:lpstr>MiSans</vt:lpstr>
      <vt:lpstr>MiSans Demibold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2026-07-08T14:21:01Z</dcterms:modified>
</cp:coreProperties>
</file>