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D9503-CB2E-47A6-B4DD-504771FFD64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42BB4-EB78-418D-8EB6-D7A62C9B33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356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42BB4-EB78-418D-8EB6-D7A62C9B33F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642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42BB4-EB78-418D-8EB6-D7A62C9B33F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116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42BB4-EB78-418D-8EB6-D7A62C9B33F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514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42BB4-EB78-418D-8EB6-D7A62C9B33F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444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42BB4-EB78-418D-8EB6-D7A62C9B33F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650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42BB4-EB78-418D-8EB6-D7A62C9B33F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238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EF272E-D76E-1F99-56DE-DFB02BA4CBB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7A52232-C735-E7F1-176F-F65466B4D6B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046AE87-A407-5BD6-3116-331A8023FB8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19542F-8ABB-F353-A10E-B7662FD1A21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00EBD65-4426-C9CB-A40D-F00251EB241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14ABA0-D99C-1395-4866-0761CE9F1CC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1B00577-AD28-757F-E457-6055C598D9F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7AE966-0766-6A3A-26B8-DEFCCF260E4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D9AF14F-E14B-9A93-F696-F5F20B41283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2026-07-08T05:12:45Z</dcterms:modified>
</cp:coreProperties>
</file>