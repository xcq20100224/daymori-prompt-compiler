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F7101D-532E-4E3D-BE3E-8B6C5879EFA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36BA9B-6BE8-490C-8F05-3A69724229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816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BA9B-6BE8-490C-8F05-3A697242292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788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BA9B-6BE8-490C-8F05-3A697242292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049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BA9B-6BE8-490C-8F05-3A697242292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787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BA9B-6BE8-490C-8F05-3A697242292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896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BA9B-6BE8-490C-8F05-3A697242292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197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BA9B-6BE8-490C-8F05-3A697242292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418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EDEB58-94EB-3DBE-0CFE-18E3FDBE3C0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3CBD8C8-30DD-AD31-AF07-8E72A0262FD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84C3CD9-B762-D409-25C6-492570456C2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4B8826C-0430-BBBE-D939-17FBF732848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188AB32-C6A1-926E-E1A0-707790063BC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70CBC4E-30AA-22EA-7F6F-078F0D67216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118DAC9-1AC9-42AF-9421-C2E5B0597CB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76ECFCA-7B19-ED4B-453F-ACE2FFAB364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0C32000-5A39-E0DA-DA3F-ECCB96F8063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MiSans Medium</vt:lpstr>
      <vt:lpstr>MiSans Normal</vt:lpstr>
      <vt:lpstr>等线</vt:lpstr>
      <vt:lpstr>等线 Light</vt:lpstr>
      <vt:lpstr>Arial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2026-07-08T12:32:36Z</dcterms:modified>
</cp:coreProperties>
</file>