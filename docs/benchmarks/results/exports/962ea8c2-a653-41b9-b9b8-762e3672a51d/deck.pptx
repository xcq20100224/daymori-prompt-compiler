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C7B2E-3EAD-4673-BFF8-D90F5B93B98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493E7-DFF8-4E97-95CE-E8C1E772E4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95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493E7-DFF8-4E97-95CE-E8C1E772E46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194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493E7-DFF8-4E97-95CE-E8C1E772E46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747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493E7-DFF8-4E97-95CE-E8C1E772E46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119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493E7-DFF8-4E97-95CE-E8C1E772E46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857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493E7-DFF8-4E97-95CE-E8C1E772E46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470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493E7-DFF8-4E97-95CE-E8C1E772E46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755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6B29A5C-D678-E926-1918-B239984FBC7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3A351B9-DE73-0573-0E8C-E52D00DB726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EBA7C5-4E27-086A-C641-84BF4335F3A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8FD54A-B896-459B-B262-7FD760C1ABB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EF6DC42-7985-4E87-3A09-629F8EB5487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A767CD4-9E17-496E-43B9-4FC08C2F811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92D547-5568-62E6-5761-5BFEE9DF8AF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E9DC239-1209-6B4D-901F-CA147A3C583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C1FCB2-E3CE-FE9D-9E82-1026A4911D1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2026-07-08T05:01:35Z</dcterms:modified>
</cp:coreProperties>
</file>