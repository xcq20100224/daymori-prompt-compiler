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49383E-D015-4A41-AF35-30244187F70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076CD-DE65-495A-8C47-F1AA5E9E71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567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供应链优化现状结构图 优先级重排。 图示：供应链优化现状结构图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076CD-DE65-495A-8C47-F1AA5E9E717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203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供应链优化问题分层卡片 执行能力与反馈闭环四个层面。 先聚焦高频高影响环节， 再逐步覆盖复杂场景， 可显著降低试点风险。 图示： 供应链优化问题分层卡片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076CD-DE65-495A-8C47-F1AA5E9E717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319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供应链优化方案架构图 建设， 再通过迭代机制优化质 量， 形成可复制的执行闭环。 图示： 供应链优化方案架构图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076CD-DE65-495A-8C47-F1AA5E9E717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139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076CD-DE65-495A-8C47-F1AA5E9E717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192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076CD-DE65-495A-8C47-F1AA5E9E717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675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D076CD-DE65-495A-8C47-F1AA5E9E717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420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供应链优化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E47E2E-CC6F-8CF0-86C3-DB6C87F2317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供应链优化提案汇报 供应链优化提案汇报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供应链优化的核心约束与机会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7990A23-31B7-F7FB-AC06-F98F46315B4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417E39-7C3C-B6CC-9FD1-C11ED7F25B0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供应链优化当前在目标达成、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围绕供应链优化可将问题拆为</a:t>
            </a:r>
          </a:p>
          <a:p>
            <a:pPr algn="ctr"/>
            <a:r>
              <a:rPr lang="zh-CN" altLang="en-US" sz="1000"/>
              <a:t>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A5A8BFB-FDED-01F1-F32C-87B12DEDE93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51F041-E11C-C42C-E47C-892C3AEEDDE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围绕供应链优化可将问题拆为目标定义、流程协同、执行能力与反馈闭环四个层面。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供应链优化的分阶段落地方案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8A27A2-512F-D1A6-9808-29F18B9FA9B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供应链优化方案建议采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能力建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效果验证”三层架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AD640C-5FDF-C38D-71F9-EC02725E616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阶段：明确供应链优化目标与边界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阶段：完成供应链优化试点并跟踪关键指标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建议围绕供应链优化建立统一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9C0E1A-73C6-3768-CC22-43B9B1095A8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399866-8461-9DBC-19E6-8483230973D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建议围绕供应链优化建立统一指标集，至少覆盖效率、质量、成本与稳定性四类指标。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A6A701D-5DC3-E8F1-A2BB-D7ABE49569B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3DC623-68F7-1CB0-548F-5E35B263398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0E5E24D-2A33-AEAE-47F0-C392295AB22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A0B76B0-A5E6-FFC8-90AA-2DBF7588E66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E641CE9-A59E-B98A-33D0-2DB6C360E5F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B2DCB2-DFF3-C237-5C7E-92FCBB103BA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93F5B84-0439-ABDD-3339-12DEA4E6646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547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MiSans Semibold</vt:lpstr>
      <vt:lpstr>等线 Light</vt:lpstr>
      <vt:lpstr>MiSans</vt:lpstr>
      <vt:lpstr>MiSans Demibold</vt:lpstr>
      <vt:lpstr>Arial</vt:lpstr>
      <vt:lpstr>思源黑体 CN Normal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2026-07-08T14:24:14Z</dcterms:modified>
</cp:coreProperties>
</file>