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DCDC3-E4B4-44E8-B1D6-CC7B46EDDC5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43EF-D846-4462-9853-1E1CA368EC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42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443EF-D846-4462-9853-1E1CA368EC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394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443EF-D846-4462-9853-1E1CA368EC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277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443EF-D846-4462-9853-1E1CA368EC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492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443EF-D846-4462-9853-1E1CA368EC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421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443EF-D846-4462-9853-1E1CA368EC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72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443EF-D846-4462-9853-1E1CA368EC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571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FD043C-5390-DAD6-7B6A-C9BCBABD787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9F0BD8-7C79-A015-EF20-2B8A85DC55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5D6FA8-70DB-D4D7-41E2-B3A39AD2AE5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EADA51-DC58-F4A5-D9E4-5AA5ABD68F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65838-6798-1F5D-DB3A-2ABDD7D8D49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A99AC-6939-F13B-8114-DF4545277C3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32E9F2-7D63-8D2B-1F97-8740CAA0C2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B201C-94F1-3D0D-D075-3A71F60416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E21C6E-43B6-E598-AFF6-B0757F36CF7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E44442-B756-DF5F-72CE-69E1788C7F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8A40CF-FE13-3908-8C8F-76DEFFA61A4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64454E-1BF0-A669-C82E-B46F4D7D340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E1182C-28A8-6773-F547-50A051A7948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19EB42-7223-7590-7E8A-EEC62B9D019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86844F-2A26-D08E-264F-8DF966FFD0E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835AE3-4D63-4142-A4C2-F5EB901078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2026-07-08T14:27:06Z</dcterms:modified>
</cp:coreProperties>
</file>