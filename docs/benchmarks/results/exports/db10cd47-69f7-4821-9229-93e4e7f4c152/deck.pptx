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71931-070D-4C02-AC7E-705872309FB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AD0D9-5B42-4674-8EA4-1CE24672E6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77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D0D9-5B42-4674-8EA4-1CE24672E6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49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D0D9-5B42-4674-8EA4-1CE24672E6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02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D0D9-5B42-4674-8EA4-1CE24672E6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002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D0D9-5B42-4674-8EA4-1CE24672E6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260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D0D9-5B42-4674-8EA4-1CE24672E6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74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AD0D9-5B42-4674-8EA4-1CE24672E6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28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856F83-E503-E8BD-4F5D-D26EC02BF94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CC12B6-6705-55D9-BA96-070C3F1797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9CBA82-7024-C189-E3D2-24A7FE4322F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DEE24-D08E-AAE9-615C-6438DDC13DB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20CD2F-FBF2-FCCC-A121-A578F11CB6B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FC822F-8CC5-24ED-7A0C-FEC4C3102F8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FB22A7-90FD-833C-C0E3-D123BF85551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62C6AA-1920-1AE6-FE75-782740ABE48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8BFEB3-AA35-9D2A-0F1E-012132DBA0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2026-07-08T05:39:29Z</dcterms:modified>
</cp:coreProperties>
</file>