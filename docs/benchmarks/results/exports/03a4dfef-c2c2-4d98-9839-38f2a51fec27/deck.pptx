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DE05B-BD0A-46A2-93D3-7B45AA84A9E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A3F95-28E0-4777-8971-73C30FFD2E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441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3F95-28E0-4777-8971-73C30FFD2E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542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3F95-28E0-4777-8971-73C30FFD2E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998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3F95-28E0-4777-8971-73C30FFD2E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716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3F95-28E0-4777-8971-73C30FFD2E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967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3F95-28E0-4777-8971-73C30FFD2E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877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A3F95-28E0-4777-8971-73C30FFD2E9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31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A7227F-3058-4EC8-8CE1-D3110B235D8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2A7998C-3160-9638-1F1A-ABC1BEC377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8C450C-4257-B680-C0F8-58EB372D42B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B128CA-2561-C148-5516-E59991AA7F2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FC8116-2983-55B5-DBC9-476A11739BF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FFDFB9-5ADF-B14D-F666-34D22AD2F2B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F3D2B9-4B3D-712E-F042-FB791F48384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F18FE4-B20C-F021-E705-706CB03C1FE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095BF9-D0CD-77E8-A5A3-5ACB69D5483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2026-07-08T04:54:50Z</dcterms:modified>
</cp:coreProperties>
</file>