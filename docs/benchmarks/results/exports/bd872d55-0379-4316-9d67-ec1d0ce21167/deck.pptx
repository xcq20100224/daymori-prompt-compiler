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63DC7F-C64B-4F1A-B203-0B59EF73DAF4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CE5A9-5446-439F-ABBD-29DE740145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802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CE5A9-5446-439F-ABBD-29DE7401450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187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CE5A9-5446-439F-ABBD-29DE7401450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107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CE5A9-5446-439F-ABBD-29DE7401450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2061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CE5A9-5446-439F-ABBD-29DE7401450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225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CE5A9-5446-439F-ABBD-29DE7401450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588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CE5A9-5446-439F-ABBD-29DE7401450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306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1C8FAA-D41E-F1BA-8E56-AC9C3C5E4D1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75D8B5D-6C6E-5C23-0CCB-CC2E7B2EEE6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C14C42C-7C25-D405-3D02-ECE160999E0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A2CC1B-D7EB-86A1-EEF1-8936FDF57C4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74E2E2D-69BB-5DB2-56B3-FE99603F465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F009BF8-165F-19BA-881D-F8408A4D8C2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58D163-2136-587E-8722-0EE30C67D7F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6A4D70D-FE1A-8060-15CA-C03D45081A7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8515821-CB16-636A-A067-082C889340C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2026-07-09T04:23:59Z</dcterms:modified>
</cp:coreProperties>
</file>