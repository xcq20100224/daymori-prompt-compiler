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A43AC0-5F53-4223-9484-291016E255E2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DC1F65-EA4F-40E3-8F61-116826D163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9490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核心</a:t>
            </a:r>
            <a:r>
              <a:rPr lang="en-US" altLang="zh-CN"/>
              <a:t>…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DC1F65-EA4F-40E3-8F61-116826D16326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86112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ABTest1_1783519531809</a:t>
            </a:r>
            <a:r>
              <a:rPr lang="zh-CN" altLang="en-US"/>
              <a:t>现状结构图 效率与可持续性将同步承压，需要先完成问题分层与优先级重排。 图示： </a:t>
            </a:r>
            <a:r>
              <a:rPr lang="en-US" altLang="zh-CN"/>
              <a:t>ABTest1_1783519531809</a:t>
            </a:r>
            <a:r>
              <a:rPr lang="zh-CN" altLang="en-US"/>
              <a:t>现状结</a:t>
            </a:r>
            <a:r>
              <a:rPr lang="en-US" altLang="zh-CN"/>
              <a:t>… </a:t>
            </a:r>
            <a:r>
              <a:rPr lang="zh-CN" altLang="en-US"/>
              <a:t>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DC1F65-EA4F-40E3-8F61-116826D1632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58283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ABTest1_1783519531809</a:t>
            </a:r>
            <a:r>
              <a:rPr lang="zh-CN" altLang="en-US"/>
              <a:t>问题分层卡片 义、流程协同、 执行能力与反馈闭环四个层面。 先聚焦高频高影响环节， 再逐步覆盖复杂场景， 可显著降低试点风险。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DC1F65-EA4F-40E3-8F61-116826D1632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75275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ABTest1_1783519531809</a:t>
            </a:r>
            <a:r>
              <a:rPr lang="zh-CN" altLang="en-US"/>
              <a:t>方案架构图 验证”三层架构， 先完成基线与关键能力 建设， 再通过迭代机制优化质 量， 形成可复制的执行闭环。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DC1F65-EA4F-40E3-8F61-116826D1632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08732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DC1F65-EA4F-40E3-8F61-116826D1632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4698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DC1F65-EA4F-40E3-8F61-116826D1632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62170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DC1F65-EA4F-40E3-8F61-116826D1632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08479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ABTest1_1783519531809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ABTest1_1783519531809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提案汇报 内容由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ABTest1_178</a:t>
            </a:r>
          </a:p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3519531809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的</a:t>
            </a: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E52B399D-1F56-E5D0-5C37-41C28FE24BF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ABTest1_1783519531809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当前在目标达成、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资源配置与执行路径上存在明显瓶颈。若继续沿用现有方式，成本、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ABTest1_17835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19531809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问题分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…...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ABTest1_178351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9531809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可将问题拆为目标定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ABTest1_17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8351953180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9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…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ABTest1_17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8351953180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9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…...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ABTest1_17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8351953180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9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ABTest1_178351953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ABTest1_178351953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ABTest1_1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783519531809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建立统一指标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A361C4-048D-1565-E0AD-0DD68C040CF4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C386668-AC3F-33BC-F6CD-3B4CE7123E6F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B839B47-5D88-6675-0F3B-EC320C9D7A4F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A3F6B67-BF44-430D-60C3-7CC3AD905010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420B01B-151D-96E9-4861-A9F7B4FCF897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439</Words>
  <Application>Microsoft Office PowerPoint</Application>
  <PresentationFormat>宽屏</PresentationFormat>
  <Paragraphs>84</Paragraphs>
  <Slides>10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思源黑体 CN Normal</vt:lpstr>
      <vt:lpstr>Arial</vt:lpstr>
      <vt:lpstr>MiSans Medium</vt:lpstr>
      <vt:lpstr>MiSans Normal</vt:lpstr>
      <vt:lpstr>等线</vt:lpstr>
      <vt:lpstr>等线 Light</vt:lpstr>
      <vt:lpstr>MiSans</vt:lpstr>
      <vt:lpstr>MiSans Demibold</vt:lpstr>
      <vt:lpstr>MiSans ExtraLight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2026-07-08T14:05:57Z</dcterms:modified>
</cp:coreProperties>
</file>