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0B002-6F4D-42A6-B3C7-6B934FF54E2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3DC613-9CDD-4E5B-9D2C-447A112F3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69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DC613-9CDD-4E5B-9D2C-447A112F37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24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ABTest2_1783519446982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DC613-9CDD-4E5B-9D2C-447A112F37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22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DC613-9CDD-4E5B-9D2C-447A112F37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967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DC613-9CDD-4E5B-9D2C-447A112F37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313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DC613-9CDD-4E5B-9D2C-447A112F37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136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DC613-9CDD-4E5B-9D2C-447A112F37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106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DC613-9CDD-4E5B-9D2C-447A112F37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404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ABTest2_1783519446982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3519446982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5055101-7C7D-C68D-3A1D-78EB560D2E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8351944698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783519446982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E368FA-652D-27BF-671C-85A282A21ED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005541-F220-F035-9F9F-EBDFF7989B4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23C337-55F5-FA45-0F30-4B6A857FC0F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511906-6E17-8929-0E59-C3366C0D74A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630BBE-1A3C-3680-E43D-6FFF0B967D8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2026-07-08T14:05:37Z</dcterms:modified>
</cp:coreProperties>
</file>