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9F3F3-972A-4101-81FE-FED05A6E051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A0B22-BA25-4F60-AFCE-97D3F3EB3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20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12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061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8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59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49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0B22-BA25-4F60-AFCE-97D3F3EB37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856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A063E0-414B-C91C-9FF7-D4A4593B85A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F83416-2CE0-6E84-5C1D-35A827AED90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974896-70F1-DD66-5150-23EE9BDC02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038924-0FFD-1985-23CA-9EA6ADC565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934BD0-6114-3C3C-CCDB-A84373946E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BE7346-A008-50DC-8FB3-D34F9D3CFA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F34045-64F6-0B36-3510-3EA472121C9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FFE26E-105B-EA0E-387E-7D0438AA78A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335086-659F-9F84-9A17-1E144B03D6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2026-07-09T02:44:32Z</dcterms:modified>
</cp:coreProperties>
</file>