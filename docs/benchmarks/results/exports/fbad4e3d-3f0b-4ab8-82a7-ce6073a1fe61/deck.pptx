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17DFA-9613-45C4-B406-C0170033881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FF57C-32BB-4083-9D57-72A7B93BEE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7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区块链技术架构现状结构图 先级重排。 图示：区块链技术架构现状结构图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FF57C-32BB-4083-9D57-72A7B93BEE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420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FF57C-32BB-4083-9D57-72A7B93BEE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312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FF57C-32BB-4083-9D57-72A7B93BEE4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453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FF57C-32BB-4083-9D57-72A7B93BEE4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753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FF57C-32BB-4083-9D57-72A7B93BEE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800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FF57C-32BB-4083-9D57-72A7B93BEE4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8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区块链技术架构提案汇报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BAE330-09D2-9753-B491-21DD5E187B2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区块链技术架构提案汇报 区块链技术架构提案汇报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671C0EB-36D9-AE23-248A-720397DF276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138A965-DA7F-5297-C0C0-5464C8A529F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区块链技术架构当前在目标达成、资源配置与执行路径上存在明显瓶颈。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区块链技术架构关键问题拆解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图示：区块链技术架构问题分层卡片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围绕区块链技术架构可将问题拆为目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区块链技术架构的分阶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004105-A0E5-A14C-FB40-435B44A8BAC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区块链技术架构方案架构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区块链技术架构方案建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区块链技术架构方案架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阶段：明确区块链技术架构目标与边界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完成区块链技术架构试点并跟踪关键指标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建议围绕区块链技术架构建立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54481E-48E6-CF6D-FDC0-E43891C3423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31C262-C4DA-29CD-19E9-56A711F5FCD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54F2E5-91FC-AB17-E9EF-1C41860D77D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EBD4750-9770-4F9F-750A-118D6D078AB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BCDF77-0253-02A8-EEC9-1DDD2E35D08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611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2026-07-08T10:10:43Z</dcterms:modified>
</cp:coreProperties>
</file>