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77F1CB-606B-4F31-8EF1-8FE56AB8418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3ABB4-9E66-4EB8-AC7A-B658914B8C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106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3ABB4-9E66-4EB8-AC7A-B658914B8C0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356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ABTest1_1783519086508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ABTest1_1783519086508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3ABB4-9E66-4EB8-AC7A-B658914B8C0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922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ABTest1_1783519086508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3ABB4-9E66-4EB8-AC7A-B658914B8C0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700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ABTest1_1783519086508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3ABB4-9E66-4EB8-AC7A-B658914B8C0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721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3ABB4-9E66-4EB8-AC7A-B658914B8C0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426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3ABB4-9E66-4EB8-AC7A-B658914B8C0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344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3ABB4-9E66-4EB8-AC7A-B658914B8C0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091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ABTest1_1783519086508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ABTest1_1783519086508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ABTest1_178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3519086508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16CE9E2-F641-1568-6271-557CFF1A667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ABTest1_1783519086508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19086508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9086508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8351908650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8351908650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8351908650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783519086508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190DDDC-CCA5-4600-AD96-23220EA7405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5AAB05A-34B0-519F-54C9-0A99A8C2E16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689E00-6BED-9AE8-4F7C-3BFEDCE1C02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F2F61A6-41FA-3C5A-8EDF-28348B5EB20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BC6234-B234-1C20-0AA5-B108EE4AE64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2026-07-08T13:58:24Z</dcterms:modified>
</cp:coreProperties>
</file>