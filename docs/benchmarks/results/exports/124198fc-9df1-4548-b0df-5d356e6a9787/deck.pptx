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1EBF3-6A92-4E32-8812-8DD9C3BD8FD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FF706-DEE6-4359-A9FC-3209AB24E4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18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FF706-DEE6-4359-A9FC-3209AB24E4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830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FF706-DEE6-4359-A9FC-3209AB24E4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609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FF706-DEE6-4359-A9FC-3209AB24E48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819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FF706-DEE6-4359-A9FC-3209AB24E48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96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FF706-DEE6-4359-A9FC-3209AB24E48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751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FF706-DEE6-4359-A9FC-3209AB24E48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938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A24BCF-5DA7-45EA-7608-FEC1A9CAA11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E7BFC1B-7074-5872-4A86-0A6DB2F80DA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D42A0EA-9F4D-1D7D-519B-13DD426C44B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338868-DEB3-6166-F96A-555743B7A7F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F00782-4356-BCD0-89F4-10E4096DFFA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F44616-CB62-F96B-4D5F-C8A7FCBE196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A768D4-883F-E934-3181-7DE641AE531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C967FA-6F9E-38D0-C271-6569360FD9E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2FAB93-2F2F-8389-E550-04733227D71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2026-07-08T12:15:14Z</dcterms:modified>
</cp:coreProperties>
</file>