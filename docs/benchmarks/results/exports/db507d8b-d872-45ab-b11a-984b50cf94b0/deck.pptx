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3237B-DB4C-489F-A117-91E9C0A7CAF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A06B1D-7EA8-4348-8B18-9B6F425BF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319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06B1D-7EA8-4348-8B18-9B6F425BFA7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40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06B1D-7EA8-4348-8B18-9B6F425BFA7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409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06B1D-7EA8-4348-8B18-9B6F425BFA7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37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06B1D-7EA8-4348-8B18-9B6F425BFA7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352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06B1D-7EA8-4348-8B18-9B6F425BFA7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940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06B1D-7EA8-4348-8B18-9B6F425BFA7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586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1103FAF-BEAB-2080-EC37-0FFEC871E84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541DA71-F4D1-4EE3-2E92-E3FAFF79FB6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BEC135-4737-F79B-6918-9A2EA8F1CA0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7D4F1A-D449-9D08-FA58-9185668C0D0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95DEDF9-670B-E426-9136-40EE05A1C99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ED49B6-8198-0B72-18C2-C7049F2710E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5E8B84C-0276-4ABF-28FD-CC5833BDABE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F62755A-5880-D33D-F0A0-B108CA36131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3FE8973-C305-EB85-A79A-8F904DA9B0C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等线</vt:lpstr>
      <vt:lpstr>等线 Light</vt:lpstr>
      <vt:lpstr>MiSans Demibold</vt:lpstr>
      <vt:lpstr>MiSans</vt:lpstr>
      <vt:lpstr>MiSans ExtraLight</vt:lpstr>
      <vt:lpstr>Arial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2026-07-08T12:41:01Z</dcterms:modified>
</cp:coreProperties>
</file>