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B63649-56DD-4556-8F67-615BCE6038E5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DF4B6F-3FAA-4716-B929-86820A7283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500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F4B6F-3FAA-4716-B929-86820A7283E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75232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F4B6F-3FAA-4716-B929-86820A7283E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10196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F4B6F-3FAA-4716-B929-86820A7283E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52075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F4B6F-3FAA-4716-B929-86820A7283E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35079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F4B6F-3FAA-4716-B929-86820A7283E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3342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F4B6F-3FAA-4716-B929-86820A7283E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8865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F4B6F-3FAA-4716-B929-86820A7283E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8812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F4B6F-3FAA-4716-B929-86820A7283E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87529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导入：客户留存提升方案为什么重要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建立客户留存提升方案学习动机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EC66BEF1-7B63-C05D-07A2-85A5DAEE04E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267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MiSans Medium</vt:lpstr>
      <vt:lpstr>Arial</vt:lpstr>
      <vt:lpstr>等线</vt:lpstr>
      <vt:lpstr>MiSans ExtraLight</vt:lpstr>
      <vt:lpstr>MiSans Semibold</vt:lpstr>
      <vt:lpstr>等线 Light</vt:lpstr>
      <vt:lpstr>MiSans</vt:lpstr>
      <vt:lpstr>MiSans Demibold</vt:lpstr>
      <vt:lpstr>MiSans Light</vt:lpstr>
      <vt:lpstr>思源黑体 CN Normal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2026-07-02T08:10:04Z</dcterms:modified>
</cp:coreProperties>
</file>