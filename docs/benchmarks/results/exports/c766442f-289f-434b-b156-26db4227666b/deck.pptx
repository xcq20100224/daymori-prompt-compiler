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092A7-6574-423A-9D14-FF7B99D1CC4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D36FD-B229-43A7-BDF4-E1CFFA7D73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58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D36FD-B229-43A7-BDF4-E1CFFA7D739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828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D36FD-B229-43A7-BDF4-E1CFFA7D739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488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D36FD-B229-43A7-BDF4-E1CFFA7D739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862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D36FD-B229-43A7-BDF4-E1CFFA7D739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198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D36FD-B229-43A7-BDF4-E1CFFA7D739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549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D36FD-B229-43A7-BDF4-E1CFFA7D739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522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D8CD6B-E169-E6CA-3672-E4804FD37F5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DF8EFF1-B056-F099-3242-688E6AF4EF1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E95D4D-C160-92DC-4A75-672C94B037C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446D22-AC7B-59FF-6B24-15600EA7FEC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74046EF-188F-14F4-AFBC-D67CE8C237A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A64298-6EB8-27F6-65FC-D62364F39A8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F53013-CB80-4025-339B-DE56F4940D8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331D212-146A-0AA1-7E7C-4125A39E306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A64957-FB13-F88E-AA37-881EB1C1C55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2026-07-07T08:13:18Z</dcterms:modified>
</cp:coreProperties>
</file>