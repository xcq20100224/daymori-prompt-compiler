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369D2-DA9B-4842-9967-5B3EF21F381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30BEF-C720-4608-9280-0982A7B41D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717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30BEF-C720-4608-9280-0982A7B41D2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458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30BEF-C720-4608-9280-0982A7B41D2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184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30BEF-C720-4608-9280-0982A7B41D2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841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30BEF-C720-4608-9280-0982A7B41D2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910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30BEF-C720-4608-9280-0982A7B41D2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689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30BEF-C720-4608-9280-0982A7B41D2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493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B1A1B74-AF55-E545-8C41-6726367AEFA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74AF9E6-41C8-A13A-B8F6-B22A948AE50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73C14C-7338-ACE7-7A7B-FB025EA001E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B6171C-104C-9792-A073-F591467CECA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DA1C58-809C-D693-495F-94272C3489B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227235-D9DD-194C-4CD1-05531FA44B9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8887B4-1B30-4FFF-9853-2C06A018BFC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0995D37-FA00-39DC-E35C-FE5C8E0EBAC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10893DF-338A-31CB-160E-22A22968828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2026-07-08T05:17:10Z</dcterms:modified>
</cp:coreProperties>
</file>