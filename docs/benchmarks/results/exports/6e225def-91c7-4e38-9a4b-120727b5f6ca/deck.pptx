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05ADA-22F8-4269-96EE-F87741B4241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49E5D-6C01-43CC-B1F1-5AC988045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02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42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00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93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66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83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49E5D-6C01-43CC-B1F1-5AC9880456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94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03E63A-0121-8256-230A-42E5277360A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7FE0BCC-81C8-6E1B-CBF2-CE6C018C64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2A36E4-59DE-BF5E-7A99-C37953E4CCC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690525-2199-A9C1-505A-FFA24ADE3D8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2DCA30-270C-ECC2-0C96-B8645892CF2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72D8BA-88A5-FD26-AE19-6742130F1C7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881F4C-F41D-8C6B-ACE9-3F36704511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48D2DE-307F-B656-561B-359D468D9CD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02A6BE-38A4-2A69-A700-67D16FA730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2026-07-08T12:03:05Z</dcterms:modified>
</cp:coreProperties>
</file>