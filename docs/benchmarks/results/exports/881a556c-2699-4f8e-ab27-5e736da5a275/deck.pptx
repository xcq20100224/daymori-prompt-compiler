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0FB8F-DA05-4A04-83C8-AF6E5BA2CDE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F2D82-22E4-4F63-AFD3-9BE7AFB5C8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66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F2D82-22E4-4F63-AFD3-9BE7AFB5C8E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599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F2D82-22E4-4F63-AFD3-9BE7AFB5C8E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743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F2D82-22E4-4F63-AFD3-9BE7AFB5C8E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007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F2D82-22E4-4F63-AFD3-9BE7AFB5C8E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900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F2D82-22E4-4F63-AFD3-9BE7AFB5C8E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547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F2D82-22E4-4F63-AFD3-9BE7AFB5C8E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4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8D1460-1ABD-BE9E-6475-264329B7D3A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551D2D-D87C-E322-80BF-E062796582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76F315C-C8D9-2C2F-ABEC-7B016CCADDA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1D248-0007-5D05-F13F-3755F50783B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987D39-F041-3B9B-5E6F-1B1373AFB69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2229F7-BE97-1154-F5DE-45C74B3855C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C48065-69A8-EB61-7008-3FF59D6C2E1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6600DD-DA9F-33DE-2D5E-652702773A1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E0F4E2-C762-58DA-0F00-E4B37E77FDC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2026-07-09T04:17:12Z</dcterms:modified>
</cp:coreProperties>
</file>