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64C544-B78B-4CFE-9031-7EB07B2B9CE6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BD860A-00DB-4563-AFE3-3A6BFF7632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2079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BD860A-00DB-4563-AFE3-3A6BFF7632E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63119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BD860A-00DB-4563-AFE3-3A6BFF7632E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51088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BD860A-00DB-4563-AFE3-3A6BFF7632E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87648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BD860A-00DB-4563-AFE3-3A6BFF7632E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19840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BD860A-00DB-4563-AFE3-3A6BFF7632E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07803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BD860A-00DB-4563-AFE3-3A6BFF7632E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29565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F0C5762-4668-A24C-E222-0C19E8AE0141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5A9F424-8D78-D668-78E4-330FE777D23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D441EC1-9A5C-EA70-B6F3-BB9DDCDAE5EE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03F0BB8-920C-D320-C580-92340B481FC7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9B992AB-7E6E-A391-4E76-5BE578E2AC9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F9452B8-4C06-503F-6309-4362BF17546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FBF16C6-C41C-D425-58BA-115110446DD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C4F1BFF-41C4-2AFD-3FD6-554245F931C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595DBE1-49D9-7211-E479-816A415A772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</vt:lpstr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Arial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2026-07-07T08:08:23Z</dcterms:modified>
</cp:coreProperties>
</file>