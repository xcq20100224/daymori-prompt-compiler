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7416C-45B9-4E8B-B46E-D5BBB26286A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259596-D7B5-4054-BA0B-BAA2E1B5E2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4109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59596-D7B5-4054-BA0B-BAA2E1B5E2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8031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59596-D7B5-4054-BA0B-BAA2E1B5E2E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678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59596-D7B5-4054-BA0B-BAA2E1B5E2E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6004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59596-D7B5-4054-BA0B-BAA2E1B5E2E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630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59596-D7B5-4054-BA0B-BAA2E1B5E2E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530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259596-D7B5-4054-BA0B-BAA2E1B5E2E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4574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客服降本增效方案（新版）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FEA49EA-48D7-4B3D-7CA3-76AA418319B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22171FD-54CB-88B4-E4DB-70CC93383FE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2F7B42C-FEE2-48DF-4246-2750F5D5271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A4F6C86-CA45-A8DA-D6CF-38CDF55A716A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93ED0E-B4D5-E360-4D0C-0351E0DEAA2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1DA6BBF-9F15-97A3-B47D-C71B265ED199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628D8E-054E-482C-AA4B-204B5005B0D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 第</a:t>
            </a:r>
            <a:r>
              <a:rPr lang="en-US" altLang="zh-CN" sz="1400"/>
              <a:t>1</a:t>
            </a:r>
            <a:r>
              <a:rPr lang="zh-CN" altLang="en-US" sz="1400"/>
              <a:t>阶段：确认试点范围与预算边界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285D910-E172-A4FE-6D4F-B979F706784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486</Words>
  <Application>Microsoft Office PowerPoint</Application>
  <PresentationFormat>宽屏</PresentationFormat>
  <Paragraphs>63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Arial</vt:lpstr>
      <vt:lpstr>MiSans Demibold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2026-07-06T02:13:42Z</dcterms:modified>
</cp:coreProperties>
</file>