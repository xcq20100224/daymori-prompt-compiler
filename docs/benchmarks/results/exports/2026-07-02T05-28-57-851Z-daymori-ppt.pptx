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13934-2971-4EED-B067-A0FB96A5B2D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F6520B-C4BA-4D27-83A6-52B6E0BF4C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745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6520B-C4BA-4D27-83A6-52B6E0BF4C1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648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6520B-C4BA-4D27-83A6-52B6E0BF4C1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818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6520B-C4BA-4D27-83A6-52B6E0BF4C1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741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6520B-C4BA-4D27-83A6-52B6E0BF4C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101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6520B-C4BA-4D27-83A6-52B6E0BF4C1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397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6520B-C4BA-4D27-83A6-52B6E0BF4C1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538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6520B-C4BA-4D27-83A6-52B6E0BF4C1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211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6520B-C4BA-4D27-83A6-52B6E0BF4C1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966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建立暑期活动转化复盘学习动机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251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2026-07-02T05:28:57Z</dcterms:modified>
</cp:coreProperties>
</file>