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F326D-AD83-411C-9CE0-9E477C9BAD7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4B055-74EA-49B5-AC1C-BD5D063DD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27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4B055-74EA-49B5-AC1C-BD5D063DD94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244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4B055-74EA-49B5-AC1C-BD5D063DD94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923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4B055-74EA-49B5-AC1C-BD5D063DD94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167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4B055-74EA-49B5-AC1C-BD5D063DD94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35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4B055-74EA-49B5-AC1C-BD5D063DD94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442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4B055-74EA-49B5-AC1C-BD5D063DD94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086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6BC75A-D771-54F2-EF11-C754F8A3B27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974E0D3-16B8-9A8B-F4D8-55ED226F120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509B41-FE0A-224C-F165-205518FDA99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9AB5F1-7909-59CD-7E1A-823DBFC698B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F31737-2312-3C6B-2573-4AEB0A8AD7E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74261B-B31E-E01B-7B53-E7BB21816FB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D1BF24-2913-1353-9EFB-6FF33525520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09082A-E153-DA0D-BB4D-5A78ECB7695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686DD7-BFA7-323A-ADD9-B195E026780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2026-07-08T12:29:59Z</dcterms:modified>
</cp:coreProperties>
</file>