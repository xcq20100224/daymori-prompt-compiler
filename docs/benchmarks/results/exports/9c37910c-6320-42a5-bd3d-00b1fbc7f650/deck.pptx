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757AF-98D0-473B-B037-9D1848CE6A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2198F-C2EC-4E62-9919-BA75D9BE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92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069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9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807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71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3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2198F-C2EC-4E62-9919-BA75D9BE11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80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92DD85-70FA-D173-935D-FE8B5D363E7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1B6C7D6-5A6E-5887-792E-BED8B2B7EF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F8CE2D-9F46-FFEC-54BB-B500CA883A4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70D5D5-C08B-5CFD-097F-B00BEAFB24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8E20E9-2270-B87B-4BCC-030240ECE98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90E8B3-6D79-F9DC-1091-BF965848651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B8EBA1-B015-010F-9CD3-3C3E1CD9B9C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796547-B792-6298-23E6-5AAF1A5F244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0C305B-603F-FDE8-901E-75BF64C816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2026-07-08T12:04:40Z</dcterms:modified>
</cp:coreProperties>
</file>