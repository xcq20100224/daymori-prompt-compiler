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BBDFF-1FE0-4A82-A567-53942214C7D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EA9F7-D00A-406D-9B83-9FF49B833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01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EA9F7-D00A-406D-9B83-9FF49B8332E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211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EA9F7-D00A-406D-9B83-9FF49B8332E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907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EA9F7-D00A-406D-9B83-9FF49B8332E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425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EA9F7-D00A-406D-9B83-9FF49B8332E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364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EA9F7-D00A-406D-9B83-9FF49B8332E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034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EA9F7-D00A-406D-9B83-9FF49B8332E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022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EA9F7-D00A-406D-9B83-9FF49B8332E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490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EA9F7-D00A-406D-9B83-9FF49B8332E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339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建立多租户权限模型重构学习动机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2026-07-02T05:28:45Z</dcterms:modified>
</cp:coreProperties>
</file>