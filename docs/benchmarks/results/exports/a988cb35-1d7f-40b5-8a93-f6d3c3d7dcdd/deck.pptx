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491D8-3154-49E4-9B03-DFCD02F09936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D2D05-2E4C-42D7-8CA5-BC33859B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5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D2D05-2E4C-42D7-8CA5-BC33859B56A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972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D2D05-2E4C-42D7-8CA5-BC33859B56A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842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D2D05-2E4C-42D7-8CA5-BC33859B56A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4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D2D05-2E4C-42D7-8CA5-BC33859B56A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930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D2D05-2E4C-42D7-8CA5-BC33859B56A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232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D2D05-2E4C-42D7-8CA5-BC33859B56A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02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2D6FB9-AB44-4727-58A1-C087EDFFC2A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11689EE-7B43-A7C9-E260-085C6B060A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1A24749-18A1-A747-22BD-433502FB04B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627290-2DEA-FF41-3E44-CCD601349E0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F5024D-966F-BCA6-F23A-3E35B87548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31C860-BCEB-A3E3-5249-21556EC11F5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54B078-90A6-9E45-F5C8-3EBC9AA7FDA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2FCD16-CE9D-CB36-FCFC-8188A29020E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3657DB-ACB2-B495-4990-92FC395A765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2026-07-09T04:22:20Z</dcterms:modified>
</cp:coreProperties>
</file>