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BAE87-3166-4133-A98C-37F21B7C17D4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F7C57-6DA1-4E1D-95BB-DDDB4892CD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825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F7C57-6DA1-4E1D-95BB-DDDB4892CD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652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F7C57-6DA1-4E1D-95BB-DDDB4892CD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165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F7C57-6DA1-4E1D-95BB-DDDB4892CD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142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F7C57-6DA1-4E1D-95BB-DDDB4892CD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241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F7C57-6DA1-4E1D-95BB-DDDB4892CD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461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F7C57-6DA1-4E1D-95BB-DDDB4892CD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7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9A4799-883E-D859-722F-BECE70FCE70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DC3959A-9AE5-74F7-7FF1-BC9CA307456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8417E8-33A9-D1F3-5051-7E872593BF4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CC69D3-0999-7C25-B83E-89F4AC5A5D9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351AADD-B555-FC21-7173-BDC1E8B5183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DAA7E6-A349-67C8-C9F9-D827843190D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95F433-1D6D-9883-5B09-9FC3022BF19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404D74-51FD-992D-B480-ADE90FF31FA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E6C9EAF-582C-0531-E0C2-F1202736051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2026-07-07T08:01:34Z</dcterms:modified>
</cp:coreProperties>
</file>