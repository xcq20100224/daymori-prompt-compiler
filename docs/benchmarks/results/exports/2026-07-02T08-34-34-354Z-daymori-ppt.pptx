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B2D67-61FC-4EB6-99C0-BAE8EE10FF6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49604-39BF-48F6-958B-14BCBF2FB2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12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379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233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050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681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432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402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256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49604-39BF-48F6-958B-14BCBF2FB25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008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导入：议论文论证方法为什么重要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D143202-6E9C-366A-3C0D-3BCBDB17FE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2026-07-02T08:33:57Z</dcterms:modified>
</cp:coreProperties>
</file>