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7B9C74-5254-4B04-B729-DEAC4591371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0A433D-86C2-438B-A5A7-9A172378E3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11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供应链优化实施计划现状结构图 需要先完成问题分层与优先级重排。 图示：供应链优化实施计划现状结构图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A433D-86C2-438B-A5A7-9A172378E36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237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A433D-86C2-438B-A5A7-9A172378E36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443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A433D-86C2-438B-A5A7-9A172378E36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998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A433D-86C2-438B-A5A7-9A172378E36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800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A433D-86C2-438B-A5A7-9A172378E36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146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A433D-86C2-438B-A5A7-9A172378E36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142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供应链优化实施计划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供应链优化实施计划提案汇报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594F34B-409E-473F-7E7F-B2C17DD2A2C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供应链优化实施计划提案汇报 供应链优化实施计划提案汇报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供应链优化实施计划的核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7A11596-CF4A-C607-D850-2A351FBBD90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2E7531C-5DB5-CA01-DA45-A079D33F207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供应链优化实施计划当前在目标达成、资源配置与执行路径上存在明显瓶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图示：供应链优化实施计划问题分层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围绕供应链优化实施计划可将问题拆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供应链优化实施计划的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EAABDC-CA00-0C02-29BD-2BC9D74E26D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案建议采用“目标对齐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阶段：明确供应链优化实施计划目标与边界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完成供应链优化实施计划试点并跟踪关键指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建议围绕供应链优化实施计划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C24E282-AF8A-7344-4E61-6655807EC44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756BDEF-B1B0-BFF1-FF2E-BA57B3A11A8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DCC0F5F-41F4-B743-9E8E-03905FC9EC5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848127A-C1ED-EB3A-34C7-A2BE22E972B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ACF10E5-3854-25DA-BBD8-2F4FE67412D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528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ExtraLight</vt:lpstr>
      <vt:lpstr>MiSans Light</vt:lpstr>
      <vt:lpstr>等线</vt:lpstr>
      <vt:lpstr>MiSans Semibold</vt:lpstr>
      <vt:lpstr>等线 Light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2026-07-08T13:12:42Z</dcterms:modified>
</cp:coreProperties>
</file>