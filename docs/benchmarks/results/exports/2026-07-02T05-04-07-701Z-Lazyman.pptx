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1382" r:id="rId5"/>
  </p:sldIdLst>
  <p:sldSz cx="12192000" cy="6858000"/>
  <p:notesSz cx="6858000" cy="9144000"/>
  <p:embeddedFontLst>
    <p:embeddedFont>
      <p:font typeface="MiSans" panose="02010600030101010101" charset="-122"/>
      <p:regular r:id="rId7"/>
      <p:bold r:id="rId8"/>
    </p:embeddedFont>
    <p:embeddedFont>
      <p:font typeface="MiSans Demibold" panose="02010600030101010101" charset="-122"/>
      <p:bold r:id="rId9"/>
    </p:embeddedFont>
    <p:embeddedFont>
      <p:font typeface="MiSans ExtraLight" panose="02010600030101010101" charset="-122"/>
      <p:regular r:id="rId10"/>
    </p:embeddedFont>
    <p:embeddedFont>
      <p:font typeface="MiSans Normal" panose="02010600030101010101" charset="-122"/>
      <p:regular r:id="rId11"/>
    </p:embeddedFont>
    <p:embeddedFont>
      <p:font typeface="MiSans Semibold" panose="02010600030101010101" charset="-122"/>
      <p:bold r:id="rId12"/>
    </p:embeddedFont>
    <p:embeddedFont>
      <p:font typeface="等线" panose="02010600030101010101" pitchFamily="2" charset="-122"/>
      <p:regular r:id="rId13"/>
      <p:bold r:id="rId14"/>
    </p:embeddedFont>
    <p:embeddedFont>
      <p:font typeface="等线 Light" panose="02010600030101010101" pitchFamily="2" charset="-122"/>
      <p:regular r:id="rId1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E4025-9B66-4FAB-B5E3-20700AD0570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1FF84-27A0-4710-8C21-DE496F9A5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178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强调模板结构保持优先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1FF84-27A0-4710-8C21-DE496F9A5F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447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说明模式差异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1FF84-27A0-4710-8C21-DE496F9A5F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082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强调工程化闭环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1FF84-27A0-4710-8C21-DE496F9A5F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572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给出迭代里程碑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1FF84-27A0-4710-8C21-DE496F9A5F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4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版式引擎升级目标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• </a:t>
            </a:r>
            <a:r>
              <a:rPr lang="zh-CN" altLang="en-US">
                <a:cs typeface="思源黑体 CN Normal" panose="020B0400000000000000" charset="-122"/>
              </a:rPr>
              <a:t>结论：先锁定模板语义槽再填充内容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</a:t>
            </a:r>
            <a:r>
              <a:rPr lang="zh-CN" altLang="en-US">
                <a:cs typeface="思源黑体 CN Normal" panose="020B0400000000000000" charset="-122"/>
              </a:rPr>
              <a:t>证据：已引入标题带与正文带双区约束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</a:t>
            </a:r>
            <a:r>
              <a:rPr lang="zh-CN" altLang="en-US">
                <a:cs typeface="思源黑体 CN Normal" panose="020B0400000000000000" charset="-122"/>
              </a:rPr>
              <a:t>行动：本节展示改造后导出效果并给出下一步计划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实现仅替换文字不破坏模板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339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2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覆盖从生成到验收的全链路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六项能力落地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结论：语义槽、约束、协议、闸门、回归、失败策略已接入</a:t>
            </a:r>
          </a:p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证据：导出接口已返回 </a:t>
            </a:r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layoutQuality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分数与明细</a:t>
            </a:r>
          </a:p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行动：本节对比 </a:t>
            </a:r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strict-layout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与 </a:t>
            </a:r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balanced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两种策略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质量闸门与回归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让低质量输出可被自动拦截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结论：严格模式可直接阻断低分输出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证据：新增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layout-regression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基准脚本与报告产物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行动：课后按模板族扩展基准集并接入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CI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下一步冲刺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/>
              <a:t>推进到可商用稳定态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/>
              <a:t>• </a:t>
            </a:r>
            <a:r>
              <a:rPr lang="zh-CN" altLang="en-US"/>
              <a:t>结论：短期重点是模板语义覆盖率与误填率</a:t>
            </a:r>
          </a:p>
          <a:p>
            <a:pPr algn="ctr"/>
            <a:r>
              <a:rPr lang="en-US" altLang="zh-CN"/>
              <a:t>• </a:t>
            </a:r>
            <a:r>
              <a:rPr lang="zh-CN" altLang="en-US"/>
              <a:t>证据：当前已具备可观测评分和失败回退能力</a:t>
            </a:r>
          </a:p>
          <a:p>
            <a:pPr algn="ctr"/>
            <a:r>
              <a:rPr lang="en-US" altLang="zh-CN"/>
              <a:t>• </a:t>
            </a:r>
            <a:r>
              <a:rPr lang="zh-CN" altLang="en-US"/>
              <a:t>行动：下节迭代锚点匹配并做</a:t>
            </a:r>
            <a:r>
              <a:rPr lang="en-US" altLang="zh-CN"/>
              <a:t>50</a:t>
            </a:r>
            <a:r>
              <a:rPr lang="zh-CN" altLang="en-US"/>
              <a:t>套模板回归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225</Words>
  <Application>Microsoft Office PowerPoint</Application>
  <PresentationFormat>宽屏</PresentationFormat>
  <Paragraphs>34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MiSans ExtraLight</vt:lpstr>
      <vt:lpstr>MiSans Semibold</vt:lpstr>
      <vt:lpstr>等线</vt:lpstr>
      <vt:lpstr>Arial</vt:lpstr>
      <vt:lpstr>MiSans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2026-07-02T05:04:07Z</dcterms:modified>
</cp:coreProperties>
</file>