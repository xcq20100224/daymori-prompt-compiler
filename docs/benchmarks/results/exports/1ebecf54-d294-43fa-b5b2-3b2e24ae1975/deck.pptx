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37CE6-ABCA-4328-970A-41DA1B9141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1A302-D383-4D95-AC72-ED46B44FE1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13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1A302-D383-4D95-AC72-ED46B44FE1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499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1A302-D383-4D95-AC72-ED46B44FE1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38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1A302-D383-4D95-AC72-ED46B44FE1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546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1A302-D383-4D95-AC72-ED46B44FE1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060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1A302-D383-4D95-AC72-ED46B44FE10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83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1A302-D383-4D95-AC72-ED46B44FE1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19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ACFCFF-40FF-0031-3F02-5DF46F9F33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A124AB4-F3CD-1C7A-E3BD-F603D8A4F4B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7BF289-95C8-B2CA-66FE-96E0E2B4FCD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DD38A5-5DC4-463C-CC10-AEB8DE09EC0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B73A9D-E851-AAEA-2F2C-65F2BFE6155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7B6D79-A29A-9AB0-3318-B869F07AB28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083705-23BE-44D6-D716-110B60F200C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1568CB-16E3-5D60-5BB7-A67B3858D5E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E65F87-D102-E6A0-1FF1-69EB358BC1A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 Light</vt:lpstr>
      <vt:lpstr>MiSans Light</vt:lpstr>
      <vt:lpstr>Arial</vt:lpstr>
      <vt:lpstr>MiSans Semibold</vt:lpstr>
      <vt:lpstr>思源黑体 CN Normal</vt:lpstr>
      <vt:lpstr>等线</vt:lpstr>
      <vt:lpstr>MiSans Normal</vt:lpstr>
      <vt:lpstr>MiSans ExtraLight</vt:lpstr>
      <vt:lpstr>MiSans Medium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2026-07-08T05:35:23Z</dcterms:modified>
</cp:coreProperties>
</file>