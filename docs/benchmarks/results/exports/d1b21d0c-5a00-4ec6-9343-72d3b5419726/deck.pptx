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FA29B-51D5-4C4C-9848-59285077D93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F3E5E-5784-4BBA-86FD-D673D44DC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76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116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697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146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90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F3E5E-5784-4BBA-86FD-D673D44DC6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0EB4BA-4670-2F94-FEF0-53E45002312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445BE42-3178-519D-8E7F-BF00B65A95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186BA5-8745-0405-BE58-EECD019B5CD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740ED4-1768-5194-CB50-B3D58457F63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8F3ACC-570F-1052-8C9D-8083DAB4ED7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ACCD13-6F09-7389-290C-8D6A2247C3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72FB10-3E79-2769-DAEB-84EC0CD6880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D6F7DA-3CA1-BC32-6012-A4179FDE1EF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71C354-F0DB-F6C9-77E0-869947F116A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2026-07-08T13:05:01Z</dcterms:modified>
</cp:coreProperties>
</file>