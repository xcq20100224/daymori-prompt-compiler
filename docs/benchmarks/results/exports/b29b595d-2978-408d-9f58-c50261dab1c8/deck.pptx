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BAAC9-2739-4C57-883D-B8ABF5D1656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7C765-AB9B-44C1-8835-09491733A0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02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96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82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4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568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7C765-AB9B-44C1-8835-09491733A0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25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455940-AD53-6347-12DE-5F467775C4B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BE88A2-47CC-9AFB-F148-0901B9DB47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5788956-7B83-6557-AFC6-E6691F34A4A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DACE3A-1F0B-D8A6-1A31-2C0492FF50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B79938-F836-80EF-7E9C-FBCDB275525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F3BBAC-E483-2AD9-9F74-2C29A7EA0C1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1FE26B-FF64-CF67-BF95-52D5CA8D01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F40EB8-2658-0661-6AFB-B9EF818F45D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9FA7A6-D9B6-0E1E-CCD0-1676F2C924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2026-07-09T04:19:21Z</dcterms:modified>
</cp:coreProperties>
</file>