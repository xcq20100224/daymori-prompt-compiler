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28B10-5AE7-4EA5-9293-709E12C6748A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25BC8D-0666-4262-B70C-958A1756C4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450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新产品上市计划现状结构图 新产品上市计划现状结构图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5BC8D-0666-4262-B70C-958A1756C49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052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新产品上市计划问题分层卡片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5BC8D-0666-4262-B70C-958A1756C49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232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5BC8D-0666-4262-B70C-958A1756C49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571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5BC8D-0666-4262-B70C-958A1756C49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556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5BC8D-0666-4262-B70C-958A1756C49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494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5BC8D-0666-4262-B70C-958A1756C49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847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新产品上市计划提案汇报：成本结构优化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F27205E-CB1F-F877-9FE4-1D6895275AD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新产品上市计划提案汇报：成本结构优化 新产品上市计划提案汇报：成本结构优化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新产品上市计划的核心约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79EA851-507B-1B47-31DD-5E5F960FD96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4BB6D6B-AACC-A7C5-55EB-0319685497B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新产品上市计划当前问题并非单点故障，而是流程协同与质量兜底不足。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若直接大规模上线，可能引发体验波动，应先通过小范围试点验证风险边界。 图示：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图示：新产品上市计划问题分层卡片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围绕新产品上市计划应拆解“数据层、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模型层、编排层、运营层”能力缺口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新产品上市计划的分阶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3989E2-CDB1-1A11-578E-017285C11E7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新产品上市计划方案架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阶段：建立新产品上市计划成本基线与分层口径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提升新产品上市计划自动化覆盖并压降人工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建议围绕新产品上市计划建立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6939EAC-487E-B0F9-778B-F8A37ADD594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20D7135-4AD0-EB89-3FFB-2535F5CD9E0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557358-75EC-C3BB-07B4-506271DB65D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2841097-6A1E-22C0-B282-91E09F2B2D9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C3CA83F-E87C-96F0-A928-3E9A3EF5005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463</Words>
  <Application>Microsoft Office PowerPoint</Application>
  <PresentationFormat>宽屏</PresentationFormat>
  <Paragraphs>75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2026-07-09T04:46:08Z</dcterms:modified>
</cp:coreProperties>
</file>