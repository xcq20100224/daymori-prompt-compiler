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2795E-A31E-4995-92AE-58C6EC11C6B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B4035-EC2E-41B9-B602-29C25D436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266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B4035-EC2E-41B9-B602-29C25D4360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144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B4035-EC2E-41B9-B602-29C25D4360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235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B4035-EC2E-41B9-B602-29C25D4360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4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B4035-EC2E-41B9-B602-29C25D4360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252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B4035-EC2E-41B9-B602-29C25D4360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058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B4035-EC2E-41B9-B602-29C25D4360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28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FF3945-1535-66A9-F635-03DCAC929DA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B536C8E-85D5-2FDC-6B03-6EB2D724B2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6497E7-4C56-2755-6269-B350B9EEB0D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A1CCCC-6DC0-250A-11D1-A78A5F5D912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7AEC37-3AFD-1812-9168-271F63CC4CB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6B96F0-A8E6-DC6B-D2BA-C19D84C78D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4EE0FD-D138-D1D0-C150-684B9C65AD8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E7FCC2-189B-2C46-2067-586FEB0B92E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6A211E-C652-768A-E25A-F9CDDD1A76A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2026-07-08T12:21:58Z</dcterms:modified>
</cp:coreProperties>
</file>