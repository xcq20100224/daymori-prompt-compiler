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86641-6164-4C73-A4FC-4ECAF48EB06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6FE14-82E1-456C-926F-1888DAF18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09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FE14-82E1-456C-926F-1888DAF181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44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FE14-82E1-456C-926F-1888DAF181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504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FE14-82E1-456C-926F-1888DAF181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12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FE14-82E1-456C-926F-1888DAF181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063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FE14-82E1-456C-926F-1888DAF181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97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FE14-82E1-456C-926F-1888DAF181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3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F03B83-4222-0C3A-9AAC-5A706BE01EA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BF722C0-B6B6-EAB1-D4D2-2B53C8942A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DB584A-2748-73AE-EC9D-88DF6649710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9435D4-729D-23DE-5AFC-E9307031A2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00883F-5CC9-9203-76E1-FAFAEFEC4AE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8A2E0A-2D0E-62EC-533A-D36A5DE0B03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B42A12-DEB9-1C88-A572-E7EFD0D9CDD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79C5D5-189C-A263-105D-6C12FD37906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8B79FB-3398-09F7-CBC1-D5C00063AFB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2026-07-09T02:15:34Z</dcterms:modified>
</cp:coreProperties>
</file>