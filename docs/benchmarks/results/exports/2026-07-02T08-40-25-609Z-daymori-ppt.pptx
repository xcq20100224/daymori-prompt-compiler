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3.xlsx"/></Relationships>
</file>

<file path=ppt/charts/_rels/chart1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4.xlsx"/></Relationships>
</file>

<file path=ppt/charts/_rels/chart10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5.xlsx"/></Relationships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导入：多租户权限模型重构为什么重要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建立多租户权限模型重构学习动机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本页结论：建立多租户权限模型重构学习动机；关键抓手：结论：先明确问题场景再进入知识点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多租户权限模型重构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多租户权限模型重构 - 技术评审</dc:title>
  <dc:subject>技术评审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