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CD513-E572-4B09-81AD-3AAA0D40597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44EE7-D21C-49DF-B89D-12EDB6DF57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392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44EE7-D21C-49DF-B89D-12EDB6DF572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930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44EE7-D21C-49DF-B89D-12EDB6DF572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138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44EE7-D21C-49DF-B89D-12EDB6DF572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703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44EE7-D21C-49DF-B89D-12EDB6DF572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707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44EE7-D21C-49DF-B89D-12EDB6DF572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030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44EE7-D21C-49DF-B89D-12EDB6DF572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726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51D7443-F83E-525F-280E-022E77B507D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847A71F-7E1A-D651-B160-86C508841DE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20A9CAD-6AA7-F391-C19F-37DCD2D205D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0A71A0-2173-91C4-ED8F-6CBD1F93E41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356921F-21F4-487F-3BA5-B4D34E5754F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74ECB2B-4D2A-5008-0528-18445DBA669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1D53A93-D30A-8975-822B-F0109F68076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F9CA5BE-6C0A-039A-B7B8-C69779A0FFC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C8FB9A7-A37D-2E8D-6E72-5B024076A9F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2026-07-08T05:20:27Z</dcterms:modified>
</cp:coreProperties>
</file>