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21039-BA88-498A-B71A-DF4CBF75A6B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C3DC1-CB3A-47C5-8CCF-869DEF8CEC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324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DC1-CB3A-47C5-8CCF-869DEF8CEC3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16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DC1-CB3A-47C5-8CCF-869DEF8CEC3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050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DC1-CB3A-47C5-8CCF-869DEF8CEC3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633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DC1-CB3A-47C5-8CCF-869DEF8CEC3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027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DC1-CB3A-47C5-8CCF-869DEF8CEC3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939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C3DC1-CB3A-47C5-8CCF-869DEF8CEC3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336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FEE994-1511-6FBE-8766-AEA96B4883C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3126003-DE8F-0078-023B-D0491E1992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07E0EC-C665-98E8-C799-24AB8C7540B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66A001-89CA-5E46-755C-BA01F7FF2CB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FFB28B-8A82-FEFF-B84E-D962A0D88C2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40A0F3-C716-7508-6A15-1AE49BC4795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E082EF-C9C1-9A42-92B8-85C09197BFC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C47890-7053-331C-7AD0-B95A55C4400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50043D-4A8C-FEA8-0763-6D64255AB02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2026-07-07T08:23:33Z</dcterms:modified>
</cp:coreProperties>
</file>