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D85F7-51F8-48CB-AC0B-3025D124F2F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5F2C6-1810-45B5-BFED-759C0228B6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3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F2C6-1810-45B5-BFED-759C0228B6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16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F2C6-1810-45B5-BFED-759C0228B6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565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F2C6-1810-45B5-BFED-759C0228B6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183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F2C6-1810-45B5-BFED-759C0228B6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060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F2C6-1810-45B5-BFED-759C0228B6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590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F2C6-1810-45B5-BFED-759C0228B6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948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0000A6-A716-A811-F098-01079274E4F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56D54EF-6AB9-D314-0147-FBF2D752CD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DAED03-2492-DFEA-493F-6E58DBE5AEE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727815-92A1-9E0C-8E7D-EE5D5A0AD11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E8CB86-A6E1-ADE4-098A-C5DD6F2A5B9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CACB4E-63B5-2F7D-9A37-E3725E12BBE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D5338D-D7A0-D545-CB3E-753F906ED55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8AD635-FF70-B1C2-B143-5B0F18A52EE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422F94-5A3A-021F-50B7-2E1B9485955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 Medium</vt:lpstr>
      <vt:lpstr>MiSans Normal</vt:lpstr>
      <vt:lpstr>等线</vt:lpstr>
      <vt:lpstr>等线 Light</vt:lpstr>
      <vt:lpstr>思源黑体 CN Normal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2026-07-08T13:00:44Z</dcterms:modified>
</cp:coreProperties>
</file>