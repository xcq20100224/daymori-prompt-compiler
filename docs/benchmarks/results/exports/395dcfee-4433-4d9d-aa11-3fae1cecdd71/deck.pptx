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7937B-8780-4D44-B57F-11151A7101D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CE995-BAB1-44DC-A756-0B5A4B75F6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4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CE995-BAB1-44DC-A756-0B5A4B75F6A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04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CE995-BAB1-44DC-A756-0B5A4B75F6A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434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CE995-BAB1-44DC-A756-0B5A4B75F6A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274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CE995-BAB1-44DC-A756-0B5A4B75F6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947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CE995-BAB1-44DC-A756-0B5A4B75F6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285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CE995-BAB1-44DC-A756-0B5A4B75F6A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062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C39A72-2E25-8849-3040-7E24925C04A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1CFA697-C398-D97A-CC6E-A8BFB524DE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512043-B33C-0BF7-1C06-E2207DABC3C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70097B-FC54-11F0-A79E-6620E8C85E6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994FD4D-CCFF-8972-6279-8CD2854A310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69CBC2-5107-C791-9ED3-2CDE035649D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D70E58-C868-6115-64F1-BC9F13261CA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CFB46C-42D5-728A-85FB-CBC2BBE0359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3C4AAF-562B-66A5-31A2-A75AF525FC2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等线</vt:lpstr>
      <vt:lpstr>MiSans Light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2026-07-08T12:54:33Z</dcterms:modified>
</cp:coreProperties>
</file>