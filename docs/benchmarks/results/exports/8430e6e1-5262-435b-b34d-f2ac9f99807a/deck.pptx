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B6ABA-1AC8-453A-BF39-6C0C773DF08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CA66C-F398-4295-A046-62F99DD7F3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511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A66C-F398-4295-A046-62F99DD7F33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577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A66C-F398-4295-A046-62F99DD7F33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151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A66C-F398-4295-A046-62F99DD7F33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172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A66C-F398-4295-A046-62F99DD7F33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885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A66C-F398-4295-A046-62F99DD7F33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852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A66C-F398-4295-A046-62F99DD7F33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911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6962D4-1183-086C-7441-767DC64DF89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C5EA3C8-47E9-FE0D-FE2D-128E3A87909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404539C-57E8-159A-810F-5F5E0518A51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0B1E2D-DBEB-1A1B-F3B9-5B4E213A902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FF176B-A3A1-724B-7872-F3F8FC2A70F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338B5F-470C-AEE3-9329-4FAC553088A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FDBFCC-71A3-73CB-33D7-E0DD7AE3231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52006D3-8AC4-77D4-596A-88D23B3EF97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3CD44D-A8CA-BBD6-0B1A-1ACBB03F26C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2026-07-08T13:10:11Z</dcterms:modified>
</cp:coreProperties>
</file>