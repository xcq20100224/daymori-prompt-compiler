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33DC62-3343-4D48-B1A9-0BC7DF6FDC5D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DB01A8-5ABE-490F-AD83-D353A7F36A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691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DB01A8-5ABE-490F-AD83-D353A7F36AF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206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DB01A8-5ABE-490F-AD83-D353A7F36AF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432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DB01A8-5ABE-490F-AD83-D353A7F36AF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162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DB01A8-5ABE-490F-AD83-D353A7F36AF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503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DB01A8-5ABE-490F-AD83-D353A7F36AF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022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DB01A8-5ABE-490F-AD83-D353A7F36AF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685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0AAB03-5678-3E3A-6B57-6B6DC2296D5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3D7CC37-02AE-A4CB-C233-9EA3642634C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DA21701-DB52-9E9E-A26B-F7E31EE6934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752861-34CD-1022-CC64-D86CDAFF30A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8F0BE92-23CD-0201-1AC2-F9A2F8D9516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7989358-8F4B-C38B-B09E-6C2F732BB76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711F0D0-6DE6-CCEC-BC1B-437D0A639B2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5C02962-EBEF-9164-F6BD-791A7C0DE62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7A6CC04-2A5A-1097-BAA0-3259BBB2353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2026-07-09T03:16:16Z</dcterms:modified>
</cp:coreProperties>
</file>