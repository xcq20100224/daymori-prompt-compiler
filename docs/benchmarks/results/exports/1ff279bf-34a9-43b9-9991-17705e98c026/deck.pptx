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6BDE2B-8436-43E4-BAA8-BF4A9C54B370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4E688-90A0-43B9-9C8F-5DDD4547C2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6486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客户留存提升方案现状结构图 先级重排。 图示：客户留存提升方案现状结构图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4E688-90A0-43B9-9C8F-5DDD4547C2A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9451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客户留存提升方案问题分层卡片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4E688-90A0-43B9-9C8F-5DDD4547C2A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43800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客户留存提升方案方案架构图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4E688-90A0-43B9-9C8F-5DDD4547C2A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76393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4E688-90A0-43B9-9C8F-5DDD4547C2A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7543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4E688-90A0-43B9-9C8F-5DDD4547C2A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57760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4E688-90A0-43B9-9C8F-5DDD4547C2A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1792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客户留存提升方案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客户留存提升方案提案汇报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BC03B8C-C09A-CAA4-D908-B9D1B40E6776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客户留存提升方案提案汇报 客户留存提升方案提案汇报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客户留存提升方案的核心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CA45CBE4-2445-7C0C-6D3C-E8C9998E03C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7617F73-CC98-E521-E7D3-1A829D83CF74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客户留存提升方案的核心约束与机会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客户留存提升方案当前在目标达成、资源配置与执行路径上存在明显瓶颈。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图示：客户留存提升方案问题分层卡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围绕客户留存提升方案可将问题拆为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客户留存提升方案的分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2E53409-0BF6-A994-D1CD-2300CFE7E75A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客户留存提升方案的分阶段落地方案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客户留存提升方案方案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建议采用“目标对齐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效果验证”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三层架构，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客户留存提升方案方案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阶段：明确客户留存提升方案目标与边界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完成客户留存提升方案试点并跟踪关键指标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建议围绕客户留存提升方案建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10B1FD6-C7CD-B932-8C11-7746E6603DCB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DF15047-E123-8C41-4CBD-A6D1C8930AF3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F85C698-53D1-04DF-86AD-18E15011E05B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82882FE-F9F4-4D2E-23E5-434B422E6B15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42A506A-8510-13AA-27ED-5D0A9080C55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596</Words>
  <Application>Microsoft Office PowerPoint</Application>
  <PresentationFormat>宽屏</PresentationFormat>
  <Paragraphs>90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ExtraLight</vt:lpstr>
      <vt:lpstr>MiSans Medium</vt:lpstr>
      <vt:lpstr>MiSans</vt:lpstr>
      <vt:lpstr>等线 Light</vt:lpstr>
      <vt:lpstr>MiSans Demibold</vt:lpstr>
      <vt:lpstr>MiSans Semibold</vt:lpstr>
      <vt:lpstr>MiSans Light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2026-07-08T10:22:51Z</dcterms:modified>
</cp:coreProperties>
</file>