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0B0B2A-BD06-47B3-B694-DFA08894E8C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ABBFA-CD6F-452C-9E28-B59C989403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789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ABBFA-CD6F-452C-9E28-B59C989403D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754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ABBFA-CD6F-452C-9E28-B59C989403D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253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ABBFA-CD6F-452C-9E28-B59C989403D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978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ABBFA-CD6F-452C-9E28-B59C989403D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044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ABBFA-CD6F-452C-9E28-B59C989403D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968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ABBFA-CD6F-452C-9E28-B59C989403D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519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D6E718-3112-3110-A541-BF80C93431F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74C5045-0B53-1C6B-2C52-0E79CD6E181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91D6669-8BC3-6CE2-B588-493426D7159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E77E7C-7C99-9C30-5A1C-5772EA97B41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0309D1-8BE4-7E8D-0C7A-9AC45A012C5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21B964-B2A8-9757-893E-335095DF92B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C38A74-D124-38F7-A1D3-9F92C0A60D2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810A3F1-3237-64D1-548D-5D19A64D93D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8DB5D5-5B9C-E46E-E44D-D92424D8225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2026-07-08T12:59:33Z</dcterms:modified>
</cp:coreProperties>
</file>