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D078C-15BE-4E4A-BFCA-79BF0A6BB49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40BE1-8FCA-48C1-A2A5-75B0A6B093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786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40BE1-8FCA-48C1-A2A5-75B0A6B0939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66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40BE1-8FCA-48C1-A2A5-75B0A6B0939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662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40BE1-8FCA-48C1-A2A5-75B0A6B0939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58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40BE1-8FCA-48C1-A2A5-75B0A6B0939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048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40BE1-8FCA-48C1-A2A5-75B0A6B0939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676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40BE1-8FCA-48C1-A2A5-75B0A6B0939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999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38A546-0E00-0BB5-CE32-50A96B5D140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0400CA5-8AE7-575B-59D7-DD0EB375E9C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284A03-8034-DD84-626E-E9C967BCC86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0F171F-16B2-B65E-651C-C2EB3C61365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3ABEE3-1FE6-DE1D-87F4-AFCCDE08F2C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1082170-E44E-37C0-86A6-B54BFC94569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61D29A0-8B77-7B42-FFEC-CF0F1E2961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5146BB-C6D1-5648-E6C2-B7F94E647E4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60950B-CA8F-495A-E66C-5E23A167CAE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2026-07-07T08:14:35Z</dcterms:modified>
</cp:coreProperties>
</file>