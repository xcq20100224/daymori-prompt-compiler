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73114D-34DB-462B-B05F-621E7719F0F1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775CF1-7EF2-4055-BDD6-631CBE855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1877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用户增长运营现状结构图 优先级重排。 图示：用户增长运营现状结构图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775CF1-7EF2-4055-BDD6-631CBE8550A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22963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用户增长运营问题分层卡片 执行能力与反馈闭环四个层面。 先聚焦高频高影响环节， 再逐步覆盖复杂场景， 可显著降低试点风险。 图示： 用户增长运营问题分层卡片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775CF1-7EF2-4055-BDD6-631CBE8550A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47552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用户增长运营方案架构图 建设， 再通过迭代机制优化质 量， 形成可复制的执行闭环。 图示： 用户增长运营方案架构 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775CF1-7EF2-4055-BDD6-631CBE8550A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67659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775CF1-7EF2-4055-BDD6-631CBE8550A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21706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成本与稳定性四类指标。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775CF1-7EF2-4055-BDD6-631CBE8550A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43129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775CF1-7EF2-4055-BDD6-631CBE8550A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16101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用户增长运营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用户增长运营提案汇报 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1/10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052F1C9-652A-9780-619C-0B93B84A5A96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用户增长运营提案汇报 用户增长运营提案汇报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用户增长运营的核心约束与机会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2/10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1D243D56-5CB8-2A70-F3C3-63937A65A9D5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BA73FF6-BCD8-2C8A-E71C-D286FCEF9011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现状评估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现状背景 用户增长运营当前在目标达成、</a:t>
            </a:r>
          </a:p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资源配置与执行路径上存在明显瓶颈。若继续沿用现有方式，</a:t>
            </a:r>
          </a:p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成本、效率与可持续性将同步承压，需要先完成问题分层与</a:t>
            </a:r>
            <a:r>
              <a:rPr lang="en-US" altLang="zh-CN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...</a:t>
            </a:r>
            <a:endParaRPr lang="zh-CN" altLang="en-US" sz="13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400"/>
              <a:t>问题拆解</a:t>
            </a:r>
            <a:endParaRPr sz="14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000"/>
              <a:t>围绕用户增长运营可将问题拆</a:t>
            </a:r>
          </a:p>
          <a:p>
            <a:pPr algn="ctr"/>
            <a:r>
              <a:rPr lang="zh-CN" altLang="en-US" sz="1000"/>
              <a:t>为目标定义、流程协同、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2E35FDA-5384-4A1E-92C6-E50F566512B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关键问题拆解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2011F66-51A5-C480-92D0-D87955A17831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问题拆解 问题拆解 围绕用户增长运营可将问题拆为目标定义、流程协同、执行能力与反馈闭环四个层面。</a:t>
            </a:r>
          </a:p>
          <a:p>
            <a:r>
              <a:rPr lang="zh-CN" altLang="en-US" sz="1000"/>
              <a:t>先聚焦高频高影响环节，再逐步覆盖复杂场景，可显著降低试点风险。</a:t>
            </a:r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wrap="square" lIns="80632" tIns="40316" rIns="80632" bIns="40316" rtlCol="0" anchor="ctr">
            <a:normAutofit/>
          </a:bodyPr>
          <a:lstStyle/>
          <a:p>
            <a:pPr algn="ctr"/>
            <a:r>
              <a:rPr lang="zh-CN" altLang="en-US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用户增长运营的分阶段落地方案</a:t>
            </a:r>
            <a:endParaRPr lang="zh-CN" altLang="en-US" sz="1400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5/10</a:t>
            </a:r>
            <a:endParaRPr lang="zh-CN" altLang="en-US" sz="140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43427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/>
              <a:t>方案设计</a:t>
            </a: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AE437F0-F3D4-1641-FE63-DE72BD04CB3E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用户增长运营方案建议</a:t>
            </a:r>
          </a:p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采用“目标对齐</a:t>
            </a:r>
            <a:r>
              <a:rPr lang="en-US" altLang="zh-CN" sz="11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能力</a:t>
            </a:r>
          </a:p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建设</a:t>
            </a:r>
            <a:r>
              <a:rPr lang="en-US" altLang="zh-CN" sz="11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效果验证”三层</a:t>
            </a:r>
          </a:p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架构，</a:t>
            </a:r>
          </a:p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1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1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3FB7AC0-2DC3-90C2-6A7B-D6A4C62EAD15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方案架构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三阶段推进试点落地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实施路径 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1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阶段：明确用户增长运营目标与边界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2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阶段：完成用户增长运营试点并跟踪关键指标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3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阶段：复盘优化后推进规模化</a:t>
            </a:r>
            <a:endParaRPr lang="zh-CN" altLang="en-US" sz="14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1379573" y="2265194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1379573" y="4194670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343427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000"/>
              <a:t>价值评估 建议围绕用户增长运营建立统</a:t>
            </a:r>
          </a:p>
          <a:p>
            <a:pPr>
              <a:lnSpc>
                <a:spcPct val="150000"/>
              </a:lnSpc>
            </a:pPr>
            <a:r>
              <a:rPr lang="zh-CN" altLang="en-US" sz="1000"/>
              <a:t>一指标集，至少覆盖效率、质量、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226076B-92A7-B9F0-E092-E9CB6EC04F0D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用关键指标验证收益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997C333-2894-3669-9F37-1378058B939A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价值评估 价值评估 建议围绕用户增长运营建立统一指标集，至少覆盖效率、质量、成本与稳定性四类指标。</a:t>
            </a:r>
          </a:p>
          <a:p>
            <a:r>
              <a:rPr lang="zh-CN" altLang="en-US" sz="1000"/>
              <a:t>只有当关键指标持续改善，才进入下一阶段投入。</a:t>
            </a: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D08C2B3-4A43-5CFF-3D95-87279B8E369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下一步决策事项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BE86F04-8BDB-7286-0375-2E4C70D11FE9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009FEDE-DD41-4E60-4E60-67D11DFC0A26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85FC89F-60B5-1E98-1F32-780082DC58DD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867C218-73B4-17A5-3523-280B9093B206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sz="1400"/>
              <a:t>Q&amp;amp;A</a:t>
            </a:r>
            <a:endParaRPr sz="14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/>
              <a:t>内容由</a:t>
            </a:r>
            <a:r>
              <a:rPr lang="en-US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10/10</a:t>
            </a:r>
            <a:endParaRPr sz="14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66AB2E9-940C-C5E5-223E-DEA8DC46989A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谢谢观看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208744A-E5E9-3529-6C8D-A0BD2D1D2ECB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545</Words>
  <Application>Microsoft Office PowerPoint</Application>
  <PresentationFormat>宽屏</PresentationFormat>
  <Paragraphs>58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MiSans ExtraLight</vt:lpstr>
      <vt:lpstr>等线 Light</vt:lpstr>
      <vt:lpstr>Arial</vt:lpstr>
      <vt:lpstr>MiSans Semibold</vt:lpstr>
      <vt:lpstr>MiSans</vt:lpstr>
      <vt:lpstr>MiSans Demibold</vt:lpstr>
      <vt:lpstr>思源黑体 CN Normal</vt:lpstr>
      <vt:lpstr>等线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2026-07-08T14:17:00Z</dcterms:modified>
</cp:coreProperties>
</file>