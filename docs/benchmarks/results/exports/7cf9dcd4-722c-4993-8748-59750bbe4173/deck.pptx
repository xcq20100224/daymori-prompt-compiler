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94FBB-870A-43D9-B2B0-7922E23339A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B030A-2890-4A5B-8510-FFB923D99D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28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65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960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93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13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234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B030A-2890-4A5B-8510-FFB923D99D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5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24BDC6-E4EC-A78B-28EA-2AC01DFE3CA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D1A9F53-50A3-4D88-490E-0FDC966AC9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AF9DD3-8E6F-3A32-B832-0C8F34FD59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5BB304-17D3-90ED-71E9-24BE0AC4B1E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C87E72-F178-4040-E12C-E52ABE1995D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815889-DBAE-2934-EC52-3E31D377B91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F48570-7592-14DC-8B02-0D7E934CFA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7D335B-9B07-A23B-8FD1-7A612FDA693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783532-2381-6CA3-A42A-7605EEAD7E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2026-07-07T08:22:38Z</dcterms:modified>
</cp:coreProperties>
</file>