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DFFA0-B659-4F54-984B-1AA910A10F9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323481-C592-4D3B-8B9D-424CB0A92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723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23481-C592-4D3B-8B9D-424CB0A9237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932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23481-C592-4D3B-8B9D-424CB0A9237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927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23481-C592-4D3B-8B9D-424CB0A9237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899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23481-C592-4D3B-8B9D-424CB0A9237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244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23481-C592-4D3B-8B9D-424CB0A9237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364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23481-C592-4D3B-8B9D-424CB0A9237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263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42FF8C1-672C-1EAF-5B12-6DDBB9A456F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F13BEAE-8EE9-1A5F-4F3B-C1A8C49C4F9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56F21F9-41CF-6F68-9930-B5DB1F8921F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AD40FB-7C4B-3587-7A33-3AC13AFC3B8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BCAD41-5BC0-5541-51B8-E5ED47456D6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25BC65F-280B-6C73-ADC8-9060EB9BE73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374BD01-AB2C-3CE9-9720-337079D52F5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54061EF-05B4-5930-6938-C3DA68AB06A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35E61A2-533F-05E3-F86F-8C5DBE35A84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等线</vt:lpstr>
      <vt:lpstr>Arial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2026-07-08T04:46:56Z</dcterms:modified>
</cp:coreProperties>
</file>