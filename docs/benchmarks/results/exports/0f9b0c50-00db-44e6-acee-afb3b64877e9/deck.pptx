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4F466-3182-47AE-A1D5-5FADA453DC7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0B04D-F777-4BD1-92C5-AF2CE2BD0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61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0B04D-F777-4BD1-92C5-AF2CE2BD04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549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0B04D-F777-4BD1-92C5-AF2CE2BD04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4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0B04D-F777-4BD1-92C5-AF2CE2BD04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0B04D-F777-4BD1-92C5-AF2CE2BD04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428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0B04D-F777-4BD1-92C5-AF2CE2BD04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087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0B04D-F777-4BD1-92C5-AF2CE2BD04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951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72077C-CDC9-33B2-0FDA-C8034B85CF0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59AB308-7C19-2791-6689-33E0701A3B8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A06EB7-34E9-1B89-FF84-43A80B8034C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89645E-F5AD-59FF-9383-F69F9D416E4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F9D51C-BCF5-F119-005A-9E07AEB1480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33BC29-4EB1-869D-B1AD-FF599C527B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E6CE87-AE3D-B99A-DE75-BBB9183B05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BC7D13-4D77-9182-3DE3-9EA2CD73C47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12F12B-1AD6-EBBB-25AC-68F0BC1CB07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2026-07-08T05:39:15Z</dcterms:modified>
</cp:coreProperties>
</file>