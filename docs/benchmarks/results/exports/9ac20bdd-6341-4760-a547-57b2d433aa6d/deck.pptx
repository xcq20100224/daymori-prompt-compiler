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7000BB-0044-4612-A18B-E9C9F063A774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7D4D19-4D21-4027-952C-044A4D8B77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8344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产品市场策略现状结构图 优先级重排。 图示：产品市场策略现状结构图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7D4D19-4D21-4027-952C-044A4D8B778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50703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产品市场策略问题分层卡片 执行能力与反馈闭环四个层面。 先聚焦高频高影响环节， 再逐步覆盖复杂场景， 可显著降低试点风险。 图示： 产品市场策略问题分层卡片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7D4D19-4D21-4027-952C-044A4D8B778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7504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产品市场策略方案架构图 建设， 再通过迭代机制优化质 量， 形成可复制的执行闭环。 图示： 产品市场策略方案架构 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7D4D19-4D21-4027-952C-044A4D8B778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159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7D4D19-4D21-4027-952C-044A4D8B778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81261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7D4D19-4D21-4027-952C-044A4D8B778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8770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7D4D19-4D21-4027-952C-044A4D8B778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427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产品市场策略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产品市场策略提案汇报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332B7BF-CB81-D99F-9C7A-016014313C9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产品市场策略提案汇报 产品市场策略提案汇报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产品市场策略的核心约束与机会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4492085-ECAC-6DD5-9480-E1E8CD43CEF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C0884C2-0C32-39BB-614D-477119F29928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产品市场策略的核心约束与机会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 产品市场策略当前在目标达成、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围绕产品市场策略可将问题拆</a:t>
            </a:r>
          </a:p>
          <a:p>
            <a:pPr algn="ctr"/>
            <a:r>
              <a:rPr lang="zh-CN" altLang="en-US" sz="1000"/>
              <a:t>为目标定义、流程协同、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FFF2042-8EFB-E66D-4F58-1880F1998F3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822F7F7-2EE1-886C-D84D-73DBB41E68C7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围绕产品市场策略可将问题拆为目标定义、流程协同、执行能力与反馈闭环四个层面。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产品市场策略的分阶段落地方案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E27D331-8D02-BDC4-AEEF-C1F094B6291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产品市场策略的分阶段落地方案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产品市场策略方案建议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采用“目标对齐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能力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建设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效果验证”三层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架构，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063D864-2BD1-D4B2-B261-CDF6560265F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阶段：明确产品市场策略目标与边界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阶段：完成产品市场策略试点并跟踪关键指标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建议围绕产品市场策略建立统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DBE741D-6202-2A19-44DE-77E8BF2F606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64B729F-8E48-2394-FA88-415AC21A2B7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价值评估 价值评估 建议围绕产品市场策略建立统一指标集，至少覆盖效率、质量、成本与稳定性四类指标。</a:t>
            </a:r>
          </a:p>
          <a:p>
            <a:r>
              <a:rPr lang="zh-CN" altLang="en-US" sz="1000"/>
              <a:t>只有当关键指标持续改善，才进入下一阶段投入。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DE0BC88-6FB9-9802-18BB-43655377E2B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0607699-ADE3-2759-0CED-1A401AA426D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503785B-B7B1-D417-D682-2CE0DD9FE5C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1EEE4C2-351E-ADA2-85D0-9818CFF59CF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B2B0E47-A9B4-6897-8599-B34FBD0F2DE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16327DD-1F89-77E9-5F07-D6C6C59C841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B1FB87E-365A-D2CD-4BCD-185E856F3D0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545</Words>
  <Application>Microsoft Office PowerPoint</Application>
  <PresentationFormat>宽屏</PresentationFormat>
  <Paragraphs>58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ExtraLight</vt:lpstr>
      <vt:lpstr>等线 Light</vt:lpstr>
      <vt:lpstr>MiSans Semibold</vt:lpstr>
      <vt:lpstr>Arial</vt:lpstr>
      <vt:lpstr>MiSans</vt:lpstr>
      <vt:lpstr>MiSans Demibold</vt:lpstr>
      <vt:lpstr>思源黑体 CN Normal</vt:lpstr>
      <vt:lpstr>MiSans Normal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2026-07-08T14:11:29Z</dcterms:modified>
</cp:coreProperties>
</file>