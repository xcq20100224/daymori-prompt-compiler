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6CAC0-A420-4C6C-89B8-5E818DE079E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A3EDB-E064-40BF-A174-E79FFF7E16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4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3EDB-E064-40BF-A174-E79FFF7E162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83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3EDB-E064-40BF-A174-E79FFF7E162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879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3EDB-E064-40BF-A174-E79FFF7E162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02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3EDB-E064-40BF-A174-E79FFF7E162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057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3EDB-E064-40BF-A174-E79FFF7E16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620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A3EDB-E064-40BF-A174-E79FFF7E162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914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9706646-F344-A490-9E2A-CC00481AA38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F939698-6748-1898-A012-E83BD4F2E1A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2DFFCD0-FE5D-DBE1-7345-A776DEE3E3F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9D09A1-8880-26C6-EC77-75ADF74ABE8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679CF2-962C-2578-BFAC-3D7D5193390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C17844-50D8-93C2-CA7B-4B8CC87A690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15E1FF-9BFD-73B9-DEB7-209D362D9C9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9A65355-A817-3675-BE06-FC004833CD0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01E4DC-8108-ADDB-2961-D4E3D8467D0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05EDD1-7D26-5546-EDD3-163740C3777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875EA9-5DBF-AB13-7A6F-EFEF2F4B34E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8FF056-9BBB-177A-AD10-E012B0D0DB6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26B4D24-5583-F81C-F793-FAB802A68B4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0B2E72-7339-81E2-FAFB-4D08CCDDF7E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70AA879-1BEC-9029-761E-29C7B52C109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思源黑体 CN Normal</vt:lpstr>
      <vt:lpstr>等线 Light</vt:lpstr>
      <vt:lpstr>MiSans Normal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2026-07-08T14:17:16Z</dcterms:modified>
</cp:coreProperties>
</file>