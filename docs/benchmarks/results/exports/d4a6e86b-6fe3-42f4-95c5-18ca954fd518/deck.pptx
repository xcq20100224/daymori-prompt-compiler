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B7A97-556A-42E5-A8A9-C6BB4AC7DB4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3B076-8770-47DA-9910-96DE130CD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19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18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53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7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7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14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B076-8770-47DA-9910-96DE130CD7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73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3A3E95-EC45-E925-A160-CFCF97E7FF5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3CC619-23DB-AACA-C921-B0C92793F8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DA64C1-CE79-7289-9AC6-4EEC21C45E4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B8B323-A592-E498-387B-CB82D1341EC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4BDA80-0FBE-0E1F-7570-F36A7DB2A13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4FF102-F182-8230-849B-9041EB17869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7137AB-43C1-49AD-072A-E0E165FCFD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B94AE6-E360-936F-50BC-5B618474FF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A02733-19F5-5A04-2A26-FF7D4FCF6D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2026-07-08T05:35:36Z</dcterms:modified>
</cp:coreProperties>
</file>