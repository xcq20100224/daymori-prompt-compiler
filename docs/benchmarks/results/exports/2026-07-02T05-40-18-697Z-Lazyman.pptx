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DADCA-2F9B-4705-9555-3AAC9482DCD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0D26D-59F1-45C9-8C00-5C5FB7CF5D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6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0D26D-59F1-45C9-8C00-5C5FB7CF5D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547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0D26D-59F1-45C9-8C00-5C5FB7CF5D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7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0D26D-59F1-45C9-8C00-5C5FB7CF5D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445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0D26D-59F1-45C9-8C00-5C5FB7CF5D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52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0D26D-59F1-45C9-8C00-5C5FB7CF5D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243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0D26D-59F1-45C9-8C00-5C5FB7CF5D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608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0D26D-59F1-45C9-8C00-5C5FB7CF5D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740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0D26D-59F1-45C9-8C00-5C5FB7CF5D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683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0D26D-59F1-45C9-8C00-5C5FB7CF5D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411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0D26D-59F1-45C9-8C00-5C5FB7CF5D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246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对齐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Lazyman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排版并避免占位泄漏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对齐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Lazyman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排版并避免占位泄漏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对齐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Lazyman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排版并避免占位泄漏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对齐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Lazyman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排版并避免占位泄漏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关键点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关键点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B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关键点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C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263</Words>
  <Application>Microsoft Office PowerPoint</Application>
  <PresentationFormat>宽屏</PresentationFormat>
  <Paragraphs>71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2026-07-02T05:40:18Z</dcterms:modified>
</cp:coreProperties>
</file>