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31BAF5-CAD3-4D08-B0FB-2EB420282BED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68040-5CAB-4BBF-A2CA-C610BD62C5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915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行动：先看导入问题，再完成分层练习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0678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479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行动：先回答导入问题再进入新知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103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230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762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8754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行动：按表格记录</a:t>
            </a:r>
            <a:r>
              <a:rPr lang="en-US" altLang="zh-CN"/>
              <a:t>3</a:t>
            </a:r>
            <a:r>
              <a:rPr lang="zh-CN" altLang="en-US"/>
              <a:t>组数据并画趋势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17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说明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4741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118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0136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行动：独立完成同型题并核对单位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696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35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629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5573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行动：规范书写并与同伴互评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56415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证据：基础题目标正确率</a:t>
            </a:r>
            <a:r>
              <a:rPr lang="en-US" altLang="zh-CN"/>
              <a:t>80%</a:t>
            </a:r>
            <a:r>
              <a:rPr lang="zh-CN" altLang="en-US"/>
              <a:t>，提升题</a:t>
            </a:r>
            <a:r>
              <a:rPr lang="en-US" altLang="zh-CN"/>
              <a:t>60% • </a:t>
            </a:r>
            <a:r>
              <a:rPr lang="zh-CN" altLang="en-US"/>
              <a:t>行动：按分层作业巩固并拓展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37748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行动：用思维导图复述本课内容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7229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9580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1506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 </a:t>
            </a:r>
            <a:r>
              <a:rPr lang="en-US" altLang="zh-CN"/>
              <a:t>• </a:t>
            </a:r>
            <a:r>
              <a:rPr lang="zh-CN" altLang="en-US"/>
              <a:t>行动：复盘错题并预习下节内容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B68040-5CAB-4BBF-A2CA-C610BD62C51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595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FEB9063-7980-A30E-4EA9-715D8827B93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目录与学习路径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5FFC8E0-47A5-1166-955E-31636234CD8A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明确</a:t>
            </a:r>
            <a:r>
              <a:rPr lang="en-US" altLang="zh-CN" sz="1000"/>
              <a:t>5</a:t>
            </a:r>
            <a:r>
              <a:rPr lang="zh-CN" altLang="en-US" sz="1000"/>
              <a:t>个教学章节和课堂节奏 </a:t>
            </a:r>
            <a:r>
              <a:rPr lang="en-US" altLang="zh-CN" sz="1000"/>
              <a:t>• </a:t>
            </a:r>
            <a:r>
              <a:rPr lang="zh-CN" altLang="en-US" sz="1000"/>
              <a:t>结论：按引入</a:t>
            </a:r>
            <a:r>
              <a:rPr lang="en-US" altLang="zh-CN" sz="1000"/>
              <a:t>-</a:t>
            </a:r>
            <a:r>
              <a:rPr lang="zh-CN" altLang="en-US" sz="1000"/>
              <a:t>探究</a:t>
            </a:r>
            <a:r>
              <a:rPr lang="en-US" altLang="zh-CN" sz="1000"/>
              <a:t>-</a:t>
            </a:r>
            <a:r>
              <a:rPr lang="zh-CN" altLang="en-US" sz="1000"/>
              <a:t>应用</a:t>
            </a:r>
            <a:r>
              <a:rPr lang="en-US" altLang="zh-CN" sz="1000"/>
              <a:t>-</a:t>
            </a:r>
            <a:r>
              <a:rPr lang="zh-CN" altLang="en-US" sz="1000"/>
              <a:t>反馈</a:t>
            </a:r>
            <a:r>
              <a:rPr lang="en-US" altLang="zh-CN" sz="1000"/>
              <a:t>-</a:t>
            </a:r>
            <a:r>
              <a:rPr lang="zh-CN" altLang="en-US" sz="1000"/>
              <a:t>总结推进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证据：每章有对应任务与达成标准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引发学生对力和运动关系的思考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结论：仅有速度概念不足以解释受力变化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证据：生活场景中同物体受不同推力加速度不同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B79DE8-BC98-508F-AC65-2B192D0ACD82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5AD760-A9CF-394C-5F22-C24FE3704A8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连接旧知并过渡到第二定律 连接旧知并过渡到第二定律 </a:t>
            </a:r>
            <a:r>
              <a:rPr lang="en-US" altLang="zh-CN" sz="1000"/>
              <a:t>• </a:t>
            </a:r>
            <a:r>
              <a:rPr lang="zh-CN" altLang="en-US" sz="1000"/>
              <a:t>结论：第一定律说明无合力时匀速或静止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证据：加速度定义</a:t>
            </a:r>
            <a:r>
              <a:rPr lang="en-US" altLang="zh-CN" sz="1000"/>
              <a:t>a=Δv/Δt</a:t>
            </a:r>
            <a:r>
              <a:rPr lang="zh-CN" altLang="en-US" sz="1000"/>
              <a:t>并与方向相关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EBD514-06EF-0AB7-DFBD-31BD61D476F4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建立实验驱动的定律发现路径 建立实验驱动的定律发现路径 </a:t>
            </a:r>
            <a:r>
              <a:rPr lang="en-US" altLang="zh-CN" sz="1000"/>
              <a:t>• </a:t>
            </a:r>
            <a:r>
              <a:rPr lang="zh-CN" altLang="en-US" sz="1000"/>
              <a:t>结论：实验是验证</a:t>
            </a:r>
            <a:r>
              <a:rPr lang="en-US" altLang="zh-CN" sz="1000"/>
              <a:t>F</a:t>
            </a:r>
            <a:r>
              <a:rPr lang="zh-CN" altLang="en-US" sz="1000"/>
              <a:t>与</a:t>
            </a:r>
            <a:r>
              <a:rPr lang="en-US" altLang="zh-CN" sz="1000"/>
              <a:t>a</a:t>
            </a:r>
            <a:r>
              <a:rPr lang="zh-CN" altLang="en-US" sz="1000"/>
              <a:t>关系的关键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证据：控制变量可排除质量或力的干扰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理解加速度与力、质量的定量关系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结论：质量定时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成正比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从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到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3N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0.5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增至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1.5m/s²...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从图像与数据归纳数学关系 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实验支持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的线性关系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证据：力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-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加速度图近似过原点直线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行动：根据数据写出比例关系并口头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1DBC825-C434-8145-D3EB-66DFFC2C06B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掌握公式变形与单位意义 掌握公式变形与单位意义 </a:t>
            </a:r>
            <a:r>
              <a:rPr lang="en-US" altLang="zh-CN" sz="1000"/>
              <a:t>• </a:t>
            </a:r>
            <a:r>
              <a:rPr lang="zh-CN" altLang="en-US" sz="1000"/>
              <a:t>结论：</a:t>
            </a:r>
            <a:r>
              <a:rPr lang="en-US" altLang="zh-CN" sz="1000"/>
              <a:t>F=ma</a:t>
            </a:r>
            <a:r>
              <a:rPr lang="zh-CN" altLang="en-US" sz="1000"/>
              <a:t>、</a:t>
            </a:r>
            <a:r>
              <a:rPr lang="en-US" altLang="zh-CN" sz="1000"/>
              <a:t>a=F/m</a:t>
            </a:r>
            <a:r>
              <a:rPr lang="zh-CN" altLang="en-US" sz="1000"/>
              <a:t>、</a:t>
            </a:r>
            <a:r>
              <a:rPr lang="en-US" altLang="zh-CN" sz="1000"/>
              <a:t>m=F/a</a:t>
            </a:r>
            <a:r>
              <a:rPr lang="zh-CN" altLang="en-US" sz="1000"/>
              <a:t>三式等价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证据：当</a:t>
            </a:r>
            <a:r>
              <a:rPr lang="en-US" altLang="zh-CN" sz="1000"/>
              <a:t>F=12N,m=3kg</a:t>
            </a:r>
            <a:r>
              <a:rPr lang="zh-CN" altLang="en-US" sz="1000"/>
              <a:t>时</a:t>
            </a:r>
            <a:r>
              <a:rPr lang="en-US" altLang="zh-CN" sz="1000"/>
              <a:t>a=4m/s²...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B272E0E-8E32-C155-21B4-4FAD8D34372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项目成果展示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掌握标准代入与单位检查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结论：求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时先算合力再除以质量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=9N,m=1.5kg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得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a=6m/s²...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D75CF99-82A7-394E-D11B-179A4281494F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03DEDE3-09BD-95B0-107E-1CF12BF6CE2A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未来工作规划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提升多步骤计算与表达能力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结论：解题必须写清已知、求解、公式、结果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证据：完整步骤题得分率显著高于跳步题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请您单击此处添加合适文字加以解释说明，可调整文字的大小或者颜色等属性。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压缩核心概念与方法链路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主线是受力分析→合力→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F=ma→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求解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证据：结构图串联概念、实验、例题三模块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添加标题文本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955C46-5E73-D842-1823-590452995C5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添加标题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感谢聆听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THANK YOU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1560</Words>
  <Application>Microsoft Office PowerPoint</Application>
  <PresentationFormat>宽屏</PresentationFormat>
  <Paragraphs>178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Semibold</vt:lpstr>
      <vt:lpstr>等线</vt:lpstr>
      <vt:lpstr>思源黑体 CN Normal</vt:lpstr>
      <vt:lpstr>等线 Light</vt:lpstr>
      <vt:lpstr>Arial</vt:lpstr>
      <vt:lpstr>MiSans Medium</vt:lpstr>
      <vt:lpstr>MiSans Normal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2026-07-03T01:39:27Z</dcterms:modified>
</cp:coreProperties>
</file>