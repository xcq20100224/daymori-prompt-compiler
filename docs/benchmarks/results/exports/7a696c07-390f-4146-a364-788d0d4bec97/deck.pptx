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1708D-55DE-4583-A0AB-11D6550520A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74FDB-D361-4ED0-BCE4-D2C493215F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09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74FDB-D361-4ED0-BCE4-D2C493215FF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167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74FDB-D361-4ED0-BCE4-D2C493215FF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685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74FDB-D361-4ED0-BCE4-D2C493215FF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279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74FDB-D361-4ED0-BCE4-D2C493215FF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658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74FDB-D361-4ED0-BCE4-D2C493215FF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592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74FDB-D361-4ED0-BCE4-D2C493215FF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885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ED1E87-6037-6EEB-AE66-05031794A1F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1666EAB-297E-665C-3E51-5C3BA7B9B2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D976415-9390-7340-A8AC-9483A41E95B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CFEAC6-409E-1557-53A6-FDE0F9634B3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CD1B10-CF87-8D03-7C5E-F6AC8BBA367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44A09A-CD84-CC2D-F521-8FF7FCFF9CB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41F977-FE14-2B62-E76E-F3F1D4CE348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40A4E7-1F7A-0F17-7309-387DDC326DB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8B00C36-1B05-579D-EA72-6B1554D7995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2026-07-08T04:47:11Z</dcterms:modified>
</cp:coreProperties>
</file>