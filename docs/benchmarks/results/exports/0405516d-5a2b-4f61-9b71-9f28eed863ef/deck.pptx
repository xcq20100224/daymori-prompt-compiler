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9638B3-1EA9-4593-9F01-CA3042AB5E6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ECE6CA-AD84-4558-9611-29DCBC31E3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249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CE6CA-AD84-4558-9611-29DCBC31E34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880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AI</a:t>
            </a:r>
            <a:r>
              <a:rPr lang="zh-CN" altLang="en-US"/>
              <a:t>客服降本增效方案问题分 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CE6CA-AD84-4558-9611-29DCBC31E34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6475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 图示： </a:t>
            </a:r>
            <a:r>
              <a:rPr lang="en-US" altLang="zh-CN"/>
              <a:t>AI</a:t>
            </a:r>
            <a:r>
              <a:rPr lang="zh-CN" altLang="en-US"/>
              <a:t>客服降本增效方案 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CE6CA-AD84-4558-9611-29DCBC31E34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0951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CE6CA-AD84-4558-9611-29DCBC31E34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963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CE6CA-AD84-4558-9611-29DCBC31E34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41206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CE6CA-AD84-4558-9611-29DCBC31E34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417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9C39871-1043-9284-B048-425D5704814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客服降本增效方案的核心约束与</a:t>
            </a:r>
          </a:p>
          <a:p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机会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E730CB2-F698-F73E-2F89-F518E508414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2F0F836-B33D-AE30-F9FA-24BB50CFCE6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</a:t>
            </a:r>
          </a:p>
          <a:p>
            <a:pPr algn="ctr"/>
            <a:r>
              <a:rPr lang="zh-CN" altLang="en-US" sz="1000"/>
              <a:t>将问题拆为目标定义、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60413F5-11E7-E559-8502-EABECD08372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42773A-73B9-94B1-59AA-6A770E88BA4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AI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客服降本增效方案的分阶段落地方案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72D2971-136A-DA60-F5B4-1C6DC66A7E8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5CACDDB-8AF9-5F8F-A5A7-F509BCE5053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客服降本增效方案目标与边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界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客服降本增效方案试点并跟踪关键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AI</a:t>
            </a:r>
            <a:r>
              <a:rPr lang="zh-CN" altLang="en-US" sz="1000"/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案建立统一指标集，至少覆盖效率、质量、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E4694D1-E7F8-CADA-C247-C0BFD78F4E8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74E92EE-E905-5462-29F6-6F457F2754E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420DB45-37BC-E355-5236-55DE8848726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5EF4CB2-EEDE-0711-15D6-8283C4E3621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59DE50E-11F6-DBF5-5C28-3CB81470A2B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72E8A9C-CDFB-5506-05C1-1318631321E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573BA91-D185-36CF-86C1-9871B83FAD3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11EBC1E-7A0E-7D70-9965-0F2F4052666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612</Words>
  <Application>Microsoft Office PowerPoint</Application>
  <PresentationFormat>宽屏</PresentationFormat>
  <Paragraphs>57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2026-07-08T14:02:12Z</dcterms:modified>
</cp:coreProperties>
</file>