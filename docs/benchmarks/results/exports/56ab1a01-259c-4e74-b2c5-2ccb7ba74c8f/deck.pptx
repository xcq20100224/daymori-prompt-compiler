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38609-9B66-406D-88F1-E5C893C28C3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4C42-65D2-412C-9470-4AFB97545E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282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4C42-65D2-412C-9470-4AFB97545E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070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4C42-65D2-412C-9470-4AFB97545E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89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4C42-65D2-412C-9470-4AFB97545E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409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4C42-65D2-412C-9470-4AFB97545E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917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4C42-65D2-412C-9470-4AFB97545E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930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4C42-65D2-412C-9470-4AFB97545E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72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F43B3C-E8FA-83C1-198F-1B7E833E4DC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74793BF-ADD1-C872-B31E-F1B14DBCFD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DAC6B2-6940-72EE-BF87-9449C0D8F4C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373E07-470F-E6C1-43BB-7ADD7E9414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D1985A-674B-B331-1C0B-733B30F01B2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B4CD79-F725-DF8C-CF95-F935A10C66C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A51C65-8BFB-5AD1-4C1B-4EEBFA94415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17AA0B-39EC-18EF-E7CA-78693DC9CAF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ED8A6E-D90F-9A41-7836-70BDE84041D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5EF6F5-90A6-98D8-7DCF-03AC80A53A6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3F031B-EA00-B28D-A915-AD16C2BB859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7ECA57-12EB-9D9E-77E4-514A3A0530C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F8FD64-1198-E7C9-935D-6FB570AD009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6B7D5E-AB28-C39F-9C84-A1B7CA22222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7F354E-08DB-FADB-58DA-DCE62BEDEEB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等线 Light</vt:lpstr>
      <vt:lpstr>思源黑体 CN Normal</vt:lpstr>
      <vt:lpstr>Arial</vt:lpstr>
      <vt:lpstr>MiSans Normal</vt:lpstr>
      <vt:lpstr>MiSans ExtraLight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2026-07-08T14:19:03Z</dcterms:modified>
</cp:coreProperties>
</file>