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57E5C6-C7C3-4002-BBF0-F3C4D46083BB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938A60-9B3D-414E-97A0-D55A9AEA20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38509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938A60-9B3D-414E-97A0-D55A9AEA207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35523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938A60-9B3D-414E-97A0-D55A9AEA207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69353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938A60-9B3D-414E-97A0-D55A9AEA207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49604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938A60-9B3D-414E-97A0-D55A9AEA207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5954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938A60-9B3D-414E-97A0-D55A9AEA207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94900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938A60-9B3D-414E-97A0-D55A9AEA207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48007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7601347-3B2E-2612-D146-15C68F3B2767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D83B2C21-94AC-E10D-F56F-FF894DB0284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F0AC3CC-B835-284E-CEC8-0C7BE1A07043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6CA968B-1EF8-1D87-6B12-32C955EBAAF7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A3CB89F-9132-4321-AF18-34CBE7FA55A0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317E51A-6FB6-DE75-B455-5B742A01B936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94B494E-79E4-2D5D-53D8-A3F61D13825B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06D58EE-8AAA-98F1-807E-073041AA97B2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0CB2FE7-7490-CCDA-0FBA-C67A24B4AE89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MiSans ExtraLight</vt:lpstr>
      <vt:lpstr>Arial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2026-07-08T12:51:47Z</dcterms:modified>
</cp:coreProperties>
</file>