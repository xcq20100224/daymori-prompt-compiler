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DC711-9A92-45D4-BA89-4A2EF031A31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1D373-AEE1-40C7-B0B7-432F47BC81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259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D373-AEE1-40C7-B0B7-432F47BC81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827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D373-AEE1-40C7-B0B7-432F47BC81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219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D373-AEE1-40C7-B0B7-432F47BC81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43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D373-AEE1-40C7-B0B7-432F47BC81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96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D373-AEE1-40C7-B0B7-432F47BC81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723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D373-AEE1-40C7-B0B7-432F47BC81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834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153C89-8ECF-5F50-4A0D-D6A52F8BA6A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A4FE470-4A68-1309-99EC-4F8168F0DCA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1AFF07A-D288-8760-1B0F-C9F80D58115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704C94-9B4B-2A5B-EFE5-586A5FD5BE7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4D280C2-8D6B-C843-2981-B33897CB09A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A81F6D0-1DB3-22C6-75F2-6144FDCBA2B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BCAB0EF-9024-7532-F932-E459C2D57CC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B677AF-F4D8-013C-9461-649B3CA084E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A78480-24CC-CE5B-DEE6-AB58EBC4AE1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2026-07-08T12:21:41Z</dcterms:modified>
</cp:coreProperties>
</file>