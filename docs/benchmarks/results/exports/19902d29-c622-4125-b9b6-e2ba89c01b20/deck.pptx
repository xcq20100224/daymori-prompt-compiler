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5F57-E092-437A-87C8-DCD28D4AB58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AB57C-F888-4709-8331-AAC8492C31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5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013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13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21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679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342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AB57C-F888-4709-8331-AAC8492C31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93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5C7286-BB7F-E8C6-AC40-9600F5B28A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33FB807-D8E7-D4E0-6B0B-DE55C80E7D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26764F-103F-BFBA-DC2E-A547BBEBF77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D6C63D-521A-5789-6202-7772E5DAC6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6BFF23-EF17-7F15-5114-84C4F5907F0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6CF9A-A8DF-CCF5-425C-7F3C0DE94FE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63F5E6-22FE-B0B0-D46D-F8F1485AE4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8D22E2-C650-830A-F0A8-A695069730D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7D986E-442D-062E-A3E1-AD153CFF3C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2026-07-07T08:33:32Z</dcterms:modified>
</cp:coreProperties>
</file>