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D188B4-7502-4CCF-BCE7-C71F1736DE20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EAA335-6814-4EA3-B530-2FA237AA4E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73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新产品上市计划现状结构图 新产品上市计划现状结构图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EAA335-6814-4EA3-B530-2FA237AA4EF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2429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新产品上市计划问题分层卡片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EAA335-6814-4EA3-B530-2FA237AA4EF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83318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新产品上市计划方案架构图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EAA335-6814-4EA3-B530-2FA237AA4EF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4033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EAA335-6814-4EA3-B530-2FA237AA4EF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99051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EAA335-6814-4EA3-B530-2FA237AA4EF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65564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EAA335-6814-4EA3-B530-2FA237AA4EF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9102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新产品上市计划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新产品上市计划提案汇报：成本结构优化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9D3E2B8-2B66-15A3-7AF7-1E485EB5B2F8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新产品上市计划提案汇报：成本结构优化 新产品上市计划提案汇报：成本结构优化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新产品上市计划的核心约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C212948-77AF-94D4-1154-46210FEED6C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61992A5-CFE7-3E8C-045A-B7181442989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新产品上市计划的核心约束与机会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新产品上市计划当前问题并非单点故障，而是流程协同与质量兜底不足。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若直接大规模上线，可能引发体验波动，应先通过小范围试点验证风险边界。 图示：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图示：新产品上市计划问题分层卡片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围绕新产品上市计划应拆解“数据层、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模型层、编排层、运营层”能力缺口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新产品上市计划的分阶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92EE327-A632-3B5B-B4F1-5CCA4D15DC1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新产品上市计划的分阶段落地方案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新产品上市计划方案架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构图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阶段：建立新产品上市计划成本基线与分层口径 第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提升新产品上市计划自动化覆盖并压降人工 第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建议围绕新产品上市计划建立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5430C41-76BD-17AC-E9CA-2EE1F3527ED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E6EEED2-7589-E71F-CCF6-DB66EB348A2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50F515B-4094-F66E-D9B1-22484EEA25B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F6AE0FC-447F-26D7-D585-D1123A2C7CD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B6EDC24-093F-FE10-4795-4ACBEF98EA4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463</Words>
  <Application>Microsoft Office PowerPoint</Application>
  <PresentationFormat>宽屏</PresentationFormat>
  <Paragraphs>75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2026-07-09T04:45:30Z</dcterms:modified>
</cp:coreProperties>
</file>