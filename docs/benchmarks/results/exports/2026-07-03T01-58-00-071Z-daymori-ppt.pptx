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1D210-31DC-41F4-88D2-264F87789C5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9A180-B5C0-404E-A400-4C6457472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1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236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395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035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429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24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786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506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059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526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78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4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29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69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316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55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88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55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918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767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9A180-B5C0-404E-A400-4C645747286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36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目录与学习路径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4416E72-9506-D717-D7E6-DE2FCAADF2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F1E5A7-126D-4611-6DFF-38F2A68FDE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C3DC4F-1EA3-281F-4156-F46290AFA0F7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B0FF29-7CF5-2C0B-2ACF-4841C044067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3DD7DB-F18E-B164-F584-C8473729C87D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31D9D9-B0D5-BBE7-1F85-D5DF4CDBFE3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E7509F-4A2D-44CD-97C1-6ADC3B9A8A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0899D2-27E9-531A-8C94-5C45639B1E2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0F2004-8BDA-FBB4-9252-894A961DA7A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2455BD-1130-74AB-6E0A-FEE8991FF3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1551</Words>
  <Application>Microsoft Office PowerPoint</Application>
  <PresentationFormat>宽屏</PresentationFormat>
  <Paragraphs>172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2026-07-03T01:57:22Z</dcterms:modified>
</cp:coreProperties>
</file>