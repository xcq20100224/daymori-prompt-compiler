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442EC-5B05-436B-9440-1841DED196E6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0D3A5-9855-438C-83E4-3E5E94CB40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87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0D3A5-9855-438C-83E4-3E5E94CB40D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467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0D3A5-9855-438C-83E4-3E5E94CB40D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140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0D3A5-9855-438C-83E4-3E5E94CB40D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587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0D3A5-9855-438C-83E4-3E5E94CB40D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051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0D3A5-9855-438C-83E4-3E5E94CB40D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422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0D3A5-9855-438C-83E4-3E5E94CB40D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405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B254EC-ADEA-6D9A-3F04-331498B9C39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B3B6F2A-C056-9448-3C2F-3299F5F5A12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5AC738-995C-164D-734C-FFBA6805BD7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29E348-D1B4-D8C9-4113-9F4B464FB3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29DF4D-E18E-6D5F-BD42-225466D5811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E24F01-B8A6-FBA4-EDB4-1CDCD8D9348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0162385-5DD2-9C29-A134-FA7EE7EBFE2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A270855-2ECF-B6AF-3175-4C2128C9113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AC0449-96AB-3E3E-E80F-C852FC18DD7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2026-07-09T04:23:47Z</dcterms:modified>
</cp:coreProperties>
</file>