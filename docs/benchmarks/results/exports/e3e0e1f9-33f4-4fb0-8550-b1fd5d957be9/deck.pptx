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3C545-2423-4993-80F8-B253DCDA2C4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FB336-B4A3-443A-9750-6E38335C26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38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36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复盘改进”四段流程， 先治理长链路节点， 再提升跨部门协同效率。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724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600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81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44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FB336-B4A3-443A-9750-6E38335C26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4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客服降本增效方案提案汇报：聚焦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验证路径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DFE40B-3C96-01BF-CE6F-B9C4B7555D2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15C67E5-75F6-0333-BB78-06D701D97A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AF32BF-DD34-625F-D279-086FE74AE96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客服降本增效方案当前瓶颈集中在知识检索精度与多系统联动效率，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导致自动化能力难以稳定释放。需要先完成数据治理和接口标准化。 图示：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入口分流、任务路由、协同审批、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F050E1-DB90-18C2-FE3F-6332248B88A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阶段：锁定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口径与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在高频场景上线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客服降本增效方案并对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阶段：按收益优先级扩展至更多场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B4F1C3-5337-5827-24C2-59A457631E1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D1079D-4B44-3FD3-2866-FB3F76CBB6F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69D078-E28F-A7F0-9179-58DDED45D1E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B46BE2-B8A4-5996-DB6A-AB3E2F5A4A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AE41C1-15E1-1A0C-1E1A-89567EBE1FC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511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2026-07-09T04:50:26Z</dcterms:modified>
</cp:coreProperties>
</file>