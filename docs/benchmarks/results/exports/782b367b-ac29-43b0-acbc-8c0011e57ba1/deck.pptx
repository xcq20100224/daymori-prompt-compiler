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49C42-2DEE-41AC-BDCB-271BC297DB2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7245E-EE8E-407D-89FC-3763D13A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331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7245E-EE8E-407D-89FC-3763D13AEB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505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7245E-EE8E-407D-89FC-3763D13AEB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08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7245E-EE8E-407D-89FC-3763D13AEB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444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7245E-EE8E-407D-89FC-3763D13AEB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013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7245E-EE8E-407D-89FC-3763D13AEB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977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7245E-EE8E-407D-89FC-3763D13AEB6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53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4FC93-CB14-1D46-EC2B-632EFACB847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322BA7A-CEAB-B226-04A8-F988BB04CB3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235F63-DC07-4795-24DC-7E37BBDD3E8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708741-006B-6AC4-E150-CC8002DB81E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B5D608-9C3C-0C1C-62B3-72EDB8FBBB5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82B893-A13C-33D8-FB4E-F5990B8377A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0E3264-0689-24D6-46E3-089D931AD7C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AE0302-B763-9702-412B-49AD6963637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042F42-6F1A-A4FC-598A-EE5C743D91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MiSans Demibold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2026-07-08T12:25:44Z</dcterms:modified>
</cp:coreProperties>
</file>