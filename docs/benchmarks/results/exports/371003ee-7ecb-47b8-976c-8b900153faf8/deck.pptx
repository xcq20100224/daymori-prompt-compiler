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C2E8B-57D1-4BF8-9FE7-068B99C8FBE3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42254F-D7D2-4535-91E6-1C52C4F5F1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7983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用户增长运营方案现状结构图 先级重排。 图示：用户增长运营方案现状结构图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42254F-D7D2-4535-91E6-1C52C4F5F12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97855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42254F-D7D2-4535-91E6-1C52C4F5F12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70264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42254F-D7D2-4535-91E6-1C52C4F5F12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86662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42254F-D7D2-4535-91E6-1C52C4F5F12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66180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42254F-D7D2-4535-91E6-1C52C4F5F12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3885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42254F-D7D2-4535-91E6-1C52C4F5F12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337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用户增长运营方案提案汇报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6041C4F-495D-0973-B952-C41C4C94D4B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用户增长运营方案提案汇报 用户增长运营方案提案汇报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用户增长运营方案的核心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E240F37-B088-4160-CA12-8F222A6E40C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8031347-8B64-B02C-CCC0-FB90482E3B5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用户增长运营方案当前在目标达成、资源配置与执行路径上存在明显瓶颈。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图示：用户增长运营方案问题分层卡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围绕用户增长运营方案可将问题拆为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用户增长运营方案的分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C8DE8A6-E83E-6543-9A49-26562ADBE765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阶段：明确用户增长运营方案目标与边界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完成用户增长运营方案试点并跟踪关键指标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建议围绕用户增长运营方案建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A6C1779-00D2-20C5-3A3F-02054E0613E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82012BB-CF10-8EE9-5BAC-510A598AA58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50CC4FE-F3D0-650C-94C6-B0ACD7B2290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4118470-C768-604B-8BE6-EC294E00353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672E12A-CFF9-AB15-B3F0-7ECAC27FF8E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MiSans ExtraLight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2026-07-08T13:08:53Z</dcterms:modified>
</cp:coreProperties>
</file>