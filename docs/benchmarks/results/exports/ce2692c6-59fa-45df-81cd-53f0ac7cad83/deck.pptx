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4591D-025F-41A9-8B7E-613357CB7D7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86822-290C-465B-890C-7EC29D0D2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97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86822-290C-465B-890C-7EC29D0D21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25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86822-290C-465B-890C-7EC29D0D21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63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86822-290C-465B-890C-7EC29D0D21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746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86822-290C-465B-890C-7EC29D0D21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7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86822-290C-465B-890C-7EC29D0D21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2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86822-290C-465B-890C-7EC29D0D217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383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6F40E0-AF67-4401-DC18-EEE2C9E3980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5764BE8-B7A9-D3A9-1376-A7A799EFD9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E4E2FF-51D6-38B3-F656-FCE9CB84369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B4E5E2-4ED8-674E-2B60-DB50B10B18F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C89242-9644-D872-E55C-541E502754C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1BE122-FD9B-C0DE-48A8-09DFFFDC124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8A8516-66F1-C9D8-F934-C2CB2E78A92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15F12C-34D8-D880-DA05-F8C590006D0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62739F-4821-9E36-1FC8-8341243D02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2026-07-08T05:01:17Z</dcterms:modified>
</cp:coreProperties>
</file>