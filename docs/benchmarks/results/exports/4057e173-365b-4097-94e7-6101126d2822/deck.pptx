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E5724B-8B56-4B06-A8F2-D06F87220FEB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4AE4BE-F5B8-4A04-8BEB-8189124887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847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4AE4BE-F5B8-4A04-8BEB-81891248870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7942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4AE4BE-F5B8-4A04-8BEB-81891248870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653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4AE4BE-F5B8-4A04-8BEB-81891248870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424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4AE4BE-F5B8-4A04-8BEB-81891248870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0838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4AE4BE-F5B8-4A04-8BEB-81891248870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5659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4AE4BE-F5B8-4A04-8BEB-81891248870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3693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10E458B-EB93-375E-AF27-1ACFCD6A9DE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719D2DB-379F-3A64-03CD-BEFC7419C2B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F52A37D-D0EF-20EC-D2B6-D62DE3D4B7F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3F8882B-DFDE-EF39-5FB5-FE3F56E193A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AFCA774-2353-D853-D379-CA1477643E6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CB07764-2F36-4261-676C-747B808F125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1278A35-1644-76AE-877F-73AB4202783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C902598-C800-2ABF-ADDA-B4EF19FF569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9514DCB-DA59-9135-C9D2-7C9FDE4190B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等线</vt:lpstr>
      <vt:lpstr>MiSans Light</vt:lpstr>
      <vt:lpstr>MiSans Normal</vt:lpstr>
      <vt:lpstr>MiSans Medium</vt:lpstr>
      <vt:lpstr>等线 Light</vt:lpstr>
      <vt:lpstr>思源黑体 CN Normal</vt:lpstr>
      <vt:lpstr>Arial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2026-07-07T03:47:23Z</dcterms:modified>
</cp:coreProperties>
</file>