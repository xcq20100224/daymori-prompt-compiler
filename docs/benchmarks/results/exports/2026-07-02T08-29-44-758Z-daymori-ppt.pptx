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6C263-507C-4466-B9AF-CCFC27B14078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A07DA-C50F-49D2-A844-8F7BC9DAD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626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A07DA-C50F-49D2-A844-8F7BC9DADA3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637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A07DA-C50F-49D2-A844-8F7BC9DAD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639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A07DA-C50F-49D2-A844-8F7BC9DADA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94733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A07DA-C50F-49D2-A844-8F7BC9DADA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20082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A07DA-C50F-49D2-A844-8F7BC9DADA3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107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A07DA-C50F-49D2-A844-8F7BC9DADA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896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A07DA-C50F-49D2-A844-8F7BC9DADA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761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A07DA-C50F-49D2-A844-8F7BC9DADA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977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导入：一次函数为什么重要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建立一次函数学习动机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E0642EF-B67E-BEEC-7D1D-AB2E4EBD48F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2026-07-02T08:29:11Z</dcterms:modified>
</cp:coreProperties>
</file>