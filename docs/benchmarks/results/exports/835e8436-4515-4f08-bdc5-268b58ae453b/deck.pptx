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CD177-8229-4D7C-A107-9B5108F98C2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D5011-2340-484D-84BA-6BAC4637C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5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D5011-2340-484D-84BA-6BAC4637CC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852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ABTest1_1783519260466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D5011-2340-484D-84BA-6BAC4637CC5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608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D5011-2340-484D-84BA-6BAC4637CC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02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D5011-2340-484D-84BA-6BAC4637CC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932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D5011-2340-484D-84BA-6BAC4637CC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79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D5011-2340-484D-84BA-6BAC4637CC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355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D5011-2340-484D-84BA-6BAC4637CC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381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ABTest1_1783519260466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ABTest1_1783519260466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3519260466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9C5721C-E67E-9005-37B1-2F8EC4CA538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ABTest1_1783519260466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19260466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9260466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8351926046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8351926046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8351926046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783519260466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A247E2-0D48-8D91-C445-6BF593DC078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2039F2-C9F7-85E8-0D45-48851B6CCBA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4E1550-5FCA-D2EA-CA07-73E9161BBC5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6D39D8-0FB1-4CF3-25F8-7C713D484C1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EDE25D7-8817-271D-D28D-3709F8E84E7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2026-07-08T14:01:15Z</dcterms:modified>
</cp:coreProperties>
</file>