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EAD7F-2F70-4DF1-979B-0F89AB6222A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FBE2B-73B4-468C-906D-6A2494810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61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FBE2B-73B4-468C-906D-6A24948105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016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FBE2B-73B4-468C-906D-6A24948105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140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FBE2B-73B4-468C-906D-6A24948105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682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FBE2B-73B4-468C-906D-6A24948105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264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FBE2B-73B4-468C-906D-6A24948105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458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FBE2B-73B4-468C-906D-6A24948105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20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49F4FB-EA3F-6131-9E84-3E05A1DBE8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24ECA60-3C73-3D22-558C-9FA0A7C914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405215-73CF-6D26-8D92-010EE64FC87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21B320-C625-8F9F-D794-164F6FD545E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5F4775-A07D-E5B4-CBC8-F524D7448F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27431F-755A-3D4E-845A-0DC78B564C9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965EBD-42FD-4296-AA45-3BB209C2D36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8FB542-5CD8-36D8-1606-079A881E7A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590565-7CD7-E364-143E-7F15734E1B8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2026-07-08T12:37:30Z</dcterms:modified>
</cp:coreProperties>
</file>