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36C93-FA57-4DC5-9412-67D6BE01B05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E4CD3-9AFA-4785-95F9-F049B8E49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54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E4CD3-9AFA-4785-95F9-F049B8E4942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054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E4CD3-9AFA-4785-95F9-F049B8E494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32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E4CD3-9AFA-4785-95F9-F049B8E4942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24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E4CD3-9AFA-4785-95F9-F049B8E4942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360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E4CD3-9AFA-4785-95F9-F049B8E494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588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E4CD3-9AFA-4785-95F9-F049B8E4942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171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45F3CF-07AC-9A67-12DB-4939AF8CD8C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5C6CB81-157A-5735-D73C-795D6538853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FDBD714-5EAE-81E8-7D54-31E1E0AC2AE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513B9B-F59B-0D6C-9121-4708121A384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BA1935-E924-926A-7B3D-03DEBD7679F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94A0A2-EC8C-C9C8-96AF-19983A933AA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9A11B56-94D9-6EAE-A8F9-53582424621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DE87CD-7738-B72F-7DEB-8599CD24898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5E4B72-3482-F18D-8B11-3A5DEA8509E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MiSans Medium</vt:lpstr>
      <vt:lpstr>等线</vt:lpstr>
      <vt:lpstr>MiSans Normal</vt:lpstr>
      <vt:lpstr>等线 Light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2026-07-08T12:11:40Z</dcterms:modified>
</cp:coreProperties>
</file>