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DF9782-1817-4233-B158-EF90968676F8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50EEF6-CE8F-4F81-AB4D-EC920163BE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342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50EEF6-CE8F-4F81-AB4D-EC920163BE1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60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50EEF6-CE8F-4F81-AB4D-EC920163BE1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16761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50EEF6-CE8F-4F81-AB4D-EC920163BE1A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4248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50EEF6-CE8F-4F81-AB4D-EC920163BE1A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81206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50EEF6-CE8F-4F81-AB4D-EC920163BE1A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50910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50EEF6-CE8F-4F81-AB4D-EC920163BE1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5861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95293C0-105A-EEFB-7140-DF596D61D29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C42553AF-2F07-2F60-A9B0-4673071C499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9AA3729-72A4-BC78-9FD4-00E37CD35D0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0AFD96C-BA62-6ADE-05FC-036304E16EE3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BC412B4-A6E8-D1EB-F7C5-AA304ED2298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0E0DBF4-F7BD-F67D-6492-1DE039F2441A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6184110-B667-B64E-5DCE-F1A633EAEED9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C268AF7-4162-336A-58A4-2D37C9BA8007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528218A-74A9-85E5-81CF-8648EB1BB99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2026-07-07T08:26:59Z</dcterms:modified>
</cp:coreProperties>
</file>