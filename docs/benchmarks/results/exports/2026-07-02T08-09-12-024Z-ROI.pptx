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6CFEC-35F1-407F-8F19-109956C437D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724B5-5ACB-4656-8F3B-64CCCDF25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64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048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21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054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413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755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224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254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724B5-5ACB-4656-8F3B-64CCCDF250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90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导入：渠道投放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ROI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优化为什么重要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建立渠道投放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37A581-8B28-08FE-9055-0ED090A329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MiSans Light</vt:lpstr>
      <vt:lpstr>Arial</vt:lpstr>
      <vt:lpstr>等线</vt:lpstr>
      <vt:lpstr>MiSans Semibold</vt:lpstr>
      <vt:lpstr>思源黑体 CN Normal</vt:lpstr>
      <vt:lpstr>等线 Light</vt:lpstr>
      <vt:lpstr>MiSans Normal</vt:lpstr>
      <vt:lpstr>MiSans ExtraLight</vt:lpstr>
      <vt:lpstr>MiSans Medium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2026-07-02T08:09:10Z</dcterms:modified>
</cp:coreProperties>
</file>