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??:F=ma</c:v>
                  </c:pt>
                  <c:pt idx="1">
                    <c:v>??:??N=kg�m/...</c:v>
                  </c:pt>
                  <c:pt idx="2">
                    <c:v>??:????2????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??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关键要点：??:??????? ｜ ??:m=1kg?F=2N??a=2m/s� ｜ ??:???5???????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本页结论：????；关键抓手：??:???????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??????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?????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目标：??F=ma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2A241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本页结论：??F=ma；关键抓手：??:F=ma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8EFE6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??:F=ma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4E4D4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??:??N=kg�m/s�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8EFE6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??:????2????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??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??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3A312A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C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演讲备注：???????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??????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?????? - ??</dc:title>
  <dc:subject>??</dc:subject>
  <dc:creator>Daymori</dc:creator>
  <cp:lastModifiedBy>Daymori</cp:lastModifiedBy>
  <cp:revision>1</cp:revision>
  <dcterms:created xsi:type="dcterms:W3CDTF">2026-06-29T05:27:49Z</dcterms:created>
  <dcterms:modified xsi:type="dcterms:W3CDTF">2026-06-29T05:27:49Z</dcterms:modified>
</cp:coreProperties>
</file>