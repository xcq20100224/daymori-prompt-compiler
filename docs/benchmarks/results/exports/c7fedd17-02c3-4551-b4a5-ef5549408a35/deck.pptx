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44957E-2CC8-47BD-9471-DD7CCE6A90A7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45636C-1D39-477D-A8BE-AF110E893E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4162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5636C-1D39-477D-A8BE-AF110E893E1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60876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5636C-1D39-477D-A8BE-AF110E893E1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9305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5636C-1D39-477D-A8BE-AF110E893E1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91795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5636C-1D39-477D-A8BE-AF110E893E1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20972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5636C-1D39-477D-A8BE-AF110E893E1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629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5636C-1D39-477D-A8BE-AF110E893E1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851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9263164-4E50-24B3-8C65-B60E1EC588A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2033F58-0C87-1DAC-BABA-9B489997BFD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先明确压力来源 先明确压力来源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56C20DF-1949-D80E-23E9-24B5BEF9D111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售前咨询、订单状态、退换货政策与基础售后进度通常具备标准答案，适合由</a:t>
            </a:r>
            <a:r>
              <a:rPr lang="en-US" altLang="zh-CN" sz="1000"/>
              <a:t>AI</a:t>
            </a:r>
            <a:r>
              <a:rPr lang="zh-CN" altLang="en-US" sz="1000"/>
              <a:t>客服优先承接。</a:t>
            </a:r>
          </a:p>
          <a:p>
            <a:r>
              <a:rPr lang="zh-CN" altLang="en-US" sz="1000"/>
              <a:t>人工团队应聚焦投诉处理、复杂异常与高价值客户沟通，以提升整体服务质量。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2C26091-C960-EADB-7A37-0F220DAD268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能力与实施并行 能力与实施并行 能力与实施并行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B15842F-9A0E-C045-2EE5-3DB1D6F336CE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方案设计 方案设计 方案以知识库、意图识别、多轮对话、工单联动与人工转接为核心能力，先覆盖标准化问答场景，</a:t>
            </a:r>
          </a:p>
          <a:p>
            <a:r>
              <a:rPr lang="zh-CN" altLang="en-US" sz="1000"/>
              <a:t>再逐步接入质检分析与运营报表，形成可持续优化的服务闭环。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阶段梳理高频问题并建设知识库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阶段接入客服系统并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灰度上线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52A0DDB-39AD-11F7-46D5-5B97079B383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管理决策 管理决策</a:t>
            </a:r>
            <a:r>
              <a:rPr lang="en-US" altLang="zh-CN" sz="1400"/>
              <a:t>•</a:t>
            </a:r>
            <a:r>
              <a:rPr lang="zh-CN" altLang="en-US" sz="1400"/>
              <a:t>确认试点范围与预算边界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37798D6-91D0-750A-4C57-42960F20452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pt-BR" altLang="zh-CN" sz="1400"/>
              <a:t>Q&amp;amp;A 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480</Words>
  <Application>Microsoft Office PowerPoint</Application>
  <PresentationFormat>宽屏</PresentationFormat>
  <Paragraphs>63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MiSans Medium</vt:lpstr>
      <vt:lpstr>MiSans Normal</vt:lpstr>
      <vt:lpstr>Arial</vt:lpstr>
      <vt:lpstr>MiSans</vt:lpstr>
      <vt:lpstr>MiSans Demibold</vt:lpstr>
      <vt:lpstr>MiSans ExtraLight</vt:lpstr>
      <vt:lpstr>MiSans Light</vt:lpstr>
      <vt:lpstr>MiSans Semibold</vt:lpstr>
      <vt:lpstr>思源黑体 CN Normal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2026-07-06T01:20:08Z</dcterms:modified>
</cp:coreProperties>
</file>