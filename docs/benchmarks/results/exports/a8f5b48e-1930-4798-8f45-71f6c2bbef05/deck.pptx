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35D53-0AF8-45C0-B3D6-913390800E2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D996B-F415-43E0-B5AE-C8B886D793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93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D996B-F415-43E0-B5AE-C8B886D793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902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D996B-F415-43E0-B5AE-C8B886D793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069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D996B-F415-43E0-B5AE-C8B886D793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883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D996B-F415-43E0-B5AE-C8B886D793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447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D996B-F415-43E0-B5AE-C8B886D793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953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D996B-F415-43E0-B5AE-C8B886D793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865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93592F-B51B-CDF7-684D-DA8E8585798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4FE1810-C8C1-BBCC-B8B5-3B4D7D654A1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C26867F-7F56-E7BD-853B-ADFAB6BC3E2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0F34B9-A15A-898D-30A8-55D7414F4B1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219442D-3B34-2F0E-BF61-CB50346EE49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084E40-868F-AAD3-C849-33DE199E6C9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CCC3FA-51FE-3DEC-BFA9-7813CBB0B6B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47DE816-7680-5C63-8BC5-CEB3EE77F2C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01E706-5B6D-D6F7-F00E-E8219F04C9E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2026-07-08T10:19:39Z</dcterms:modified>
</cp:coreProperties>
</file>