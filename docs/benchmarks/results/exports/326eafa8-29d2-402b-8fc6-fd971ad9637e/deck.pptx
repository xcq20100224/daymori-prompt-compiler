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3336E-EEE3-4004-953F-634AD549F9F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91B0A-D5C3-4333-AA4C-DA32E4C1C1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68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91B0A-D5C3-4333-AA4C-DA32E4C1C1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05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91B0A-D5C3-4333-AA4C-DA32E4C1C1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4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91B0A-D5C3-4333-AA4C-DA32E4C1C1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58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91B0A-D5C3-4333-AA4C-DA32E4C1C1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796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91B0A-D5C3-4333-AA4C-DA32E4C1C1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692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91B0A-D5C3-4333-AA4C-DA32E4C1C1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49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9E871E-D0A7-FD38-5874-F8C2CEA5D44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50220DE-2B23-8118-5C79-81C73A073E5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4261D2-78C1-04F1-4FC2-9E0828FFA51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851E60-7E65-CE0C-891F-41E5028CDB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367189-0FE7-4AC0-1845-05F5A94EC57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28E73C-6564-C91F-E65E-9A6B6E49593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AB9927-884E-181B-A5AA-F39E21FFD59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BC98E9-CCA1-0011-DA42-E816B2A175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315757-8A86-FC71-8D3A-0EF3354BBAA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68EBA8-C8BD-E80D-ED4D-8C6A83D1C5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983E44-338D-8D53-4CC6-AABAA439C7D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5CBEE9-8CC7-9216-0F61-7E22F28C909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8EE6F3-6B03-BA37-2135-FE42A52CC07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B5BE2E-206C-850A-49B3-A2D905707A1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A5455C-E496-3B8B-CE2A-733E0D2471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951A36-7ED5-FBD1-82A0-29A0A5B2D95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2026-07-08T14:07:09Z</dcterms:modified>
</cp:coreProperties>
</file>