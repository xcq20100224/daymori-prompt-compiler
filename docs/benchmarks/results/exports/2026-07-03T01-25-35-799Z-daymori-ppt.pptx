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FD8ECF-A7BF-4808-A8EC-663BC37B5F86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A764F-79F0-4666-AFCE-404CB3C7E2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764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行动：本节先做受力判断再套公式，</a:t>
            </a:r>
            <a:r>
              <a:rPr lang="en-US" altLang="zh-CN"/>
              <a:t>5</a:t>
            </a:r>
            <a:r>
              <a:rPr lang="zh-CN" altLang="en-US"/>
              <a:t>分钟内完成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A764F-79F0-4666-AFCE-404CB3C7E2A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27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A764F-79F0-4666-AFCE-404CB3C7E2A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487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证据：当</a:t>
            </a:r>
            <a:r>
              <a:rPr lang="en-US" altLang="zh-CN"/>
              <a:t>F=12N,m=3kg</a:t>
            </a:r>
            <a:r>
              <a:rPr lang="zh-CN" altLang="en-US"/>
              <a:t>时</a:t>
            </a:r>
            <a:r>
              <a:rPr lang="en-US" altLang="zh-CN"/>
              <a:t>a=4m/s² • </a:t>
            </a:r>
            <a:r>
              <a:rPr lang="zh-CN" altLang="en-US"/>
              <a:t>行动：完成</a:t>
            </a:r>
            <a:r>
              <a:rPr lang="en-US" altLang="zh-CN"/>
              <a:t>2</a:t>
            </a:r>
            <a:r>
              <a:rPr lang="zh-CN" altLang="en-US"/>
              <a:t>题单位换算并互评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A764F-79F0-4666-AFCE-404CB3C7E2A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259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A764F-79F0-4666-AFCE-404CB3C7E2A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683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A764F-79F0-4666-AFCE-404CB3C7E2A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344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A764F-79F0-4666-AFCE-404CB3C7E2A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850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行动：独立完成同型题并核对单位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A764F-79F0-4666-AFCE-404CB3C7E2A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1741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m=2kg</a:t>
            </a:r>
            <a:r>
              <a:rPr lang="zh-CN" altLang="en-US"/>
              <a:t>时</a:t>
            </a:r>
            <a:r>
              <a:rPr lang="en-US" altLang="zh-CN"/>
              <a:t>a=3m/s² • </a:t>
            </a:r>
            <a:r>
              <a:rPr lang="zh-CN" altLang="en-US"/>
              <a:t>行动：小组讨论正方向并给出完整步 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A764F-79F0-4666-AFCE-404CB3C7E2A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6364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A764F-79F0-4666-AFCE-404CB3C7E2A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9222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A764F-79F0-4666-AFCE-404CB3C7E2A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9479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5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情境导入：为什么会加速</a:t>
            </a:r>
            <a:endParaRPr lang="zh-CN" altLang="en-US" sz="25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用生活案例建立合力与加速度关系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结论：物体加速源于合力不为零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证据：同质量车受推力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2N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与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4N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约成倍变化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6915FA1-1E18-4358-7089-2F96274DEC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定律表述与符号定义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a=F/m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m=F/a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三式互化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三式等价但适用已知量不同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公式变形与单位换算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受力分析四步法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控制变量实验设计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实验数据与图像解读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掌握标准代入与单位检查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结论：求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时先算合力再除以质量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=9N,m=1.5kg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得到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a=6m/s²...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例题一：已知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F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和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m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求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例题二：含摩擦力综合题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能在多力情境下正确列合力方程 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结论：加速度由合力决定而非拉力单独决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定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拉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10N,f=4N...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易错点与纠偏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课堂练习与作业拓展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519</Words>
  <Application>Microsoft Office PowerPoint</Application>
  <PresentationFormat>宽屏</PresentationFormat>
  <Paragraphs>78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MiSans Medium</vt:lpstr>
      <vt:lpstr>MiSans ExtraLight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2026-07-03T01:25:10Z</dcterms:modified>
</cp:coreProperties>
</file>