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CB945-1478-4BDB-AA04-39D7BD56EC9C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270E91-E01F-4AA6-8F1A-56FC0EAC78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67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70E91-E01F-4AA6-8F1A-56FC0EAC781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442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70E91-E01F-4AA6-8F1A-56FC0EAC781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569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70E91-E01F-4AA6-8F1A-56FC0EAC781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138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70E91-E01F-4AA6-8F1A-56FC0EAC781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396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70E91-E01F-4AA6-8F1A-56FC0EAC781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478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70E91-E01F-4AA6-8F1A-56FC0EAC781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771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70E91-E01F-4AA6-8F1A-56FC0EAC781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011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70E91-E01F-4AA6-8F1A-56FC0EAC781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622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导入：一次函数为什么重要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建立一次函数学习动机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166117F-43F2-32E2-EC99-209276D4836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思源黑体 CN Normal</vt:lpstr>
      <vt:lpstr>等线 Light</vt:lpstr>
      <vt:lpstr>MiSans Normal</vt:lpstr>
      <vt:lpstr>MiSans Medium</vt:lpstr>
      <vt:lpstr>Arial</vt:lpstr>
      <vt:lpstr>MiSans</vt:lpstr>
      <vt:lpstr>MiSans ExtraLight</vt:lpstr>
      <vt:lpstr>MiSans Demibold</vt:lpstr>
      <vt:lpstr>等线</vt:lpstr>
      <vt:lpstr>MiSans Semibold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2026-07-02T08:30:55Z</dcterms:modified>
</cp:coreProperties>
</file>