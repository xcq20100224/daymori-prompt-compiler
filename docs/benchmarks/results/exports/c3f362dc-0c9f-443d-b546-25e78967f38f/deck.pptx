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24496-29D5-4282-B4B6-A2F744F8585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B3284-A3B7-4D5B-ABA9-68C0056167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8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B3284-A3B7-4D5B-ABA9-68C00561673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27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B3284-A3B7-4D5B-ABA9-68C00561673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06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B3284-A3B7-4D5B-ABA9-68C00561673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523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B3284-A3B7-4D5B-ABA9-68C00561673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76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B3284-A3B7-4D5B-ABA9-68C00561673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182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B3284-A3B7-4D5B-ABA9-68C00561673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43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FDC476-6959-F895-00FF-53C3500ECF9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0466E52-7FB7-D986-36F8-F2C8A236C36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BB19DD-8A1E-FF41-E52C-B06D8438F94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6BF758-7D7B-EFC2-40D7-48BB1698826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7C5129-3F79-F567-60A6-2DE134AE7A2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029E04-7E3F-4A82-7E6C-62481B7DD63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BB827D-C9EC-8FD0-8DAB-820CEA888C9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F6F669-A751-3F17-7921-9B1968F7A61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D88B65-70ED-C8F9-817E-65DE6207D28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2026-07-07T07:49:14Z</dcterms:modified>
</cp:coreProperties>
</file>