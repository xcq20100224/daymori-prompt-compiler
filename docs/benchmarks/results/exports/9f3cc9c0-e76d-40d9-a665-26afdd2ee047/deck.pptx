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1805B-7FB0-46C4-991F-3F930A82E8A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DFC0F-21E7-44A5-B214-C9C480724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9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3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588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00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605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14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DFC0F-21E7-44A5-B214-C9C4807247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79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EA8C2A-6E2A-5BE5-610C-0AB3FF09C01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1381A-B3A5-F3FE-B9B6-C72A31A19A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597B3F-BE78-D384-A172-EB1C285A03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597ACE-5921-70F8-588C-5A7BB85758B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1FD7C0-4F71-1C0D-6BE9-C088E33BFDE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41BC15-5CDD-BF78-9F30-162B83B8391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4074EF-BD54-9B01-3D7B-D419A85D75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573D89-6286-FFD9-B553-FBC0E0B78F1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96D176-550B-D6F0-6C08-778242FABC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2026-07-08T10:47:05Z</dcterms:modified>
</cp:coreProperties>
</file>