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B539B-8F00-4A03-832D-255BE69EB73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0C7C4-44F7-4D47-A389-8AAA2B189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578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401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32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843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61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78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0C7C4-44F7-4D47-A389-8AAA2B1896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995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682B37-FE42-AAC0-20DC-C8119D2A6BA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18C36B-0829-AE4E-F8CF-75B93CC57E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46163C-B5CF-A945-26E7-D262B2F2D2F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4C5BA-2B4A-F24B-053C-113AC3B4D21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7AD208-978E-F113-AD5D-D1F01F9DA5C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D23EC6-258F-CCE6-A243-B898904D163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49C4AA-7024-B8A2-2984-83C24353464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0BBFA1-C928-4A3A-E7DD-0712CC0160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A5FC3D-71B6-583A-51AA-B986ACAC89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MiSans Normal</vt:lpstr>
      <vt:lpstr>等线 Light</vt:lpstr>
      <vt:lpstr>MiSans Semibold</vt:lpstr>
      <vt:lpstr>MiSans Medium</vt:lpstr>
      <vt:lpstr>思源黑体 CN Normal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2026-07-08T12:55:02Z</dcterms:modified>
</cp:coreProperties>
</file>