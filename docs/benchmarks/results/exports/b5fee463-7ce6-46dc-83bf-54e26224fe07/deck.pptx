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0B8610-1457-4656-A6D2-918EB95CCBE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3BE746-63DC-4BBF-9C53-6D285F78C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360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BE746-63DC-4BBF-9C53-6D285F78C3F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392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BE746-63DC-4BBF-9C53-6D285F78C3F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20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BE746-63DC-4BBF-9C53-6D285F78C3F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974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BE746-63DC-4BBF-9C53-6D285F78C3F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508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BE746-63DC-4BBF-9C53-6D285F78C3F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341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BE746-63DC-4BBF-9C53-6D285F78C3F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692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E499E9-5FAA-C0DD-4E93-09F7F88FBD1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AE1A154-BB62-27BD-015A-C7F10053405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339D313-2D13-D368-338F-5B01126B62A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F5C369-8FB4-5BF1-10FB-F14CCF50D54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A931B3-CBF2-1A83-2A95-E2E2FEB566A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685829-41B6-19AF-94CC-FDF0A6CAA59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3D9EE3-3865-74F0-C758-3ACC3F8FC80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CB5C4F2-673A-7C94-974B-ED6CFE10EE9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E97300-309D-2309-6034-D773F87B4DE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2026-07-07T08:23:50Z</dcterms:modified>
</cp:coreProperties>
</file>