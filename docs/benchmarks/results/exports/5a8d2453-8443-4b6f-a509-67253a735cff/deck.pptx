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1869A4-F9EE-413A-8D2E-CCEBC2B738B0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3904E1-C51C-4899-B295-A06100BB45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76585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核心</a:t>
            </a:r>
            <a:r>
              <a:rPr lang="en-US" altLang="zh-CN"/>
              <a:t>…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3904E1-C51C-4899-B295-A06100BB456B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65510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ABTest1_1783519531809</a:t>
            </a:r>
            <a:r>
              <a:rPr lang="zh-CN" altLang="en-US"/>
              <a:t>现状结构图 效率与可持续性将同步承压，需要先完成问题分层与优先级重排。 图示： </a:t>
            </a:r>
            <a:r>
              <a:rPr lang="en-US" altLang="zh-CN"/>
              <a:t>ABTest1_1783519531809</a:t>
            </a:r>
            <a:r>
              <a:rPr lang="zh-CN" altLang="en-US"/>
              <a:t>现状结</a:t>
            </a:r>
            <a:r>
              <a:rPr lang="en-US" altLang="zh-CN"/>
              <a:t>… </a:t>
            </a:r>
            <a:r>
              <a:rPr lang="zh-CN" altLang="en-US"/>
              <a:t>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3904E1-C51C-4899-B295-A06100BB456B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6514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ABTest1_1783519531809</a:t>
            </a:r>
            <a:r>
              <a:rPr lang="zh-CN" altLang="en-US"/>
              <a:t>问题分层卡片 义、流程协同、 执行能力与反馈闭环四个层面。 先聚焦高频高影响环节， 再逐步覆盖复杂场景， 可显著降低试点风险。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3904E1-C51C-4899-B295-A06100BB456B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82408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ABTest1_1783519531809</a:t>
            </a:r>
            <a:r>
              <a:rPr lang="zh-CN" altLang="en-US"/>
              <a:t>方案架构图 验证”三层架构， 先完成基线与关键能力 建设， 再通过迭代机制优化质 量， 形成可复制的执行闭环。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3904E1-C51C-4899-B295-A06100BB456B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74165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3904E1-C51C-4899-B295-A06100BB456B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922697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只有当关键指标持续改善，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3904E1-C51C-4899-B295-A06100BB456B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258330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3904E1-C51C-4899-B295-A06100BB456B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05304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24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ABTest1_1783519531809</a:t>
            </a:r>
            <a:endParaRPr lang="zh-CN" altLang="en-US" sz="24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ABTest1_1783519531809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提案汇报 内容由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</a:p>
          <a:p>
            <a:pPr algn="r" defTabSz="914400">
              <a:lnSpc>
                <a:spcPct val="150000"/>
              </a:lnSpc>
              <a:defRPr/>
            </a:pP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ABTest1_178</a:t>
            </a:r>
          </a:p>
          <a:p>
            <a:pPr>
              <a:lnSpc>
                <a:spcPct val="130000"/>
              </a:lnSpc>
            </a:pP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3519531809</a:t>
            </a: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的</a:t>
            </a: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6CEFF999-08FE-C8D5-3C26-3A5C4DE951B6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ABTest1_1783519531809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当前在目标达成、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资源配置与执行路径上存在明显瓶颈。若继续沿用现有方式，成本、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ABTest1_17835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19531809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问题分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…...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ABTest1_178351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9531809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可将问题拆为目标定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ABTest1_17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8351953180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9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的分阶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…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ABTest1_17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8351953180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9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…...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ABTest1_17</a:t>
            </a:r>
          </a:p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8351953180</a:t>
            </a:r>
          </a:p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9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方案建议采用“目标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对齐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能力建设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效果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ABTest1_178351953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ABTest1_178351953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ABTest1_1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783519531809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建立统一指标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A07C84B-AFFE-F7F4-CF66-653370E3CBB1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6EB4C856-792E-F270-4DA1-5BFCFE5A64B7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DECA869F-C327-7184-D0B3-8DF49BFC9D20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8E88C790-B3DA-4EB5-0ECB-978F6B417E36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4FDA7A0-35A3-2EDE-713B-096E1649E954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439</Words>
  <Application>Microsoft Office PowerPoint</Application>
  <PresentationFormat>宽屏</PresentationFormat>
  <Paragraphs>84</Paragraphs>
  <Slides>10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Semibold</vt:lpstr>
      <vt:lpstr>思源黑体 CN Normal</vt:lpstr>
      <vt:lpstr>Arial</vt:lpstr>
      <vt:lpstr>MiSans Medium</vt:lpstr>
      <vt:lpstr>MiSans Normal</vt:lpstr>
      <vt:lpstr>等线</vt:lpstr>
      <vt:lpstr>等线 Light</vt:lpstr>
      <vt:lpstr>MiSans</vt:lpstr>
      <vt:lpstr>MiSans Demibold</vt:lpstr>
      <vt:lpstr>MiSans ExtraLight</vt:lpstr>
      <vt:lpstr>MiSans 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2026-07-08T14:07:16Z</dcterms:modified>
</cp:coreProperties>
</file>