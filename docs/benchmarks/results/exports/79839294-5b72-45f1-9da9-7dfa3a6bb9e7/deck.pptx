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DA5338-BA37-4A6C-8672-8F6DC76E12B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A1206-AC84-45BF-91C3-E5AD6A236F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919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1206-AC84-45BF-91C3-E5AD6A236FF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489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1206-AC84-45BF-91C3-E5AD6A236FF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95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1206-AC84-45BF-91C3-E5AD6A236FF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6050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1206-AC84-45BF-91C3-E5AD6A236FF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226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1206-AC84-45BF-91C3-E5AD6A236FF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691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1206-AC84-45BF-91C3-E5AD6A236FF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222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BA90832-AD7E-3E5D-AA2F-52348495182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81F24B2-A89C-8588-5EFE-C9D7FA1DAED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F5E984D-5112-1801-6CE5-30225EE04C4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CE27E0-F496-8F8F-7683-60124B23A7B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9A44D9D-66E5-2089-E39B-481776426C2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8248247-4E33-586A-6E33-015CBC01B86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9701BCE-B504-FEA5-36E0-122C1C40AF4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1C34443-33D8-94F8-8D3D-7A94D7CDC77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AC7343D-CF3C-AEE0-3F41-F291241AD24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2026-07-07T07:55:28Z</dcterms:modified>
</cp:coreProperties>
</file>