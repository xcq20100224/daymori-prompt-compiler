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315689-538B-4000-B560-7EEB7C8AA6BE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74C980-8A7D-40D1-922A-9FF1BFBBEC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24463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需要先完成问题分层与优先级重排。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74C980-8A7D-40D1-922A-9FF1BFBBEC2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45897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74C980-8A7D-40D1-922A-9FF1BFBBEC2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9247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74C980-8A7D-40D1-922A-9FF1BFBBEC2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8534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74C980-8A7D-40D1-922A-9FF1BFBBEC2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36309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74C980-8A7D-40D1-922A-9FF1BFBBEC2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36070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74C980-8A7D-40D1-922A-9FF1BFBBEC2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4425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CC043EB-5843-3D53-96B0-0105A04C0327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07D7E395-BED0-F69E-F862-CFF1275B1E4F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5E6DC07-B162-6790-4F3C-1F454E5605C8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客服降本增效方案当前在目标达成、资源配置与执行路径上存在明显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瓶颈。若继续沿用现有方式，成本、效率与可持续性将同步承压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客服降本增效方案可将问题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拆为目标定义、流程协同、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D3B2C81-C333-6A43-62C7-C16E8214A4B1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证”三层架构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客服降本增效方案试点并跟踪关键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9D1F2DF-E2F2-8228-A78D-98880A530905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3B012C7-B898-A809-5502-F9677A6FDA55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AC95B60-FE43-8D94-1FA4-A03DEA74AA5A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13143C4-C1F6-30E8-749A-A68DE0D9766E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D0001C6-8653-E19C-C864-C8494F2611B6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607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Medium</vt:lpstr>
      <vt:lpstr>MiSans Normal</vt:lpstr>
      <vt:lpstr>等线</vt:lpstr>
      <vt:lpstr>等线 Light</vt:lpstr>
      <vt:lpstr>Arial</vt:lpstr>
      <vt:lpstr>MiSans</vt:lpstr>
      <vt:lpstr>MiSans Demibold</vt:lpstr>
      <vt:lpstr>MiSans ExtraLight</vt:lpstr>
      <vt:lpstr>MiSans Light</vt:lpstr>
      <vt:lpstr>MiSans Semibold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2026-07-08T13:05:42Z</dcterms:modified>
</cp:coreProperties>
</file>