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2F883-9FD3-4882-B06A-4470B8BFC50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13380-6A78-47EA-8D7B-60ACB5C1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9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98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719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212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335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20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3380-6A78-47EA-8D7B-60ACB5C1CE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96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A45663-4367-8507-537A-B8DF93515D1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B93DF1-E6FE-B533-B945-96ECA0D5E2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CF324D-A1B8-2979-C09C-B43D3182B5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362480-2615-D336-79DC-8648749D162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F432D1-F5A4-9E93-43F8-FF2A664CEE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F91443-E0FF-20BF-D00B-1622A716AA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32C240-4F1F-0AB2-A521-BCD44CD9371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ECCFB0-9D7E-90A5-2A08-BB941C78F8E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4003F7-DA64-4641-D9B0-121224F213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2026-07-07T08:16:43Z</dcterms:modified>
</cp:coreProperties>
</file>