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FBDB2-E1EE-479C-A609-E678D0A3D7C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5C373-28C4-415A-88DA-AC06F8AE96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47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备注：先讲结论，后讲证据，最后讲行动。 业设计。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5C373-28C4-415A-88DA-AC06F8AE96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5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备注：每项控制在</a:t>
            </a:r>
            <a:r>
              <a:rPr lang="en-US" altLang="zh-CN"/>
              <a:t>15</a:t>
            </a:r>
            <a:r>
              <a:rPr lang="zh-CN" altLang="en-US"/>
              <a:t>秒内。 </a:t>
            </a:r>
            <a:r>
              <a:rPr lang="en-US" altLang="zh-CN"/>
              <a:t>• </a:t>
            </a:r>
            <a:r>
              <a:rPr lang="zh-CN" altLang="en-US"/>
              <a:t>风险与下一步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5C373-28C4-415A-88DA-AC06F8AE96E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4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结论：先定义问题，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再定义约束。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证据：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用量化指标评估课堂有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效性。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行动：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按周迭代教学脚本与作</a:t>
            </a:r>
            <a:r>
              <a:rPr lang="en-US" altLang="zh-CN" sz="1400">
                <a:cs typeface="思源黑体 CN Normal" panose="020B0400000000000000" charset="-122"/>
              </a:rPr>
              <a:t>...</a:t>
            </a:r>
            <a:endParaRPr lang="zh-CN" altLang="en-US" sz="1400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目标：只替换模板文案，不改变原始版式结构。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目标：保持模板目录页视觉层级。</a:t>
            </a: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阶段工作概述</a:t>
            </a: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工作完成进度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...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</Words>
  <Application>Microsoft Office PowerPoint</Application>
  <PresentationFormat>宽屏</PresentationFormat>
  <Paragraphs>29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2026-07-02T03:50:18Z</dcterms:modified>
</cp:coreProperties>
</file>