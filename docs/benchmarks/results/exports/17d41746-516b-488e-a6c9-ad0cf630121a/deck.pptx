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FD571-A4FF-48C9-A2A1-45DD9A791BA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B5077-0F2E-40F7-AEC0-6B02FAF0C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13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32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211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87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40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727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B5077-0F2E-40F7-AEC0-6B02FAF0CF9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49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C4EFA4-D211-63E6-0033-EB77DE636B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47D7CD-36DE-3676-51A2-1807F3F9171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9DDE14-7CB8-D29F-98E0-52D17B0206E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0C377C-3429-466B-F373-2F379F564C5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85C0CF-845F-8966-351B-E1DF55EB3DC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EEB79D-449E-3651-E715-C6D3B61057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681DAB-559C-61A5-E729-4B819AF3E6D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AFD839-0F8E-1C21-FD41-DF0F467E4CD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AA13F9-503D-E4A7-2958-8DB7479D97A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2026-07-07T07:55:43Z</dcterms:modified>
</cp:coreProperties>
</file>