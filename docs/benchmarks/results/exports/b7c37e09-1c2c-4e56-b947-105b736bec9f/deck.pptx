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B326A-939C-4088-8AD9-4A2FE21C0B6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B8D13-29E2-44A7-837D-D93F3CF15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82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B8D13-29E2-44A7-837D-D93F3CF157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4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B8D13-29E2-44A7-837D-D93F3CF157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438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B8D13-29E2-44A7-837D-D93F3CF157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892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B8D13-29E2-44A7-837D-D93F3CF157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861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B8D13-29E2-44A7-837D-D93F3CF157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362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B8D13-29E2-44A7-837D-D93F3CF157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11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D457F-B188-845C-1C6A-FC869D02322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5D1509D-CF20-0D92-AA94-BB0EA90280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64F518-56AE-5FFA-7D43-2B02AD42CB1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73054E-888A-9A4A-8DB5-30927143700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661C5A-9D11-99A5-4F98-2C3DCC49EAA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B9270F-483B-C3EB-F87F-6F1D03C5429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981A7C-A6D3-116A-FEA7-EFF34A36893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8D9CBD-9BB8-C023-9285-7469BB76CC5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442F0C-BFB5-951A-D257-1445E974DE5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2026-07-09T02:45:30Z</dcterms:modified>
</cp:coreProperties>
</file>