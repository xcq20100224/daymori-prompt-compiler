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8A884-02EB-4BCB-85C9-576AFCFF1C3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F6179-D57F-4BA3-B7D5-F608E6EAE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2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5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67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75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63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730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179-D57F-4BA3-B7D5-F608E6EAEAC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74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716FF0-202F-CFC3-1362-A0208DA67B0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E81BBE7-3E57-FC62-008F-310A5CC8C9D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D6B746-2D9E-7318-212D-0A8BC8BA448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D8D19B-C8E9-D4F3-62DC-8C231F1441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9FE85E-BA6F-E003-BB32-759C4EE2C3C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AFD940-0C6B-3FAF-E378-BCDF6680193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A5079E-1AF7-8DFA-389B-3A0553ADBBB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21F9E6-A367-00A0-4F9D-E93D7118326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E9F380-7931-A5EB-4E04-64B47832CE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 Demibold</vt:lpstr>
      <vt:lpstr>Arial</vt:lpstr>
      <vt:lpstr>MiSans Light</vt:lpstr>
      <vt:lpstr>思源黑体 CN Normal</vt:lpstr>
      <vt:lpstr>MiSans Normal</vt:lpstr>
      <vt:lpstr>MiSans Medium</vt:lpstr>
      <vt:lpstr>MiSans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2026-07-08T05:03:56Z</dcterms:modified>
</cp:coreProperties>
</file>