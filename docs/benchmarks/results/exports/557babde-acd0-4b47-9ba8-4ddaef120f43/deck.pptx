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D85CEE-CA66-4929-9EA7-C96DDF51CAD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070BBB-D837-49A0-B7A2-143A6A7E1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880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070BBB-D837-49A0-B7A2-143A6A7E1A5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879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070BBB-D837-49A0-B7A2-143A6A7E1A5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680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070BBB-D837-49A0-B7A2-143A6A7E1A5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925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070BBB-D837-49A0-B7A2-143A6A7E1A5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459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070BBB-D837-49A0-B7A2-143A6A7E1A5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216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070BBB-D837-49A0-B7A2-143A6A7E1A5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254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822C97C-40BE-D9A8-6738-F5DB734DFA5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7277418-947F-6663-5366-469244E0969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75FB38B-38F6-2DD5-4EA8-A32B14B38A5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39C4037-829D-F74E-BBB3-8B9D9F267F0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F983647-E77C-C722-1294-891893013C7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BA38422-B293-E3D5-869E-09DB109B691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68935B2-93FE-7CA9-51CD-A3287805D9E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7CC65E-2BCA-3F52-04C9-959F70638A8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45342F-0B8C-DB30-F469-81E0D66BBFA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2026-07-08T12:09:31Z</dcterms:modified>
</cp:coreProperties>
</file>