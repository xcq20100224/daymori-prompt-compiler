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3D701-66EA-41A0-8FF3-A99F236F7B29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704E2-80C9-4C17-AD54-3EFA62F58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84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850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87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848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557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846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659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367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90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261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704E2-80C9-4C17-AD54-3EFA62F58EF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00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824463-90CC-EA99-75A2-E018ABFCD35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519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2026-07-03T01:31:33Z</dcterms:modified>
</cp:coreProperties>
</file>