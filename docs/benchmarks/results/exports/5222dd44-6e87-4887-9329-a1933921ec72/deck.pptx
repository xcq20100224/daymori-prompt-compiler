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FF71D-73C6-4715-A5D8-D7E2CF96127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C4F31-A684-4720-B5DB-C16E6604B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30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C4F31-A684-4720-B5DB-C16E6604BC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31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C4F31-A684-4720-B5DB-C16E6604BC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739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C4F31-A684-4720-B5DB-C16E6604BC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467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C4F31-A684-4720-B5DB-C16E6604BC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200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C4F31-A684-4720-B5DB-C16E6604BC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062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C4F31-A684-4720-B5DB-C16E6604BC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807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4748B8-3EEE-E750-C1B8-C8207D2CEC7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9B2695-D27F-C3DB-6567-99F1FE412F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F50055-82D9-8E57-600F-831AA7C5640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9D9BCB-A57E-66EB-7030-E3EF4B365EE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2C8BC9-EB72-5750-DA7D-7F631460DC5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ED8620-5559-74A0-88F2-03B7715AA3A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79D2A9-FFF4-FE75-6142-730A057B8D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B8DC58E-9ED3-E74F-8B3B-02DC70B2DBB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36FC44-3E63-BB92-733F-46F5703C854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2026-07-07T08:09:24Z</dcterms:modified>
</cp:coreProperties>
</file>