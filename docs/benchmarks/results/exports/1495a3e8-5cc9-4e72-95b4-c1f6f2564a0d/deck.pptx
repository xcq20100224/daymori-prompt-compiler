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5FF70-4C28-4652-9639-E619718870C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D675D-A49B-4559-99DA-F63A319D2A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72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D675D-A49B-4559-99DA-F63A319D2A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330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D675D-A49B-4559-99DA-F63A319D2A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709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D675D-A49B-4559-99DA-F63A319D2A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441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D675D-A49B-4559-99DA-F63A319D2A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36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D675D-A49B-4559-99DA-F63A319D2A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007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D675D-A49B-4559-99DA-F63A319D2A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5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A4C9B1-1E60-60DA-A02C-38DAF2ADE95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E8A0E10-ED9B-9957-E2B7-BC413CEECA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6DCA52-9BC1-EA87-1354-DC3C623DB8A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A59E13-2FFF-7224-AC4F-B3CA0806184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F521AF-20FB-B6F1-7B6E-DBD9D356E1A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46D0DA-F86B-FD9D-D62A-F7277C75E29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E599F6-1D12-56BC-9C4E-5764CA7CF8D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9AF595-94F0-CEA0-B696-66F919D5E6E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E902C5-77C0-FE1B-87D8-9BAE028FCDF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2026-07-08T04:38:46Z</dcterms:modified>
</cp:coreProperties>
</file>