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25255-1528-4529-ABCA-D547B56C7E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2105-7EAC-4E35-B8E6-093720C2A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407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C2105-7EAC-4E35-B8E6-093720C2A5A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579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C2105-7EAC-4E35-B8E6-093720C2A5A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92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C2105-7EAC-4E35-B8E6-093720C2A5A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74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C2105-7EAC-4E35-B8E6-093720C2A5A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90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C2105-7EAC-4E35-B8E6-093720C2A5A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387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C2105-7EAC-4E35-B8E6-093720C2A5A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79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CDEDC8-FADE-AA30-3166-DD93ACDCF83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E805130-97D4-E7E8-4565-30C7CE0266B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AB8E28-4007-1A05-6D5C-B94B5FAF5F1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FCA1A0-842B-1A0E-F526-3590CEDB6DE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DF3B53-A209-C102-58A3-62261247B54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66D905-477C-5BC6-D613-C31CBAD897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BD9392-E47B-57E3-375E-F8390AC6FCD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BF82A2-11D3-854F-0BF2-53987C80E57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7208F1-F3AD-D018-447F-ED1454D7A66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2026-07-09T02:27:43Z</dcterms:modified>
</cp:coreProperties>
</file>