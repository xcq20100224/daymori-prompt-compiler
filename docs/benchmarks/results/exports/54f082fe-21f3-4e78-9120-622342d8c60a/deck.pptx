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36444A-C87A-4988-9479-D4EE7CE178E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D5C4D3-E279-4C14-9DDF-1CAD9E38C9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471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ABTest0_1783518985543</a:t>
            </a:r>
            <a:r>
              <a:rPr lang="zh-CN" altLang="en-US"/>
              <a:t>现状结构图 需要先完成问题分层与优先级重排。 图示： </a:t>
            </a:r>
            <a:r>
              <a:rPr lang="en-US" altLang="zh-CN"/>
              <a:t>ABTest0_1783518985543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5C4D3-E279-4C14-9DDF-1CAD9E38C96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9882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ABTest0_1783518985543</a:t>
            </a:r>
            <a:r>
              <a:rPr lang="zh-CN" altLang="en-US"/>
              <a:t>问题分层卡片 题拆为目标定义、流程协同、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ABTest0_17835 18985543</a:t>
            </a:r>
            <a:r>
              <a:rPr lang="zh-CN" altLang="en-US"/>
              <a:t>问题分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5C4D3-E279-4C14-9DDF-1CAD9E38C96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8165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ABTest0_1783518985543</a:t>
            </a:r>
            <a:r>
              <a:rPr lang="zh-CN" altLang="en-US"/>
              <a:t>方案架构图 先完成基线与关键能力 建设， 再通过迭代机制优化质 量， 形成可复制的执行闭环。 图示： </a:t>
            </a:r>
            <a:r>
              <a:rPr lang="en-US" altLang="zh-CN"/>
              <a:t>ABTest0_17 8351898554 3</a:t>
            </a:r>
            <a:r>
              <a:rPr lang="zh-CN" altLang="en-US"/>
              <a:t>方案架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5C4D3-E279-4C14-9DDF-1CAD9E38C96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56121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5C4D3-E279-4C14-9DDF-1CAD9E38C96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931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集，至少覆盖效率、质量、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5C4D3-E279-4C14-9DDF-1CAD9E38C96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9842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5C4D3-E279-4C14-9DDF-1CAD9E38C96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2821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ABTest0_1783518985543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ABTest0_1783518985543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ABTest0_17835189</a:t>
            </a:r>
          </a:p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85543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的核心</a:t>
            </a:r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…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4545759-4099-0F06-9656-827D5D133A4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53E3721-CA6B-1E8F-9B01-4FB505B84C1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ABTest0_1783518985543</a:t>
            </a:r>
            <a:r>
              <a:rPr lang="zh-CN" altLang="en-US" sz="1400"/>
              <a:t>的核心</a:t>
            </a:r>
            <a:r>
              <a:rPr lang="en-US" altLang="zh-CN" sz="1400"/>
              <a:t>…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ABTest0_1783518985543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当前在目标达成、资源配置与执行路径上存在明显瓶颈。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若继续沿用现有方式，成本、效率与可持续性将同步承压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sz="1000"/>
              <a:t>ABTest0_178</a:t>
            </a:r>
          </a:p>
          <a:p>
            <a:pPr algn="ctr"/>
            <a:r>
              <a:rPr lang="en-US" sz="1000"/>
              <a:t>3518985543</a:t>
            </a:r>
            <a:r>
              <a:rPr lang="zh-CN" altLang="en-US" sz="1000"/>
              <a:t>可将问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E7D970-A4A6-23D0-5E4B-52412F6036F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9278C5E-3C08-6418-AC50-CF3F8034D37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ABTest0_1783518985543</a:t>
            </a:r>
            <a:r>
              <a:rPr lang="zh-CN" altLang="en-US" sz="1000"/>
              <a:t>可将问题拆为目标定义、流程协同、</a:t>
            </a:r>
          </a:p>
          <a:p>
            <a:r>
              <a:rPr lang="zh-CN" altLang="en-US" sz="1000"/>
              <a:t>执行能力与反馈闭环四个层面。先聚焦高频高影响环节，再逐步覆盖复杂场景，可显著降低试点风险。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ABTest0_1783518985543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的分阶</a:t>
            </a:r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…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BA247F-065A-CFAB-FC55-775F8476522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ABTest0_1783518985543</a:t>
            </a:r>
            <a:r>
              <a:rPr lang="zh-CN" altLang="en-US" sz="1400"/>
              <a:t>的分阶</a:t>
            </a:r>
            <a:r>
              <a:rPr lang="en-US" altLang="zh-CN" sz="1400"/>
              <a:t>…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ABTest0_17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8351898554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方案建议采用“目标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对齐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效果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验证”三层架构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605305F-AC46-7962-F4CF-D726D1E4F0A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</a:t>
            </a:r>
          </a:p>
          <a:p>
            <a:pPr algn="ctr" defTabSz="914377">
              <a:defRPr/>
            </a:pP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898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ABTest0_1783518</a:t>
            </a:r>
          </a:p>
          <a:p>
            <a:pPr algn="ctr" defTabSz="914377">
              <a:defRPr/>
            </a:pP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98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ABTest0_1</a:t>
            </a:r>
          </a:p>
          <a:p>
            <a:pPr>
              <a:lnSpc>
                <a:spcPct val="150000"/>
              </a:lnSpc>
            </a:pPr>
            <a:r>
              <a:rPr lang="en-US" altLang="zh-CN" sz="1000"/>
              <a:t>783518985543</a:t>
            </a:r>
            <a:r>
              <a:rPr lang="zh-CN" altLang="en-US" sz="1000"/>
              <a:t>建立统一指标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2A75C5E-11EC-9642-4AB5-1DAC8FDF898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6E668C4-95A4-5191-FE16-C787CB0B3FA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2350F2A-6C5E-0E79-CCC1-778AD11F581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61CD3D1-C29A-C3C6-A626-23D234187E5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0972BFD-F8E6-C315-DA03-41CAA2D3A48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A35CC0B-AC38-5683-7762-6010AB40EEE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CF3EB17-22E6-D87D-FDB6-98A9AE74E06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0BA28ED-3D8C-EA88-A16A-B9290B422BF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447</Words>
  <Application>Microsoft Office PowerPoint</Application>
  <PresentationFormat>宽屏</PresentationFormat>
  <Paragraphs>56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Demibold</vt:lpstr>
      <vt:lpstr>思源黑体 CN Normal</vt:lpstr>
      <vt:lpstr>MiSans Normal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2026-07-08T13:56:49Z</dcterms:modified>
</cp:coreProperties>
</file>