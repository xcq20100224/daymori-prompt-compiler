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44EE0-DE7B-4CAA-AE73-9539EAE2FE9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7D2527-B1FA-4797-811F-49EA16E82C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81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D2527-B1FA-4797-811F-49EA16E82CE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155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D2527-B1FA-4797-811F-49EA16E82CE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226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D2527-B1FA-4797-811F-49EA16E82CE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717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D2527-B1FA-4797-811F-49EA16E82CE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505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D2527-B1FA-4797-811F-49EA16E82CE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869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7D2527-B1FA-4797-811F-49EA16E82CE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575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5777F2-DC7E-089B-D979-6E104CF8DD9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285E913-ABFF-DFD2-8FB6-125A31D18E7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CFDE484-0D3A-9D0D-18F9-6B2CF131DA2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8B4433-924E-DCB8-EA9D-23143EE96AD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83D3C13-83F4-067D-8B2F-618F03B150B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FAC499-BC58-E938-5D81-BB8D4FC482A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4EBD37-A576-1CC1-6F4A-904C7B2FA36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94D9F92-6660-83FB-5EE3-4C38AC9B252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E81EB8-FA42-1C17-FCED-1944C775ECF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2026-07-08T12:22:05Z</dcterms:modified>
</cp:coreProperties>
</file>