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E3B00-33DA-4BED-88FB-5867E1327FD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25878-FF63-4236-90EF-DC279EB20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785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25878-FF63-4236-90EF-DC279EB20BE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136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25878-FF63-4236-90EF-DC279EB20BE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482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25878-FF63-4236-90EF-DC279EB20BE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991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25878-FF63-4236-90EF-DC279EB20BE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344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25878-FF63-4236-90EF-DC279EB20BE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328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25878-FF63-4236-90EF-DC279EB20BE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504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85BAA6-2F38-23B5-4A9D-EE9479AC91A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83E8F8E-70A6-C42A-6C92-4F172DE021E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1608D3C-9DF2-DFEE-25CF-279B861A957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71467C-8B6A-316A-422D-0EC1243F17B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B7DB0A-7C62-9492-D051-93354B402BA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4DB88A-BE31-F4AA-0745-0384ACC9B29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85B174-10EC-EF55-2BA4-73531700D2D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A32108-46F0-7196-8184-542B393ED14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9F2F35-A6B8-4B27-9F0E-43157434406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MiSans Normal</vt:lpstr>
      <vt:lpstr>Arial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2026-07-08T13:07:11Z</dcterms:modified>
</cp:coreProperties>
</file>