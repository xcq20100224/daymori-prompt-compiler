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B10AC-1A3B-44AB-B5A3-67E51D9F77E4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23952-943D-4CBD-BC51-DD18A2CD2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28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23952-943D-4CBD-BC51-DD18A2CD29C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510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23952-943D-4CBD-BC51-DD18A2CD29C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535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23952-943D-4CBD-BC51-DD18A2CD29C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867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23952-943D-4CBD-BC51-DD18A2CD29C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485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23952-943D-4CBD-BC51-DD18A2CD29C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587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23952-943D-4CBD-BC51-DD18A2CD29C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262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31891B-FCAB-A123-2DDF-12A5EE4C6D4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FB5786A-B470-5E08-A548-D931468AC0D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FDF9652-C153-4553-0241-A15901C8F6A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BAEC1F-D585-9BD5-6906-1B75792CA1E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757AC19-BB49-4F5E-9446-D7056B809B5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AFD968A-3A06-9756-2647-6C253DEB6F9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2E5676-62E9-3BAA-F590-4DEF7A59EAE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62ACC0-5E75-81CB-27E7-B95E693D62B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09DD8D-BB48-CD98-305E-2460CD93840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2026-07-07T08:41:09Z</dcterms:modified>
</cp:coreProperties>
</file>