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B5274-F87D-40BD-A72B-18F2304BA50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C0E01-3EC5-4877-9E14-91FCDA0EF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01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878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70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923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5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543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C0E01-3EC5-4877-9E14-91FCDA0EF0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94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8A27E6-65B9-147F-6937-224F44798EA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75084E5-6384-28D3-7372-00DBD65CF1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3101FD3-D47D-2995-B793-024E5712BB1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0051A0-B11C-5B0D-1464-9B5D5B2D4E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3D6C34-65B7-DE32-A3D9-77686CF39B2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DC4F63-866C-9717-967B-0418628B701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853278-31AC-0DC9-8451-2011DA8E5AE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7E56A6E-56BA-68EC-D03F-F4ECBC545E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A6B62B-3318-E58E-3C45-2FC3A3E485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2026-07-09T02:26:44Z</dcterms:modified>
</cp:coreProperties>
</file>