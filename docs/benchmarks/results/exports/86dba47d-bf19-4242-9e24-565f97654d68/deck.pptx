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02720-5F78-4B77-9526-A9E4F0B60A4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C1AC7-4577-420E-985B-C605955501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98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748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369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57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141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32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C1AC7-4577-420E-985B-C605955501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62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2DA9C9-76AF-6C30-C86A-92B1C4686B2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4E501E1-75DB-BC38-AED9-6E313A2E20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4DF5E4-DC80-D8C7-4AE3-1D517FF7DCE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3B210D-0FB9-03E7-E5D2-DDA80A40A63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5498FF-951B-94DA-D7B9-F585C98C41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254165-FF66-6AC9-0EB8-E2A9100E816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835D3D-FA6D-A502-DE60-6BE8A2C459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E9FF8F-0866-0893-6290-1E947547A5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819C4C-2973-D456-76B9-75E9FA7FEF7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2C7B6-B6E1-E584-2B96-D3581DF6766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4311CC-7080-7157-D1B0-84DBD57685B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4379D9-57AC-64B6-DFB8-E2012772CA8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5FEE99-5D2B-4C71-D0C5-22D58A423E8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018BED-FF88-A3E1-41A0-77E3A26DE00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8032F-56A3-986D-50C6-DDB8D5C0B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D1D72A-8875-E44A-E99C-9A938A7769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2026-07-08T14:06:40Z</dcterms:modified>
</cp:coreProperties>
</file>