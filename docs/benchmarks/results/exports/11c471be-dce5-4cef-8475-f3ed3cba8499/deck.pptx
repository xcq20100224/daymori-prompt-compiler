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C864D-1830-45E4-A6B1-BE04A72ED2DB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00C3E-0B89-4BE5-A4D1-3B48826E6A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669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客户留存提升方案现状结构图 图示：客户留存提升方案现状结构图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00C3E-0B89-4BE5-A4D1-3B48826E6A7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3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00C3E-0B89-4BE5-A4D1-3B48826E6A7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37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客户留存提升方案方案架构图 退机制， 确保效率提升不以服务 质量为代价。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00C3E-0B89-4BE5-A4D1-3B48826E6A7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4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00C3E-0B89-4BE5-A4D1-3B48826E6A7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433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00C3E-0B89-4BE5-A4D1-3B48826E6A7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0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00C3E-0B89-4BE5-A4D1-3B48826E6A7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54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客户留存提升方案提案汇报：技术能力演进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4F19AB-65E2-BA0A-26AB-3F3322918C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客户留存提升方案提案汇报：技术能力演进 客户留存提升方案提案汇报：技术能力演进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客户留存提升方案的核心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16A334E-EA1E-BBFA-9DAC-A00CD4A8850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BE869E-4C4D-0FED-321E-1053FEA8B3C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图示：客户留存提升方案问题分层卡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客户留存提升方案的分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819C07-9027-FA8B-7E9F-F4B01FFA07D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客户留存提升方案的分阶段落地方案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客户留存提升方案建议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采用“分级策略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人工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兜底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+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实时告警”架构，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在每个关键节点设置回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阶段：完成客户留存提升方案核心系统接口与数据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上线客户留存提升方案策略编排并接入质量 第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阶段：持续迭代模型与知识更新机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BFEE910-8460-71B1-3694-A7553BE75A3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ED4EAB-69F6-B134-A724-1DF757651DD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96972A-37E5-C30A-6EEA-EE794E8DF76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EC340D8-47CB-137A-4158-39A88DEF512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933F58-DA45-175A-C179-9829DC7F522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378</Words>
  <Application>Microsoft Office PowerPoint</Application>
  <PresentationFormat>宽屏</PresentationFormat>
  <Paragraphs>68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2026-07-09T04:46:43Z</dcterms:modified>
</cp:coreProperties>
</file>