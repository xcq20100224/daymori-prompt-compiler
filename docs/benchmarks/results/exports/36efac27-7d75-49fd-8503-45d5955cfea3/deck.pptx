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5B38B-96D8-4FC9-BD2A-04CA2D545F9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693A4-1240-44A5-9A92-C7CC0CE362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34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693A4-1240-44A5-9A92-C7CC0CE362B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36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693A4-1240-44A5-9A92-C7CC0CE362B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440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693A4-1240-44A5-9A92-C7CC0CE362B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446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693A4-1240-44A5-9A92-C7CC0CE362B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878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693A4-1240-44A5-9A92-C7CC0CE362B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682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693A4-1240-44A5-9A92-C7CC0CE362B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860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03D542-DF46-D07B-BF8D-FA592D1A638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85C2BDF-5CC7-9B58-63C4-33BE7F0DF42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72AE4B-7FEC-14CA-CD12-AA66BF8C970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69249D-B767-BD29-EB2D-1FE3EDF9031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021EC1-932F-8644-DA55-AAD01820D6F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C54E6A4-3638-F3D0-ECD8-E056D67C151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0ED36C7-FB43-CCF0-9670-A08F274DA7B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8081A85-1621-751F-7521-EC51488DDA0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EB5831-B226-4EE5-E9A6-CED797CC37D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2026-07-08T12:21:30Z</dcterms:modified>
</cp:coreProperties>
</file>