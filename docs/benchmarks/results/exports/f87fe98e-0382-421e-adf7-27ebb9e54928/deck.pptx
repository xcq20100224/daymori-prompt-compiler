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D2A8D-59E2-4B44-B506-679CA6B3933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856B6-7480-412B-AFC1-C774DB7FFE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20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856B6-7480-412B-AFC1-C774DB7FFE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622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856B6-7480-412B-AFC1-C774DB7FFEB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367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856B6-7480-412B-AFC1-C774DB7FFE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747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856B6-7480-412B-AFC1-C774DB7FFEB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002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856B6-7480-412B-AFC1-C774DB7FFEB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866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856B6-7480-412B-AFC1-C774DB7FFEB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497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66B476-FB85-2EBE-A48C-F9105665A74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5F39746-879E-EEBB-9C4A-121AE3EAA4E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97BB865-08E6-1198-999B-D52CFF6117D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EA8598-7DA5-5C26-881C-8CD116CD449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35918E-688F-57D7-5055-732DFC49F0C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F28865-7949-128C-CC41-A085905C53A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9B51AAB-5FBC-77CE-FAFE-C69FAD394DF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8CA70C1-059B-B39F-F988-28F36AAB3EF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28E694-480A-33BC-89C6-F6356BA66B4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2026-07-09T04:20:46Z</dcterms:modified>
</cp:coreProperties>
</file>