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811B2-CB83-49FF-B338-9F9D91EA4CB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5CDEB-102C-4650-9927-D7084748C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56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CDEB-102C-4650-9927-D7084748CF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98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CDEB-102C-4650-9927-D7084748CF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346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CDEB-102C-4650-9927-D7084748CF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755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CDEB-102C-4650-9927-D7084748CF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83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CDEB-102C-4650-9927-D7084748CF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080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CDEB-102C-4650-9927-D7084748CF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04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6D9F06-2822-B81C-CE26-7C98E7F138E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462CEC9-B924-C40A-A0C0-52A10EEFF2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642E7F-6FD1-E038-DC84-31F40A7A487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B2104D-DC5C-80FE-04BC-350489C4C81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4F765A-4BA0-FEC7-6842-7AD90D5EB05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3B2CEC-9518-E3DD-05CE-9840091CB2D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F8D8E3-A1DC-599B-EB58-21A35E000D3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4FBF1F-6CBE-B92B-CAD7-6458DA7CF76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0E8057-9BB2-A53E-E2B8-76368FA5250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2026-07-08T12:40:23Z</dcterms:modified>
</cp:coreProperties>
</file>