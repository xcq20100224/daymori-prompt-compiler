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09266-A208-4F7A-8B8B-82F40EFDEFA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91969-2F01-4866-AB38-DE058A9084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57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1969-2F01-4866-AB38-DE058A9084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787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1969-2F01-4866-AB38-DE058A9084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88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1969-2F01-4866-AB38-DE058A9084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30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1969-2F01-4866-AB38-DE058A9084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210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1969-2F01-4866-AB38-DE058A9084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780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1969-2F01-4866-AB38-DE058A9084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303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7195F6-33E8-C5F8-B701-B12543EC209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53D98C1-1D09-2127-A3B2-2CC990CF3E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84D028E-C4E5-98C0-A268-3D47D059D5E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4E5D4C-83D8-2DA7-9F3A-F466A36DE6B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5616A5-AF38-1A6A-B11B-B9A95120C48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4DC765-F366-2880-C6ED-333B5B4FB31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4FE648-E14C-EC7A-4880-97F6B626A94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B6B4AA-49D0-E127-B5D6-7167D5755EF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D05547-74E3-B061-7F16-DB32D50924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2026-07-08T05:10:05Z</dcterms:modified>
</cp:coreProperties>
</file>