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B2532-0008-4088-BB81-302E2EDA3EC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1B4C-08BB-42D4-B8AE-47CD996CAC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156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1B4C-08BB-42D4-B8AE-47CD996CAC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137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1B4C-08BB-42D4-B8AE-47CD996CAC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34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1B4C-08BB-42D4-B8AE-47CD996CAC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199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1B4C-08BB-42D4-B8AE-47CD996CAC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427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1B4C-08BB-42D4-B8AE-47CD996CAC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47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A41B4C-08BB-42D4-B8AE-47CD996CAC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780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03A19D-B299-31CC-1CD2-B192DC108C9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CA64EE2-004A-8975-60D3-BEEF86B9A96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67B1BD-8190-ED5A-798D-B3BF88C864B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9C427B-FE5E-2B3D-A91C-ADA0E619404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8CE900-AEAE-54B6-3B3A-6A4824B1C05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FEC6CE-F952-1D80-F4DB-714C429A02A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65C005-2FE0-7766-C119-990521826B5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639D68-17FF-6369-9F69-05984247BF8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9BD9E1-6E4B-6CA1-DE93-9B1BFCA5FA1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2026-07-08T12:38:12Z</dcterms:modified>
</cp:coreProperties>
</file>