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0A639-D05B-4BDA-8E05-2443A8BEAB7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E7A86-E972-46E4-80E7-54279F123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58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51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9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11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9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122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E7A86-E972-46E4-80E7-54279F123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80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CE1244-673F-2861-0534-3C0AD47220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B55A1D-8657-4D6D-BF89-32D4790F011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0558F9-7221-8A84-2B94-7371690377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E373E1-67DD-075A-80F3-73E3B90D48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E86695-F2E4-4511-661B-0A330255D43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A8DEAD-9230-E027-BDA1-32241B24EA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9CE034-F91D-87C5-5B24-FE8D0EC225D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66D7E2-55CA-448C-4D7A-C088A7CA2CB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CF4448-4426-233D-AEF7-FA445E7C38D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2026-07-08T05:20:57Z</dcterms:modified>
</cp:coreProperties>
</file>