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7364A-71E6-403C-8CF0-10EC7C8AD59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20919-1678-4AC3-81DB-DF16BEAC17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01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158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83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68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351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62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20919-1678-4AC3-81DB-DF16BEAC17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79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7B3A32-7C00-3FCA-E23E-D18D25E68C4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6918267-C154-121F-B685-C40F374EB7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75C0-33BB-44CA-7FF9-CCEE2E8C711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DE52CA-F6B4-BC6A-AAD4-E128B3E1205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681B6-1901-83DF-41F3-C9F0B000A63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B81023-83B8-9A2E-9AEA-C25DD1ECBFA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76E7C3-A83F-BD23-99B0-5410AC4760E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E6FB67-5EED-4BA3-0930-3563C58F897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BB189D-40B3-57AF-F3E7-EE899D7E2C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2026-07-07T08:43:11Z</dcterms:modified>
</cp:coreProperties>
</file>