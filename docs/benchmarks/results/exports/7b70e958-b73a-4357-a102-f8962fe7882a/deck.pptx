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B1C3B-BE75-42B0-AAB2-7647DE975D8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EEAD3-18BC-4E05-A0D4-3832316C5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55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EEAD3-18BC-4E05-A0D4-3832316C5E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51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EEAD3-18BC-4E05-A0D4-3832316C5E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066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EEAD3-18BC-4E05-A0D4-3832316C5E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19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EEAD3-18BC-4E05-A0D4-3832316C5E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896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EEAD3-18BC-4E05-A0D4-3832316C5E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050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EEAD3-18BC-4E05-A0D4-3832316C5E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746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BFF00A-7188-18A1-61ED-06F0066F2E9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AF50512-56EA-54E0-2FE5-BDC81680697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EE6893-DF53-3644-2511-F8F2C63F0F6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DC6587-D71C-873C-637B-94ADBE7D9CD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36D2C6F-6888-5B97-5BD0-A6E790EB425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2FB6FE-A8BB-2782-BC15-C6A9668A98A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45FB64-5A2F-86E5-F002-4A59072B29C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CC32C2-7C9F-BFBD-EA19-8E7B1C7E4FF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D46AC9-FF7C-1817-BD17-234614B0A93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MiSans Semibold</vt:lpstr>
      <vt:lpstr>思源黑体 CN Normal</vt:lpstr>
      <vt:lpstr>等线</vt:lpstr>
      <vt:lpstr>MiSans Medium</vt:lpstr>
      <vt:lpstr>等线 Light</vt:lpstr>
      <vt:lpstr>MiSans Normal</vt:lpstr>
      <vt:lpstr>Arial</vt:lpstr>
      <vt:lpstr>MiSans Demibold</vt:lpstr>
      <vt:lpstr>MiSans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2026-07-08T12:30:11Z</dcterms:modified>
</cp:coreProperties>
</file>