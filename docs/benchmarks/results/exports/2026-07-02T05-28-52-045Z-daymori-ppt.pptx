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51F75-07D9-4BE6-956F-009C64EDD47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F75A0-5DBC-4DB8-AACE-1C7EBD4A2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1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7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002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45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72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559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01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34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F75A0-5DBC-4DB8-AACE-1C7EBD4A26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8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建立暑期活动转化复盘学习动机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2026-07-02T05:28:51Z</dcterms:modified>
</cp:coreProperties>
</file>