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55C2-192C-4EE6-803C-73060B1BB3C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62050-92E9-4915-BF46-DACB40CAD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180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62050-92E9-4915-BF46-DACB40CAD1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216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62050-92E9-4915-BF46-DACB40CAD1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170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62050-92E9-4915-BF46-DACB40CAD1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004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62050-92E9-4915-BF46-DACB40CAD1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601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62050-92E9-4915-BF46-DACB40CAD1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603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62050-92E9-4915-BF46-DACB40CAD1D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461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3CF43D-F318-4354-1271-96465CF68FF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3E77A6-C4F0-B054-154F-DB2DC0C87D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D6846A-B742-4BD5-3F60-D3E869A7E84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903800-F3EA-4692-6E09-C8218CFE2D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D8C408-7217-C2EC-3229-8863D407A7F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D41D64-3823-F6BD-1173-4D8C5F19094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5262EF-F153-15A3-D587-C2CBFAB7076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0B62B9-EDC5-D999-7FC6-7A8B7137EAD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43C7BB-3707-4DB6-1441-0E9070AA020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2026-07-09T02:20:28Z</dcterms:modified>
</cp:coreProperties>
</file>