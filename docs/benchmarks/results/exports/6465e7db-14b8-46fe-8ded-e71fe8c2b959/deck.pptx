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2729C-1B1E-4721-A622-97FDCE3A2A7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D36BB-DA1A-4309-8BA3-936FBC586F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9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95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77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930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52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005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D36BB-DA1A-4309-8BA3-936FBC586F6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9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A431CC-0C54-09EB-EA94-89E7FC1991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03F429-B4F6-BEF5-8AC9-26C1B1A892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1B324CE-A0AE-D259-0596-52600C6B5D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10AED6-8AFF-2BC5-B71E-B38C3EECA81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C8000F-A98C-7888-F4B6-48FE14E0476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2E0698-D4F7-77CC-6EF9-14100C47253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C0177F-F160-D4A9-4DF5-094990987C3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59605E-7877-0FCC-0031-4DC37D353E4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8F2CC5-6291-D1B9-60F3-A80CA634F5A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MiSans</vt:lpstr>
      <vt:lpstr>等线 Light</vt:lpstr>
      <vt:lpstr>MiSans Demibold</vt:lpstr>
      <vt:lpstr>MiSans Light</vt:lpstr>
      <vt:lpstr>MiSans Normal</vt:lpstr>
      <vt:lpstr>MiSans Semibold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2026-07-08T10:07:20Z</dcterms:modified>
</cp:coreProperties>
</file>