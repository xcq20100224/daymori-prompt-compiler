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28F29-9A67-4BB1-BBDB-61B99450140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D9A27-53E5-42DA-9DEE-6B70D8B78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09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D9A27-53E5-42DA-9DEE-6B70D8B781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996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D9A27-53E5-42DA-9DEE-6B70D8B781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01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D9A27-53E5-42DA-9DEE-6B70D8B781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370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D9A27-53E5-42DA-9DEE-6B70D8B781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4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D9A27-53E5-42DA-9DEE-6B70D8B781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787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D9A27-53E5-42DA-9DEE-6B70D8B781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2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76128C-F979-107B-7552-65635DF15B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4A18C31-B7D7-56DA-966D-1F2A81A87A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B8B8D6-6563-1F12-4C08-50F847D587F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102DE4-2F6D-2A43-8CE1-47DAF664CFA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8B95E6-EAFD-9FAB-D49A-75EB344D7BE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C3864C-B412-0520-BFCA-B619ED3890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436B6A-1A32-0503-3584-62DE60DFAC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52AA59-5117-287B-31D7-9F535AF1D1B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5F7F8A-59F5-BE24-12F8-403946FED4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2026-07-07T07:52:50Z</dcterms:modified>
</cp:coreProperties>
</file>