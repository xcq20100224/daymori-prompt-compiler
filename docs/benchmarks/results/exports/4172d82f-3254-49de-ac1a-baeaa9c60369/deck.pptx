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156E8D-9B6A-4B4B-A6D6-4BAAD9323E9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FF28A-40F8-4DB8-8E9C-F8685D5AAC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808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FF28A-40F8-4DB8-8E9C-F8685D5AAC2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177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FF28A-40F8-4DB8-8E9C-F8685D5AAC2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765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FF28A-40F8-4DB8-8E9C-F8685D5AAC2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567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FF28A-40F8-4DB8-8E9C-F8685D5AAC2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743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FF28A-40F8-4DB8-8E9C-F8685D5AAC2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948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FF28A-40F8-4DB8-8E9C-F8685D5AAC2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00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6C5ABBE-D7FF-4F70-47BF-FFB699FAEDC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37D4E60-CCB4-0AA8-ED11-40E4367437C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C478AB3-C283-1FB3-714D-30A7E2B7B28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B83BB4-7D2B-A1A1-B11B-B065E905E24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C2855BC-7751-178F-8784-8FA03CF6E82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D98583-DAB2-912A-EFC7-CEC9076CDDB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F77874C-CC25-A3DF-AF89-933FA8F730C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F902704-B558-6F38-9EB9-4BF2DB890E9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10D143A-52A3-348C-D300-C013A2E2FDE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等线</vt:lpstr>
      <vt:lpstr>等线 Light</vt:lpstr>
      <vt:lpstr>MiSans Demibold</vt:lpstr>
      <vt:lpstr>MiSans</vt:lpstr>
      <vt:lpstr>Arial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2026-07-08T12:52:12Z</dcterms:modified>
</cp:coreProperties>
</file>