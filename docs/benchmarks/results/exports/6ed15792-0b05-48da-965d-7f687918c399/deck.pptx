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412456-14B2-4451-AA7B-BAB7B75D545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7194B-EEC6-4AB2-902A-59D2CD54A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064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7194B-EEC6-4AB2-902A-59D2CD54AB6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696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7194B-EEC6-4AB2-902A-59D2CD54AB6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933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7194B-EEC6-4AB2-902A-59D2CD54AB6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5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7194B-EEC6-4AB2-902A-59D2CD54AB6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42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7194B-EEC6-4AB2-902A-59D2CD54AB6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184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7194B-EEC6-4AB2-902A-59D2CD54AB6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50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4D1687-0D3A-21B2-26EE-31224ECC8B2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E4B6CCB-A785-E601-F4D9-C59269E85C6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ED45F0C-AD34-0659-9D27-A57AF2C4B7F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03ABCF-1E9E-36F3-B367-A4E731CCCA0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90F4880-030C-E7F1-A982-0F50FA7DCE1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6929D60-352C-5506-968D-8DA9948173F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E23959-0304-C870-A2DF-7F8B1A28ED4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6AE304E-D72D-B0DA-DF56-DC710EF9E42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016E5C4-B637-2AAF-A7DF-5D800CB1C35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等线</vt:lpstr>
      <vt:lpstr>MiSans Medium</vt:lpstr>
      <vt:lpstr>MiSans Normal</vt:lpstr>
      <vt:lpstr>等线 Light</vt:lpstr>
      <vt:lpstr>Arial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2026-07-08T12:59:47Z</dcterms:modified>
</cp:coreProperties>
</file>