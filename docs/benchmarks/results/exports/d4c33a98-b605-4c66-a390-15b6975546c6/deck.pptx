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3BD38-B5E8-43B3-8347-C3D31816434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508B9-87F1-48DD-8801-6DC3DCF6A7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75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508B9-87F1-48DD-8801-6DC3DCF6A7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664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508B9-87F1-48DD-8801-6DC3DCF6A7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843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508B9-87F1-48DD-8801-6DC3DCF6A7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611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508B9-87F1-48DD-8801-6DC3DCF6A7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037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508B9-87F1-48DD-8801-6DC3DCF6A7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46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9508B9-87F1-48DD-8801-6DC3DCF6A7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518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93E3F0-BF06-1B8B-61AF-76C8059845B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0E21412-1D89-AB98-0AB5-10BB2853BF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752236B-4E46-A2E8-F350-364AF9DECE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8D9C06-FA6B-4CD6-846D-75D3766D838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AD7933-A0E7-FB5B-E9CF-C5FDECC7BB0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5FEBE13-CDCF-81B1-8A5A-DA56666372D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D875D6-2DBA-5D9B-E527-1B2F92F97A0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B5A19E-C10F-25A3-5B64-EA4FD7FAED9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6E9CFCA-FCCA-F469-0337-E61D78ACDE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2026-07-07T04:04:25Z</dcterms:modified>
</cp:coreProperties>
</file>