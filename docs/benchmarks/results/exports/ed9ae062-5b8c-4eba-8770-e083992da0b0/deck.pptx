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5FC31-DF58-4928-865A-22A0E874B2B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C93A1-AC93-4906-9C29-21614A54B0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0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C93A1-AC93-4906-9C29-21614A54B0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869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C93A1-AC93-4906-9C29-21614A54B0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795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C93A1-AC93-4906-9C29-21614A54B0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277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C93A1-AC93-4906-9C29-21614A54B0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115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C93A1-AC93-4906-9C29-21614A54B0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014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C93A1-AC93-4906-9C29-21614A54B0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71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5EDF9C-D5A3-F884-CA3D-E5EB5441478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1DDCA3-0EA6-9778-90BD-FCD9007389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D5AC52-F6C3-824F-4758-27A790884C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664BFF-71F1-F79D-CB93-0785A12AA85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E11384-6033-8DF3-F6E1-33C36DE825E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75E17B-4522-3918-B3BD-F3B0818FAD9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E8DB70-9BA5-D779-078F-DD3A3727CE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5F2F40-4C46-4208-F8EC-A218C5BAF3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D0B18D-8AFF-7F59-275F-CD1E37C719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A5FF42-FC8B-1FE8-257A-72F2F0461CC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F3E3B6-F5FE-5107-7BB9-738DAA21AF0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FF766A-DB36-025B-31F8-0CF40D2B370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186132-2926-0109-482C-0DB4960AB37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5DDCFD-E35D-2463-82C0-768E02336E5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085F699-3A01-AE13-09BE-660AFEB96A5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2026-07-08T14:03:00Z</dcterms:modified>
</cp:coreProperties>
</file>