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26359F-4CC7-4EBB-A423-4EFA84EFBF8F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617DDC-2CAA-430F-A910-5BE786AED8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64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617DDC-2CAA-430F-A910-5BE786AED87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06056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617DDC-2CAA-430F-A910-5BE786AED87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48173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617DDC-2CAA-430F-A910-5BE786AED87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20273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617DDC-2CAA-430F-A910-5BE786AED87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1601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617DDC-2CAA-430F-A910-5BE786AED87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29577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617DDC-2CAA-430F-A910-5BE786AED87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2368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3B14851-7AA1-AD91-28E1-B2D45425C364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2B9C406-51E4-E741-F200-CA1D12CDBE5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C33AF70-30F6-85E9-64A3-BB788C70A73D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9099571-A024-4997-FA92-B4EC1A117207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B4F382D-0379-7E57-F9A4-8A53F6A3F387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3BB5593-BB0E-6053-618A-53A16B009AF7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1D73A20-68DF-38D9-772A-98A9DD6FAF18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F5749F8-AA41-181F-47D0-4104EF543617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F0AEBAF-FB6B-B4A6-13E2-61FF78AD6E46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思源黑体 CN Normal</vt:lpstr>
      <vt:lpstr>等线</vt:lpstr>
      <vt:lpstr>MiSans Medium</vt:lpstr>
      <vt:lpstr>MiSans Demibold</vt:lpstr>
      <vt:lpstr>MiSans</vt:lpstr>
      <vt:lpstr>MiSans Normal</vt:lpstr>
      <vt:lpstr>等线 Light</vt:lpstr>
      <vt:lpstr>MiSans ExtraLight</vt:lpstr>
      <vt:lpstr>MiSans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2026-07-08T12:05:44Z</dcterms:modified>
</cp:coreProperties>
</file>