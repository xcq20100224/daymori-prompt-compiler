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BD19E7-488E-4782-80AF-5AE6DA98E43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0AD3F-9E28-4C28-9239-0EE3FEF223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67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新产品上市计划现状结构图 先级重排。 图示：新产品上市计划现状结构图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0AD3F-9E28-4C28-9239-0EE3FEF2231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026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0AD3F-9E28-4C28-9239-0EE3FEF2231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129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0AD3F-9E28-4C28-9239-0EE3FEF2231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806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0AD3F-9E28-4C28-9239-0EE3FEF2231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448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0AD3F-9E28-4C28-9239-0EE3FEF2231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697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0AD3F-9E28-4C28-9239-0EE3FEF2231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354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新产品上市计划提案汇报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AD0C6B-3507-FFA2-F0F5-060CA301C66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新产品上市计划提案汇报 新产品上市计划提案汇报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新产品上市计划的核心约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670F83B-875D-BF1E-61DF-652D11EE39D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4694E88-27F0-8D5B-2A86-C8CCC4A7B1D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新产品上市计划当前在目标达成、资源配置与执行路径上存在明显瓶颈。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图示：新产品上市计划问题分层卡片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围绕新产品上市计划可将问题拆为目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新产品上市计划的分阶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EA47D6-319C-6926-F587-954E794A639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新产品上市计划方案建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新产品上市计划方案架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阶段：明确新产品上市计划目标与边界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完成新产品上市计划试点并跟踪关键指标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建议围绕新产品上市计划建立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DCC17F4-8745-3ED2-55A0-14DF0A4AA17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DE122C-80FA-03DA-D972-8DC2C2A9876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0DEC9DD-733D-6640-22A0-59C76FA7C79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A0E718A-A7C4-AE51-4B68-ED7D51D5F07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EF9E98-4C82-B260-98AF-B47FAF0CCA0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2026-07-08T10:21:05Z</dcterms:modified>
</cp:coreProperties>
</file>