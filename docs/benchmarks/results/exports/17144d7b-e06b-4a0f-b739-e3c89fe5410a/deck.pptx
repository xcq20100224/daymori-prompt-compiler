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8293A-51BF-418B-825D-98B39769419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3DA06-A523-482D-B5FD-06C7D0D94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13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图示：用户增长策略现状结构图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3DA06-A523-482D-B5FD-06C7D0D947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680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3DA06-A523-482D-B5FD-06C7D0D947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114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3DA06-A523-482D-B5FD-06C7D0D947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091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3DA06-A523-482D-B5FD-06C7D0D947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249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3DA06-A523-482D-B5FD-06C7D0D947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89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3DA06-A523-482D-B5FD-06C7D0D947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22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用户增长策略提案汇报：强调风险可控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64ABAF-1C6F-635B-6324-89A4372D087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用户增长策略提案汇报：强调风险可控 用户增长策略提案汇报：强调风险可控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6366E9E-FCF9-BC50-B7C8-44F493CCB5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5DFBA0-FED1-E57F-80A9-DB443F6C708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C4D88D-2E96-7EDA-2164-AB78FF20D6D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用户增长策略方案架构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阶段：定义用户增长策略的风险分级与兜底规则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灰度试点用户增长策略并监控异常告警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阶段：在风险可控前提下扩大覆盖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9880B4-EA7E-A99B-C2E1-4FFEB6A4745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F3C228-F6DE-9155-3A2C-829C6A1AAA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F18A0C-80BB-64FD-E96D-C726ED4D10A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1E5746-655B-E0BD-7B33-744F0A8AE5D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8F7357-37EE-DE9E-50C1-38D837ACFDB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368</Words>
  <Application>Microsoft Office PowerPoint</Application>
  <PresentationFormat>宽屏</PresentationFormat>
  <Paragraphs>67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2026-07-09T04:44:55Z</dcterms:modified>
</cp:coreProperties>
</file>