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9E4F693-F40C-4F9B-903B-20F2C1CEEFEB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C8ECBD4-3FCC-4078-9DC7-1532CB53A07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329325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产品上市策略分析现状结构图 先级重排。 图示：产品上市策略分析现状结构图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8ECBD4-3FCC-4078-9DC7-1532CB53A070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1291155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产品上市策略分析问题分层卡片 执行能力与反馈闭环四个层面。 先聚焦高频高影响环节， 再逐步覆盖复杂场景， 可显著降低试点风险。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8ECBD4-3FCC-4078-9DC7-1532CB53A070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5827328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产品上市策略分析方案架构图 先完成基线与关键能力 建设， 再通过迭代机制优化质 量， 形成可复制的执行闭环。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8ECBD4-3FCC-4078-9DC7-1532CB53A070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5997923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8ECBD4-3FCC-4078-9DC7-1532CB53A070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7030254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8ECBD4-3FCC-4078-9DC7-1532CB53A070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5699970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8ECBD4-3FCC-4078-9DC7-1532CB53A070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904345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32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产品上市策略分析</a:t>
            </a:r>
            <a:endParaRPr lang="zh-CN" altLang="en-US" sz="32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产品上市策略分析提案汇报 内容由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1/10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EFF4975-9909-CFF9-8530-E3AA15618790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产品上市策略分析提案汇报 产品上市策略分析提案汇报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产品上市策略分析的核心</a:t>
            </a:r>
          </a:p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约束与机会</a:t>
            </a: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F54D8BE6-CD38-E30B-B59C-AD1CDF88929B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5DE90863-9D1E-801A-821E-9D0A9D1481F2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产品上市策略分析的核心约束与机会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产品上市策略分析当前在目标达成、资源配置与执行路径上存在明显瓶颈。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若继续沿用现有方式，成本、效率与可持续性将同步承压，需要先完成问题分层与优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图示：产品上市策略分析问题分层卡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片 内容由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围绕产品上市策略分析可将问题拆为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目标定义、流程协同、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产品上市策略分析的分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阶段落地方案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9894417D-3627-1F3A-9F32-8216C18E500B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产品上市策略分析的分阶段落地方案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方案设计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产品上市策略分析方案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架构图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产品上市策略分析方案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建议采用“目标对齐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能力建设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效果验证”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三层架构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阶段：明确产品上市策略分析目标与边界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完成产品上市策略分析试点并跟踪关键指标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阶段：复盘优化后推进规模化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建议围绕产品上市策略分析建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立统一指标集，至少覆盖效率、质量、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成本与稳定性四类指标。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只有当关键指标持续改善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69AD5611-30D1-3DE7-6638-D27870C312D9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92D68D84-BCC7-FE87-15EF-841A759A49F2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1EFA92FF-8672-5948-19AF-14E9E3F18CF7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317A6F62-7C2F-F1C2-0A4C-359998EFC921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4D15D17B-A9F2-5F7C-940D-830BB599E8E2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529</Words>
  <Application>Microsoft Office PowerPoint</Application>
  <PresentationFormat>宽屏</PresentationFormat>
  <Paragraphs>83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思源黑体 CN Normal</vt:lpstr>
      <vt:lpstr>MiSans Normal</vt:lpstr>
      <vt:lpstr>MiSans Medium</vt:lpstr>
      <vt:lpstr>等线 Light</vt:lpstr>
      <vt:lpstr>MiSans ExtraLight</vt:lpstr>
      <vt:lpstr>MiSans Semibold</vt:lpstr>
      <vt:lpstr>MiSans</vt:lpstr>
      <vt:lpstr>MiSans Demibold</vt:lpstr>
      <vt:lpstr>等线</vt:lpstr>
      <vt:lpstr>Arial</vt:lpstr>
      <vt:lpstr>MiSans Light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2026-07-08T12:16:04Z</dcterms:modified>
</cp:coreProperties>
</file>