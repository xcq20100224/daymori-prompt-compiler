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37A8EE-88B4-4BE3-82ED-8BD1813AA98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7E4F3-AA9E-4CD9-A210-138FD5D03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11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17E4F3-AA9E-4CD9-A210-138FD5D03AF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7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17E4F3-AA9E-4CD9-A210-138FD5D03A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226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17E4F3-AA9E-4CD9-A210-138FD5D03A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772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17E4F3-AA9E-4CD9-A210-138FD5D03A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712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17E4F3-AA9E-4CD9-A210-138FD5D03A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413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17E4F3-AA9E-4CD9-A210-138FD5D03A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708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35B86E-3286-4C1F-EA28-6D6EE53F947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11795DD-6100-E9EA-ED5A-C4D50780B02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1245A2E-18BE-BA5D-A014-1D2AD431801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95F687-9374-2634-8199-D381060356C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335190E-3ECC-3869-48B1-29F3608C895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BB4D14A-D2B8-9669-59D5-B5CBCA3CD0C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938EB9-7426-EEBC-B2FE-21E7128B876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0D53F4-36C5-62AE-2203-82735BF796F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1736B4-BFFD-A1F9-F179-9289117327F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等线</vt:lpstr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2026-07-08T12:39:00Z</dcterms:modified>
</cp:coreProperties>
</file>