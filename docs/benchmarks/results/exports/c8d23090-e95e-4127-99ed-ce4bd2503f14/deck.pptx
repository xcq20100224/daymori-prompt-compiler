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3CB40-8E1C-4291-8AB0-889C32D9916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D6E5ED-4E7A-4BF3-BDC5-EC58675D0F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75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6E5ED-4E7A-4BF3-BDC5-EC58675D0F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534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6E5ED-4E7A-4BF3-BDC5-EC58675D0F8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716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6E5ED-4E7A-4BF3-BDC5-EC58675D0F8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850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6E5ED-4E7A-4BF3-BDC5-EC58675D0F8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92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6E5ED-4E7A-4BF3-BDC5-EC58675D0F8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20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6E5ED-4E7A-4BF3-BDC5-EC58675D0F8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785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6CB533-A6BA-4300-EE4C-5E7D49B2020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A71588F-5471-F350-1594-CA75AC303AC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316F71-C486-EB23-764C-CE364F87814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B8F2E5-FD20-4779-4C49-B93671E1C11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4331EF-5C1A-5BB8-F89D-C8D12648FC1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B7AF4AC-639B-7363-0274-0007505C5B6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1526F1-E7B6-5E9A-9071-6D53237DC25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FB3FC0-D677-5649-F1E7-FA7C32B51B3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F99893-7DC5-FB1F-33C4-54C1445C65F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2026-07-08T12:22:14Z</dcterms:modified>
</cp:coreProperties>
</file>