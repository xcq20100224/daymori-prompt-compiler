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867E0-0257-410F-BEA1-318E5B62AE1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46325-4910-402B-A894-67501F4C5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11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6325-4910-402B-A894-67501F4C52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384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6325-4910-402B-A894-67501F4C52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71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6325-4910-402B-A894-67501F4C52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158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6325-4910-402B-A894-67501F4C52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228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6325-4910-402B-A894-67501F4C52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389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46325-4910-402B-A894-67501F4C52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401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7C6ACC-2EF0-720C-A0B0-2BDBF7280D5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70C0A6F-AD3E-5DA0-D9AE-409E6386F54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434F5D9-036C-FC3C-3B31-113EE320953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5573A6-C58C-E812-B907-9E4568130DD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8F5EEA-F2FA-BC59-BE12-23AF7A257E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ECCFA7-1512-7ED9-1628-ED1C00E779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3A6145-E102-FA8F-A3C2-5F6E80C5D16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2AABBD-8945-6CD3-E692-6F8C2CA99F4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1A9CE3-FADE-1053-4C6E-6D490966433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2026-07-08T12:18:54Z</dcterms:modified>
</cp:coreProperties>
</file>