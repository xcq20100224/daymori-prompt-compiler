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导入：光合作用为什么重要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建立光合作用学习动机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本页结论：建立光合作用学习动机；关键抓手：结论：先明确问题场景再进入知识点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光合作用 - 初中生物课堂</dc:title>
  <dc:subject>初中生物课堂</dc:subject>
  <dc:creator>Daymori</dc:creator>
  <cp:lastModifiedBy>Daymori</cp:lastModifiedBy>
  <cp:revision>1</cp:revision>
  <dcterms:created xsi:type="dcterms:W3CDTF">2026-07-02T08:21:22Z</dcterms:created>
  <dcterms:modified xsi:type="dcterms:W3CDTF">2026-07-02T08:21:22Z</dcterms:modified>
</cp:coreProperties>
</file>