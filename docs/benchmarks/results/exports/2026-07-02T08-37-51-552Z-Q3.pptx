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91A4B-4581-4CBF-8D2C-B7748D9220B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AF0A0-E3E8-41CD-93A6-6806BA2454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4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69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53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856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058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532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803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788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AF0A0-E3E8-41CD-93A6-6806BA2454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63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Q3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增长复盘为什么重要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6BB9F4E-27DD-4AAE-BA4C-BC2A7D7C68D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2026-07-02T08:37:13Z</dcterms:modified>
</cp:coreProperties>
</file>