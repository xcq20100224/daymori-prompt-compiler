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3972A-2D14-481C-85DF-88D9DED7A3C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FF7D0-8D46-4F11-AF89-54B7D5455D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34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FF7D0-8D46-4F11-AF89-54B7D5455D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696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FF7D0-8D46-4F11-AF89-54B7D5455D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88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FF7D0-8D46-4F11-AF89-54B7D5455D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090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FF7D0-8D46-4F11-AF89-54B7D5455D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33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FF7D0-8D46-4F11-AF89-54B7D5455D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859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FF7D0-8D46-4F11-AF89-54B7D5455D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358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869C31-0850-61C9-2367-68053F7961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64011BA-B300-C5C1-5497-603066615C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63DDEC-8623-EA31-69E2-29988084304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FC3857-1CCC-9738-FC49-65AD94A239F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14F932-08DE-990C-F5EA-A9BCDAE5AA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4D20F8-D5AD-2A76-B045-EE4C611958C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7FDDEA-82A7-E01A-4D4C-D36DD164093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6EAEB99-8830-0F0A-7236-C43F232E5C6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A35AF7-C63A-922C-6629-A5CA24F8D3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MiSans Semibold</vt:lpstr>
      <vt:lpstr>等线</vt:lpstr>
      <vt:lpstr>思源黑体 CN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2026-07-08T04:38:33Z</dcterms:modified>
</cp:coreProperties>
</file>