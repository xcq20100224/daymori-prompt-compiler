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C46A50-7D1E-4523-9CA0-FEAC4B6F1F3F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EC65A8-CE59-48B9-B1CB-0397A2DC18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1980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EC65A8-CE59-48B9-B1CB-0397A2DC187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6926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EC65A8-CE59-48B9-B1CB-0397A2DC187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52543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EC65A8-CE59-48B9-B1CB-0397A2DC187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68902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EC65A8-CE59-48B9-B1CB-0397A2DC187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5486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EC65A8-CE59-48B9-B1CB-0397A2DC187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43468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EC65A8-CE59-48B9-B1CB-0397A2DC187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3090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C2272F0-5489-2548-B049-7D5BF5EB47F3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C4BC2DF2-1306-C68A-9F74-D81E02347B7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2CEEFE9-26F7-49AA-BF2D-34B723F11BC1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9D7C846-5EEB-5702-4584-3C3143B22735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820AFB7-A1B1-18AB-C04E-457DBF73A3AB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F1C181F-D361-F242-CD72-5AC8762B5690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DFB4B29-A750-136F-F1F3-298E5AE5B6FF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6D94B60-6530-84C1-8EBC-7F951F6E29C8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F272B7A-BC5D-AA9B-1454-DF479723A334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MiSans Medium</vt:lpstr>
      <vt:lpstr>MiSans Normal</vt:lpstr>
      <vt:lpstr>MiSans Demibold</vt:lpstr>
      <vt:lpstr>MiSans</vt:lpstr>
      <vt:lpstr>MiSans ExtraLight</vt:lpstr>
      <vt:lpstr>MiSans Light</vt:lpstr>
      <vt:lpstr>MiSans Semibold</vt:lpstr>
      <vt:lpstr>等线</vt:lpstr>
      <vt:lpstr>思源黑体 CN Normal</vt:lpstr>
      <vt:lpstr>等线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2026-07-08T04:51:46Z</dcterms:modified>
</cp:coreProperties>
</file>