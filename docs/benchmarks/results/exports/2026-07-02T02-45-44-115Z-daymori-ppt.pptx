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442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先提问后归纳，控制</a:t>
            </a:r>
            <a:r>
              <a:rPr lang="en-US" altLang="zh-CN"/>
              <a:t>90</a:t>
            </a:r>
            <a:r>
              <a:rPr lang="zh-CN" altLang="en-US"/>
              <a:t>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板书公式并强调单位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/>
              <a:t>导入：从运动到受力</a:t>
            </a:r>
          </a:p>
        </p:txBody>
      </p:sp>
      <p:sp>
        <p:nvSpPr>
          <p:cNvPr id="3" name="Shape 1"/>
          <p:cNvSpPr/>
          <p:nvPr/>
        </p:nvSpPr>
        <p:spPr>
          <a:xfrm>
            <a:off x="566928" y="475488"/>
            <a:ext cx="11064240" cy="182880"/>
          </a:xfrm>
          <a:prstGeom prst="rect">
            <a:avLst/>
          </a:prstGeom>
          <a:solidFill>
            <a:srgbClr val="2D6CDF"/>
          </a:solidFill>
          <a:ln/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 sz="1400"/>
              <a:t>引导学生理解力改变运动状态</a:t>
            </a:r>
          </a:p>
        </p:txBody>
      </p:sp>
      <p:sp>
        <p:nvSpPr>
          <p:cNvPr id="4" name="Text 2"/>
          <p:cNvSpPr/>
          <p:nvPr/>
        </p:nvSpPr>
        <p:spPr>
          <a:xfrm>
            <a:off x="914400" y="1051560"/>
            <a:ext cx="4389120" cy="329184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ctr">
            <a:noAutofit/>
          </a:bodyPr>
          <a:lstStyle/>
          <a:p>
            <a:pPr marL="0" indent="0">
              <a:buNone/>
            </a:pPr>
            <a:r>
              <a:rPr lang="en-US" altLang="zh-CN" sz="14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力是改变物体运动状态的原因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同一质量下受力越大加速度越大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课堂提问：踢出的球为何会减速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40680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9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导入：情境导入｜从运动到力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引出加速度与力的定性关系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9966960" cy="1143000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43000" y="4315968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关键要点：结论：力是改变物体运动状态的原因 ｜ 证据：小车在光滑平面速度从0变2m/s需施加0.5N推力 ｜ 行动：提问“操场上足球踢出后为何减速？”本节前3min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266944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本页结论：引出加速度与力的定性关系；关键抓手：结论：力是改变物体运动状态的原因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/>
              <a:t>公式：</a:t>
            </a:r>
            <a:r>
              <a:rPr lang="en-US" altLang="zh-CN"/>
              <a:t>F=ma</a:t>
            </a:r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ctr">
            <a:noAutofit/>
          </a:bodyPr>
          <a:lstStyle/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表示合力，单位</a:t>
            </a: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表示质量，单位</a:t>
            </a: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kg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表示加速度，单位</a:t>
            </a: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m/s²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 sz="1400"/>
              <a:t>建立三者关系与单位一致性</a:t>
            </a:r>
          </a:p>
        </p:txBody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目标：建立牛顿第二定律的认知路径并明确应用标准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本页结论：建立牛顿第二定律的认知路径并明确应用标准；关键抓手：结论：力、质量、加速度三者成比例关系，核心公式F=ma。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结论：力、质量、加速度三者成比例关系，核心公式F=ma。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证据：课本实测数据：m=2kg时，a=0.5m/s²对应F=1N；a=1.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行动：前3分钟板书展示本页目标，并强调公式中F、m、a的单位一致性；建议在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结论：力、质量、加速度三者成比例关系，核心公...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证据：课本实测数据：m=2kg时，a=0.5...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行动：前3分钟板书展示本页目标，并强调公式中...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板书目标清单（含公式F=ma及单位换算提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Office PowerPoint</Application>
  <PresentationFormat>宽屏</PresentationFormat>
  <Paragraphs>41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Microsoft YaHei</vt:lpstr>
      <vt:lpstr>Arial</vt:lpstr>
      <vt:lpstr>Office Theme</vt:lpstr>
      <vt:lpstr>PowerPoint 演示文稿</vt:lpstr>
      <vt:lpstr>PowerPoint 演示文稿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初二物理：牛顿第二定律 - classroom-teaching</dc:title>
  <dc:subject>classroom-teaching</dc:subject>
  <dc:creator>Daymori</dc:creator>
  <cp:lastModifiedBy>yeli jiang</cp:lastModifiedBy>
  <cp:revision>3</cp:revision>
  <dcterms:created xsi:type="dcterms:W3CDTF">2026-06-29T05:00:47Z</dcterms:created>
  <dcterms:modified xsi:type="dcterms:W3CDTF">2026-07-02T02:45:44Z</dcterms:modified>
</cp:coreProperties>
</file>