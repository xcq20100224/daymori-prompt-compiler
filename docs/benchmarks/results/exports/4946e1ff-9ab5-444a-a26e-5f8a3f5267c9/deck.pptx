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2C6C0-7E2C-4298-8B12-382AE6EDE7D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7AC3A-34BC-4213-83B4-30FED0BF07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95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056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06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085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7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20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7AC3A-34BC-4213-83B4-30FED0BF075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6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E15D1F-7A71-D35A-1DBC-E67CC8E9B8F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EB55F3-C02F-E7CA-D878-7A213585561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F32F7F-60BD-586E-FA8D-07979AE71C9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41BB8A-BCEC-1C0E-B5B8-29FF1B0B0EC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A9832D-8C49-D297-2997-FC1334E4C72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F3E01C-5FC1-8D51-4882-5179DE6085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A8567A-78DA-BCFB-613F-399B066C034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DAD871B-8D67-DB2D-4B4E-13A7AE687BB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F8E354-1800-0B4C-E2C1-6E52DA75BC1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2026-07-07T08:27:44Z</dcterms:modified>
</cp:coreProperties>
</file>