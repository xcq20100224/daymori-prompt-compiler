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22EDB-33E2-4909-8D82-E251D1C3810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382E5-1A70-459B-A30D-69C764E984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93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382E5-1A70-459B-A30D-69C764E984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8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382E5-1A70-459B-A30D-69C764E984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795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382E5-1A70-459B-A30D-69C764E984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566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382E5-1A70-459B-A30D-69C764E984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154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382E5-1A70-459B-A30D-69C764E984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940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382E5-1A70-459B-A30D-69C764E984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287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7DDB61-79B9-E838-25D5-10BF43A7EB3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FD3A1A-5E04-14B5-E079-CCC2B5EF300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C72DAF-8E4C-0B7A-26D5-6E7882BB3F3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12D347-9567-4D7D-184D-AC8EFD018C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C8683C-4A48-176E-1694-B5F6E862AA6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74CD7C-3353-C594-7B2D-A6B4A1D1E0D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BE987B-B919-FD8F-9E9F-3EB69132D9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3BEFB6-D0C0-79E3-4FFE-53326DC29E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5E3EA1-5023-FE1D-81B1-EBCF305A5E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F8E116-987D-F672-D403-C7D251B1E6A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B207F6-87F4-1170-5D37-4C4B4B55AE5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068B7C-7BCF-B199-A20E-19C31474B8E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25E077D-15DD-17BB-DB35-939979DEA2B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917F4D-47F5-7A5C-74E2-2B58073236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4665C2-2968-4A82-2D2E-4794B1EADAC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2026-07-08T14:03:17Z</dcterms:modified>
</cp:coreProperties>
</file>