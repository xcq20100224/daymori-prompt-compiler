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EF58AF-C019-4930-AEAC-246E1345C8EC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065D56-F7F0-498E-879E-14073CF3D6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861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65D56-F7F0-498E-879E-14073CF3D60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0548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65D56-F7F0-498E-879E-14073CF3D60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296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65D56-F7F0-498E-879E-14073CF3D60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890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65D56-F7F0-498E-879E-14073CF3D60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5085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65D56-F7F0-498E-879E-14073CF3D60A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12322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65D56-F7F0-498E-879E-14073CF3D60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7124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65D56-F7F0-498E-879E-14073CF3D60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07596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065D56-F7F0-498E-879E-14073CF3D60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245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导入：多租户权限模型重构为什么重要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建立多租户权限模型重构学习动机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4B3E9C3-93B1-636F-B1C8-2988B6AACBD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269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 Light</vt:lpstr>
      <vt:lpstr>MiSans Demibold</vt:lpstr>
      <vt:lpstr>MiSans</vt:lpstr>
      <vt:lpstr>Arial</vt:lpstr>
      <vt:lpstr>MiSans ExtraLight</vt:lpstr>
      <vt:lpstr>MiSans Light</vt:lpstr>
      <vt:lpstr>MiSans Semibold</vt:lpstr>
      <vt:lpstr>思源黑体 CN Normal</vt:lpstr>
      <vt:lpstr>MiSans Medium</vt:lpstr>
      <vt:lpstr>MiSans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2026-07-02T08:14:37Z</dcterms:modified>
</cp:coreProperties>
</file>