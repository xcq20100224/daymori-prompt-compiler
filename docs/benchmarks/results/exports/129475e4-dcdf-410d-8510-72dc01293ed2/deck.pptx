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01968-27A7-4972-84BE-83A9176C8DD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504AA-FB83-48A7-BAF4-435668B11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504AA-FB83-48A7-BAF4-435668B115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58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504AA-FB83-48A7-BAF4-435668B115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850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504AA-FB83-48A7-BAF4-435668B115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09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504AA-FB83-48A7-BAF4-435668B115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11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504AA-FB83-48A7-BAF4-435668B115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788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504AA-FB83-48A7-BAF4-435668B115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95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B367EE-337A-B78F-AE6F-54592E511F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0A46E3D-3328-7ED6-0234-203A41F59D4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A1BD3B-6DA7-F201-1478-5C8ECF11A09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1F5984-C479-FCC3-45D4-213F3DACC75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5DB0AD-0D59-FB36-3C44-4104FDE6694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DEF6AF-E686-90D4-A1C0-609B9DD453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A71E45-1658-05E3-2566-3A67DA2DD32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27999B-4A46-ABE3-DEE0-088E1B7BB71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33655D-48CD-798E-8A33-C625D36EC9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2026-07-08T05:03:01Z</dcterms:modified>
</cp:coreProperties>
</file>