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Light" panose="02010600030101010101" charset="-122"/>
      <p:regular r:id="rId17"/>
    </p:embeddedFont>
    <p:embeddedFont>
      <p:font typeface="MiSans Medium" panose="02010600030101010101" charset="-122"/>
      <p:regular r:id="rId18"/>
    </p:embeddedFont>
    <p:embeddedFont>
      <p:font typeface="MiSans Normal" panose="02010600030101010101" charset="-122"/>
      <p:regular r:id="rId19"/>
    </p:embeddedFont>
    <p:embeddedFont>
      <p:font typeface="MiSans Semibold" panose="02010600030101010101" charset="-122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7B74CDF-9C49-4F67-A131-E6B3CDFDFDFF}" type="datetimeFigureOut">
              <a:rPr lang="zh-CN" altLang="en-US" smtClean="0"/>
              <a:t>2026/7/8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0E596EF-98B3-4482-8D9A-7A12D577CCE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835976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客服工作量结构图 和服务稳定性仍难保障。 图示：客服工作量结构图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E596EF-98B3-4482-8D9A-7A12D577CCE1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0484669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高频问题分类卡片 标准答案，适合由 </a:t>
            </a:r>
            <a:r>
              <a:rPr lang="en-US" altLang="zh-CN"/>
              <a:t>AI </a:t>
            </a:r>
            <a:r>
              <a:rPr lang="zh-CN" altLang="en-US"/>
              <a:t>客服优先承接。 人工团队应聚焦投诉处理、 复杂异常与高价值客户沟通， 以提升整体服务质量。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E596EF-98B3-4482-8D9A-7A12D577CCE1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471273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客服能力架构图 再逐步接入质检分析与 运营报表， 形成可持续优化的服务 闭环。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E596EF-98B3-4482-8D9A-7A12D577CCE1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0844569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E596EF-98B3-4482-8D9A-7A12D577CCE1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6316897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才进入规模化推广。 图示：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E596EF-98B3-4482-8D9A-7A12D577CCE1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2460345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E596EF-98B3-4482-8D9A-7A12D577CCE1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8680287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kern="0" spc="17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/>
            </a: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zh-CN" altLang="en-US" sz="32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测试</a:t>
            </a:r>
            <a:endParaRPr lang="zh-CN" altLang="en-US" sz="32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1600" dirty="0" err="1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r" defTabSz="914400">
              <a:lnSpc>
                <a:spcPct val="150000"/>
              </a:lnSpc>
              <a:defRPr/>
            </a:pP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8886EE21-7BD3-E989-39AD-FB17BB87006C}"/>
              </a:ext>
            </a:extLst>
          </p:cNvPr>
          <p:cNvSpPr txBox="1"/>
          <p:nvPr/>
        </p:nvSpPr>
        <p:spPr>
          <a:xfrm>
            <a:off x="1219200" y="3485236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endParaRPr lang="zh-CN" altLang="en-US" sz="1400"/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2/10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先明确压力来源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ADC4AED0-493E-844F-9EC3-12FB67948D88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E004F3EA-DC09-4873-CF2D-EA86BD23E4B6}"/>
              </a:ext>
            </a:extLst>
          </p:cNvPr>
          <p:cNvSpPr txBox="1"/>
          <p:nvPr/>
        </p:nvSpPr>
        <p:spPr>
          <a:xfrm>
            <a:off x="1219200" y="3020949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先明确压力来源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现状背景 随着咨询量、售后问题和服务渠道持续增加，人工客服长期承担重复问答、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订单查询与进度解释工作。排班、培训与质检成本持续抬升，但高峰时段的响应速度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客服成本压力正在上升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高频问题适合优先自动化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图示：高频问题分类卡片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问题拆解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售前咨询、订单状态、</a:t>
            </a:r>
          </a:p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退换货政策与基础售后进度通常具备</a:t>
            </a:r>
            <a:r>
              <a:rPr lang="en-US" altLang="zh-CN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3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用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承接标准问题，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用人工处理复杂问题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内容由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生成</a:t>
            </a:r>
          </a:p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5/10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方案设计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C3B3E6BE-7E83-1066-995A-8ABBF88240E8}"/>
              </a:ext>
            </a:extLst>
          </p:cNvPr>
          <p:cNvSpPr txBox="1"/>
          <p:nvPr/>
        </p:nvSpPr>
        <p:spPr>
          <a:xfrm>
            <a:off x="1219200" y="16459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用</a:t>
            </a:r>
            <a:r>
              <a:rPr lang="en-US" altLang="zh-CN" sz="1400"/>
              <a:t>AI</a:t>
            </a:r>
            <a:r>
              <a:rPr lang="zh-CN" altLang="en-US" sz="1400"/>
              <a:t>承接标准问题，用人工处理复杂问题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en-US" altLang="zh-CN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AI</a:t>
            </a: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客服能力分层建设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方案以知识库、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意图识别、多轮对话、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工单联动与人工转接为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核心能力，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先覆盖标准化问答场景</a:t>
            </a:r>
            <a:r>
              <a:rPr lang="en-US" altLang="zh-CN" sz="1200" b="1">
                <a:latin typeface="MiSans Normal" pitchFamily="2" charset="-122"/>
                <a:ea typeface="MiSans Normal" pitchFamily="2" charset="-122"/>
              </a:rPr>
              <a:t>...</a:t>
            </a:r>
            <a:endParaRPr lang="en-US" altLang="zh-CN" sz="1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图示：</a:t>
            </a:r>
          </a:p>
          <a:p>
            <a:pPr algn="ctr"/>
            <a:r>
              <a:rPr lang="en-US" altLang="zh-CN" sz="1400" b="1"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客服能力架构图</a:t>
            </a:r>
          </a:p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 b="1"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方案设计</a:t>
            </a:r>
            <a:endParaRPr lang="en-US" altLang="zh-CN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实施路径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阶段：梳理高频问题并建设知识库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接入客服系统并灰度上线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阶段：根据命中率持续优化运营</a:t>
            </a: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三阶段推进试点落地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用关键指标验证收益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价值评估 试点阶段建议重点跟踪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独立解决率、转人工率、平均响应时长、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人工客服负载与客户满意度。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只有当效率提升与体验稳定同时成立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3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下一步决策事项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D2E4C6FF-C460-E2BB-0E49-9CD18EC56368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87B738F4-5032-F341-BB8A-DF62564D9708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13DD36C-41B6-0036-8EAA-E04FD2F93852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E66CC7A3-5738-34EA-041B-D969E414A2FD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谢谢观看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Q&amp;amp;A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10/10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4717D4F2-6226-7117-58F1-94C425458C46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557</Words>
  <Application>Microsoft Office PowerPoint</Application>
  <PresentationFormat>宽屏</PresentationFormat>
  <Paragraphs>87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MiSans Medium</vt:lpstr>
      <vt:lpstr>等线 Light</vt:lpstr>
      <vt:lpstr>Arial</vt:lpstr>
      <vt:lpstr>MiSans ExtraLight</vt:lpstr>
      <vt:lpstr>MiSans Semibold</vt:lpstr>
      <vt:lpstr>等线</vt:lpstr>
      <vt:lpstr>MiSans</vt:lpstr>
      <vt:lpstr>MiSans Demibold</vt:lpstr>
      <vt:lpstr>MiSans Light</vt:lpstr>
      <vt:lpstr>思源黑体 CN Normal</vt:lpstr>
      <vt:lpstr>MiSans Normal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2026-07-08T05:34:41Z</dcterms:modified>
</cp:coreProperties>
</file>