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91BAD-8CDD-4BC1-9452-5A978157FAE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C4154-87F0-498C-AC1D-64477A426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47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C4154-87F0-498C-AC1D-64477A4267F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195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C4154-87F0-498C-AC1D-64477A4267F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773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C4154-87F0-498C-AC1D-64477A4267F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492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C4154-87F0-498C-AC1D-64477A4267F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549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C4154-87F0-498C-AC1D-64477A4267F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78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C4154-87F0-498C-AC1D-64477A4267F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799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D783AD-9B95-2FD7-2F52-D460D85C2CC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2CBD872-69C4-C035-FA29-32362155055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0B902D-97AF-4F21-8310-A94043051EE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F680E1-3589-E61E-4CA2-C10F1473142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041F17-69D8-339C-4A0B-862C88D8F4A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E70CE9-E6A9-98BB-A813-B8EDB0D16DE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D1666E-9CB8-4B02-BAEE-E321C2F4C71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DB5181-748E-3FC2-9B4B-9A9F07E4687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91762D-445D-AFB6-D5FB-1DC7BAC9894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2026-07-08T12:29:21Z</dcterms:modified>
</cp:coreProperties>
</file>