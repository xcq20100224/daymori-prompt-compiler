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BA224-ED08-44E3-98BB-A17EFF288AE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4146-AB71-4A5E-B4A9-197DE0CDA9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676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A4146-AB71-4A5E-B4A9-197DE0CDA9B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646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A4146-AB71-4A5E-B4A9-197DE0CDA9B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14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A4146-AB71-4A5E-B4A9-197DE0CDA9B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094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A4146-AB71-4A5E-B4A9-197DE0CDA9B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263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A4146-AB71-4A5E-B4A9-197DE0CDA9B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087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A4146-AB71-4A5E-B4A9-197DE0CDA9B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804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D27B59E-A306-4659-D09D-D10B8DE502B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67B131A-47D3-1528-3713-9A457FEDA6F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F4F29B1-FC92-CA0D-36F0-7F47A804C29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BA76A3-2A64-192C-A1CE-B60FB738583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FC80F7-60EF-2C10-5DC8-B49CC6347FD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1B7B3BD-DA72-17FD-9020-829C68D41C5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D378E7B-1A5B-72EB-A8E7-E73AEF9AACD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C6EE1BA-91A8-00DD-E35C-C4672444920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EF41C4A-6902-1BD7-8387-DBE82362E08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2026-07-08T13:06:57Z</dcterms:modified>
</cp:coreProperties>
</file>