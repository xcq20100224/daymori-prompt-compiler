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A97F7-C7FA-4FAF-AD96-6FDB1C07CE3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761A7-CFFA-40A7-A6AA-707D099C8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25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442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355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9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47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981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378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205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61A7-CFFA-40A7-A6AA-707D099C8A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942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2026-07-02T05:21:51Z</dcterms:modified>
</cp:coreProperties>
</file>