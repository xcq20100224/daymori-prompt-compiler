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AAD13C-4CDF-4855-B98F-DBF338B0DD6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71428-AD5D-445A-8C63-E0DE023B0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049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71428-AD5D-445A-8C63-E0DE023B075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435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71428-AD5D-445A-8C63-E0DE023B075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341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71428-AD5D-445A-8C63-E0DE023B075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552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71428-AD5D-445A-8C63-E0DE023B075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072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71428-AD5D-445A-8C63-E0DE023B075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736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71428-AD5D-445A-8C63-E0DE023B075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694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130CC53-82E4-5C84-BFBA-F902D053A74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DE6A953-DC6C-B48A-46AA-E6559B9D2EC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C077BFF-ED4D-D5F1-4710-79515088FCB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EC39AAC-AEF4-62ED-B4F8-D24EE407E01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E54D35-0A4A-BD86-7D05-513AA4E1970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B5125C-D2F1-2BE0-5A76-4717341B75C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325C1A1-D308-4BAF-9ECD-182BB283678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BD9F161-A5BA-5EAD-75E1-678BCCA2EDC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B09D133-67C0-1837-4DAC-5000E6C02F9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9580AA-D16E-3B1D-9724-D0A9C02A82C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7124EA2-B9BB-9190-2AAC-DFD11643178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42439D3-1825-C2EA-9717-87CD93FD9C8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86557F-069B-E227-5B05-D2BF3F0692C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0101804-A518-2A79-9920-9F6726BE5D2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9D5D87F-AE9E-5724-1B0F-1ACA75913BD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Demibold</vt:lpstr>
      <vt:lpstr>思源黑体 CN Normal</vt:lpstr>
      <vt:lpstr>MiSans Normal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2026-07-08T14:18:48Z</dcterms:modified>
</cp:coreProperties>
</file>