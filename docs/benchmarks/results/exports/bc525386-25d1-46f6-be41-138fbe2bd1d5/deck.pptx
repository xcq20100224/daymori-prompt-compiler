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30B94-54C9-4351-BB8F-C66F31CB59F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7BEB3B-D914-4895-B2F2-4198884218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296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BEB3B-D914-4895-B2F2-4198884218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191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BEB3B-D914-4895-B2F2-4198884218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457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BEB3B-D914-4895-B2F2-4198884218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694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BEB3B-D914-4895-B2F2-4198884218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966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BEB3B-D914-4895-B2F2-4198884218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157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BEB3B-D914-4895-B2F2-4198884218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6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咖啡店选址策略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6431BF-2072-47C4-A062-21255A5B408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C96F0D1-12F3-67BE-B1FF-D489FD14756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6774E3-50E5-EC8E-E0F7-5A84EC966DA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0B44D7-402D-99A3-E20F-82490A44FAD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FA52B0-70A0-EBE4-9A42-F00B43FAF05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85307D-9AFA-CC5A-0B1D-592DFE419E5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6E6B2C-7395-9EC0-6C72-3F277A91327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B8F2BA-1AAE-7EAE-7EF9-B66014F1C59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389FBE-264F-1AF7-A9A8-8ECAB8FB1FA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2026-07-08T10:07:56Z</dcterms:modified>
</cp:coreProperties>
</file>