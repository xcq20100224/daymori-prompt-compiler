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51B0F-1252-4CAD-98A1-A71ED143FA0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A8438-1B29-465C-98FF-31021BD915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548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A8438-1B29-465C-98FF-31021BD9158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409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A8438-1B29-465C-98FF-31021BD9158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500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A8438-1B29-465C-98FF-31021BD9158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668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A8438-1B29-465C-98FF-31021BD9158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457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A8438-1B29-465C-98FF-31021BD9158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323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A8438-1B29-465C-98FF-31021BD9158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011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A8438-1B29-465C-98FF-31021BD9158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644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A8438-1B29-465C-98FF-31021BD9158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421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导入：一次函数为什么重要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建立一次函数学习动机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75D3C37-CF13-319F-9676-1279B89777D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2026-07-02T08:27:56Z</dcterms:modified>
</cp:coreProperties>
</file>