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55BE7-E48A-405F-9505-9A342B85B43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5AFA61-084A-4894-8BEC-BF25DA389E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12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AFA61-084A-4894-8BEC-BF25DA389E6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783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AFA61-084A-4894-8BEC-BF25DA389E6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402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AFA61-084A-4894-8BEC-BF25DA389E6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256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AFA61-084A-4894-8BEC-BF25DA389E6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177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AFA61-084A-4894-8BEC-BF25DA389E6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578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AFA61-084A-4894-8BEC-BF25DA389E6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697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AFA61-084A-4894-8BEC-BF25DA389E6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65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AFA61-084A-4894-8BEC-BF25DA389E6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669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导入：渠道投放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ROI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优化为什么重要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建立渠道投放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AE0CC7-E5A7-E9AA-B30A-D79AC437071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2026-07-02T08:08:32Z</dcterms:modified>
</cp:coreProperties>
</file>