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1526EB-C5B4-4E87-8BF8-EFCECB7C23D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C6464-4AC6-4119-B5A5-8255A14A86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416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6464-4AC6-4119-B5A5-8255A14A868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686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6464-4AC6-4119-B5A5-8255A14A868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914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6464-4AC6-4119-B5A5-8255A14A868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521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6464-4AC6-4119-B5A5-8255A14A868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659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6464-4AC6-4119-B5A5-8255A14A868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786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6464-4AC6-4119-B5A5-8255A14A868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171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632E7F2-2185-64AE-EE8F-EE3E477D47C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89B8B98-B86D-76ED-2001-C9008880D8C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B15A858-B8C0-421B-CA23-A076914E6BB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5E0E0F-B474-BFEE-E0C2-4BFD1E73EA0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DF4320-EC1C-0003-03F6-F3FA1B38A4C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593C54-CC11-D6E5-2E50-2B18CB4E817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F4AD023-92DA-38E4-01D9-685EB723EC8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7774A08-B055-1534-496D-3AF4724340E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74A706-080F-EAE4-8132-D42F021F0DF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2026-07-08T05:16:54Z</dcterms:modified>
</cp:coreProperties>
</file>