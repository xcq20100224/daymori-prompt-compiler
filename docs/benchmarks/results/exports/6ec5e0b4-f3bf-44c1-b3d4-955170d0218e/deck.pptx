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05D47-3529-412F-83A0-082116F2B80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593298-C055-469B-A1C0-A9413C2692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431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93298-C055-469B-A1C0-A9413C26920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574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93298-C055-469B-A1C0-A9413C26920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063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93298-C055-469B-A1C0-A9413C26920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569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93298-C055-469B-A1C0-A9413C26920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9366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93298-C055-469B-A1C0-A9413C26920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87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93298-C055-469B-A1C0-A9413C26920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532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F04BC0-EA0D-4D91-5B46-56D8313D664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3804C3D-EA52-CCED-524B-17E3A0AE8CD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2EE9D0A-BD62-7C80-872F-937627E3F65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1A71FF-46F2-CDEC-2EB1-56DF9D60621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1AFD0E7-F16D-B011-6F31-74F337523EA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4AC970-666F-D129-3A8F-5AF86884B9E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A081D10-F2CC-1864-6A7D-4B4B5E527F8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8339DCB-4FBD-FDC0-4353-995293DB3C2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DA3E9F-18D1-CA9F-C54F-B54C3F4A21A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2026-07-08T12:45:25Z</dcterms:modified>
</cp:coreProperties>
</file>