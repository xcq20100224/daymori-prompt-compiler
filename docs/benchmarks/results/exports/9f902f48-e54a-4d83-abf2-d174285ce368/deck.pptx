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04C62-10E6-4BE7-81BA-9592216DED47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8232F-2418-427A-A683-DA8DA159EA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87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424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35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771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610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21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232F-2418-427A-A683-DA8DA159EA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456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4401DD-9996-D2CC-3106-FC57DDDBB7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B05D27C-45B3-BF3B-1DB4-1B1045C66D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CB440C-5252-50EC-174C-BAB21DE9AC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6AFBEF-657D-1E8C-8FEE-E005D5D2148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D81804-00D0-08B3-8CEE-F0FA18BCB3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69F977-6C1D-0FB4-DC82-23FC0995AA0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C9F78E-EB1A-547B-1C8F-AB9552897EE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6962830-F2D1-EAEB-A3EA-6EA7E05989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A6F3B4-B0DF-E71C-D80C-AC8BD9494FF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2026-07-09T04:41:12Z</dcterms:modified>
</cp:coreProperties>
</file>