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BCD75-0496-4FFD-95E2-C74524F7454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4327F-1792-4200-B6AC-38EDD36FA0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00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34327F-1792-4200-B6AC-38EDD36FA02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1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34327F-1792-4200-B6AC-38EDD36FA02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899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34327F-1792-4200-B6AC-38EDD36FA02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913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34327F-1792-4200-B6AC-38EDD36FA02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550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34327F-1792-4200-B6AC-38EDD36FA02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2094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34327F-1792-4200-B6AC-38EDD36FA02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395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34327F-1792-4200-B6AC-38EDD36FA02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063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34327F-1792-4200-B6AC-38EDD36FA02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176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导入：牛顿第二定律为什么重要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建立牛顿第二定律学习动机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0656D5C-5C09-F297-AA70-3E657AFEA84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 Light</vt:lpstr>
      <vt:lpstr>MiSans Semibold</vt:lpstr>
      <vt:lpstr>Arial</vt:lpstr>
      <vt:lpstr>MiSans</vt:lpstr>
      <vt:lpstr>MiSans Demibold</vt:lpstr>
      <vt:lpstr>MiSans Light</vt:lpstr>
      <vt:lpstr>MiSans Normal</vt:lpstr>
      <vt:lpstr>MiSans Medium</vt:lpstr>
      <vt:lpstr>等线</vt:lpstr>
      <vt:lpstr>思源黑体 CN Normal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2026-07-02T08:18:37Z</dcterms:modified>
</cp:coreProperties>
</file>