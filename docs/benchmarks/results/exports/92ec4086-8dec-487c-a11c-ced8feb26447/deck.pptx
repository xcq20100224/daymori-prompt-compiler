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60FEF4-1659-4F5E-B932-52EF6A9AC693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0B7FDE-ACBD-4FCD-B0ED-03C9E1CD46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5255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结构示意图 图示：结构示意图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B7FDE-ACBD-4FCD-B0ED-03C9E1CD46D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06943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结构示意图 执行动作与里程碑安排， 帮助读者快速理解问题背景、 方案价值与下一步推进优先级。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B7FDE-ACBD-4FCD-B0ED-03C9E1CD46D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97633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结构示意图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B7FDE-ACBD-4FCD-B0ED-03C9E1CD46D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47060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执行要点图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B7FDE-ACBD-4FCD-B0ED-03C9E1CD46D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40125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结构示意图 方案价值与下一步推进优先级。 图示： 结构示意图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B7FDE-ACBD-4FCD-B0ED-03C9E1CD46D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37884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执行要点图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B7FDE-ACBD-4FCD-B0ED-03C9E1CD46D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976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用户画像洞察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12357EA-15DA-CDFD-0061-83B3E70F2358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章节说明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B2679A1E-96F0-E6C1-6AB0-CF6B3DE94D7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章节</a:t>
            </a:r>
            <a:r>
              <a:rPr lang="en-US" altLang="zh-CN"/>
              <a:t>02</a:t>
            </a:r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05B1F02-EE3A-B27A-DB77-81B94410C494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章节说明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用户画像洞察第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用户画像洞察第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/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页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图示：结构示意图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核心观点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章节说明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章节</a:t>
            </a:r>
            <a:r>
              <a:rPr lang="en-US" altLang="zh-CN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05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E15B142-C9AE-68B9-A195-941EE37935FE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章节说明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用户画像洞察第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6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页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核心观点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图示：结构示意图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核心要点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阶段：先定义问题边界与目标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阶段：再明确关键动作与责任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阶段：最后确认指标与复盘机制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用户画像洞察第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7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用户画像洞察第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8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页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用户画像洞察第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9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页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核心要点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第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</a:rPr>
              <a:t>1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阶段：先定义问题边界与目标 第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</a:rPr>
              <a:t>2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阶段：</a:t>
            </a:r>
          </a:p>
          <a:p>
            <a:pPr algn="ctr"/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再明确关键动作与责任 第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阶段：最后确认指标与复盘机制</a:t>
            </a: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感谢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3F9E294-2544-18EC-C00B-9D9AD8473F76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288</Words>
  <Application>Microsoft Office PowerPoint</Application>
  <PresentationFormat>宽屏</PresentationFormat>
  <Paragraphs>60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等线 Light</vt:lpstr>
      <vt:lpstr>MiSans ExtraLight</vt:lpstr>
      <vt:lpstr>Arial</vt:lpstr>
      <vt:lpstr>MiSans Semibold</vt:lpstr>
      <vt:lpstr>MiSans</vt:lpstr>
      <vt:lpstr>MiSans Demibold</vt:lpstr>
      <vt:lpstr>等线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2026-07-09T05:08:37Z</dcterms:modified>
</cp:coreProperties>
</file>