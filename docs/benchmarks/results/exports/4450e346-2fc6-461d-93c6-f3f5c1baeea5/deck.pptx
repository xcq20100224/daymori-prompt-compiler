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AD149A-59EF-4B2D-BA9C-6B4D135C4FA2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32492B-5EAF-4053-BD04-DCA5B814AD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8181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2492B-5EAF-4053-BD04-DCA5B814ADC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98267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2492B-5EAF-4053-BD04-DCA5B814ADC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27244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2492B-5EAF-4053-BD04-DCA5B814ADC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1131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2492B-5EAF-4053-BD04-DCA5B814ADC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60114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2492B-5EAF-4053-BD04-DCA5B814ADC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93846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2492B-5EAF-4053-BD04-DCA5B814ADC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39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4E992D7-46DF-8728-7955-470B7A3C6F71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16C2BF5-35AC-A8C4-0F1F-ECE9B3C6889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F933AEF-7B28-1906-A9AC-9B40210A7EF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C7FEBC7-E9CF-07A3-7E6C-8FD84DE146BB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74D48F7-BF2D-A1D0-EDB6-6E4B6C2AC89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BA5655C-37E5-A625-CEDD-379FC4BBFCB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A7F4B70-A0A8-7FB4-F456-40A9BB7681B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2C8A424-3CCC-30CE-605B-5C93D463F43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EC8E64A-526B-5190-F60F-DA3841872E1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2026-07-07T08:23:17Z</dcterms:modified>
</cp:coreProperties>
</file>