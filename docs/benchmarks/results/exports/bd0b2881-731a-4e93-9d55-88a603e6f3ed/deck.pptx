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EF244-0014-4190-8ED7-98F7D50A7B1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0C43D-F8CD-4193-81BF-7AB03B4DDB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02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0C43D-F8CD-4193-81BF-7AB03B4DDB0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85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ABTest2_1783519662126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0C43D-F8CD-4193-81BF-7AB03B4DDB0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720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0C43D-F8CD-4193-81BF-7AB03B4DDB0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443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ABTest2_1783519662126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0C43D-F8CD-4193-81BF-7AB03B4DDB0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747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0C43D-F8CD-4193-81BF-7AB03B4DDB0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992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0C43D-F8CD-4193-81BF-7AB03B4DDB0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88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0C43D-F8CD-4193-81BF-7AB03B4DDB0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487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ABTest2_1783519662126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ABTest2_1783519662126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3519662126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FC9162F-E5A9-8445-00FA-3C4B9E38213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ABTest2_1783519662126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19662126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9662126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8351966212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8351966212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8351966212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783519662126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40DBD6-6154-9B68-506F-0FD025E501A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F59F8D-6A18-A8F9-13C1-5E0CAA23646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BEE070B-EECA-27E4-BEC7-E46676AAE6C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06965C-B75B-5410-A784-1A56780CAE2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EB2D2B-9FB5-E807-B45F-42B7E71029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2026-07-08T14:09:56Z</dcterms:modified>
</cp:coreProperties>
</file>