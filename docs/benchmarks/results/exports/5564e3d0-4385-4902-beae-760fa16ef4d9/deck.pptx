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DF0839-66FE-4C19-9DB5-CFE37A9413D7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FF933F-2B07-4705-A553-3FC57AF48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9247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用户增长策略现状结构图 先级重排。 图示：用户增长策略现状结构图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F933F-2B07-4705-A553-3FC57AF4848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0616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用户增长策略问题分层卡片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F933F-2B07-4705-A553-3FC57AF4848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46543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用户增长策略方案架构图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F933F-2B07-4705-A553-3FC57AF4848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00970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F933F-2B07-4705-A553-3FC57AF4848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60158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F933F-2B07-4705-A553-3FC57AF4848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5149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F933F-2B07-4705-A553-3FC57AF4848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05780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用户增长策略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用户增长策略提案汇报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972E680-6DBE-7A03-1EE5-DF0E2CE10BE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用户增长策略提案汇报 用户增长策略提案汇报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用户增长策略的核心约束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FE72CDF-B0B9-EEB9-D78C-931BCA8DC02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E16A68B-1B38-36A2-93DD-C1FF9DA023C9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用户增长策略的核心约束与机会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用户增长策略当前在目标达成、资源配置与执行路径上存在明显瓶颈。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图示：用户增长策略问题分层卡片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围绕用户增长策略可将问题拆为目标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用户增长策略的分阶段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74FE13D-B788-DB30-EBF9-901808A7957B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用户增长策略的分阶段落地方案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用户增长策略方案建议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采用“目标对齐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效果验证”三层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用户增长策略方案架构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 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阶段：明确用户增长策略目标与边界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完成用户增长策略试点并跟踪关键指标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建议围绕用户增长策略建立统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D769910-70F9-BAF5-4933-EAC9670E68AD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217F64A-A25A-A527-E280-3FF3ED778646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42DA8B9-9236-F8C4-B8F0-03AA8B847D78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BEFF156-C60F-8DB5-61C6-F78BEE15CAB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4E3B331-D757-2CF8-058A-1AA654F65DBD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575</Words>
  <Application>Microsoft Office PowerPoint</Application>
  <PresentationFormat>宽屏</PresentationFormat>
  <Paragraphs>89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Semibold</vt:lpstr>
      <vt:lpstr>等线 Light</vt:lpstr>
      <vt:lpstr>MiSans</vt:lpstr>
      <vt:lpstr>MiSans Demibold</vt:lpstr>
      <vt:lpstr>MiSans Light</vt:lpstr>
      <vt:lpstr>思源黑体 CN Normal</vt:lpstr>
      <vt:lpstr>MiSans Normal</vt:lpstr>
      <vt:lpstr>MiSans Medium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2026-07-08T10:46:50Z</dcterms:modified>
</cp:coreProperties>
</file>