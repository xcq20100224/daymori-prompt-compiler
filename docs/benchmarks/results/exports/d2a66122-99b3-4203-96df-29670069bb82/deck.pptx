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FA60B-A1DC-4128-A317-0FFD97975DE1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2FFC2-0966-449F-9E85-D9B0CD4814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904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供应链数字化转型方案现状结构图 本下降与响应效率提升。 图示：供应链数字化转型方案现状结构图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2FFC2-0966-449F-9E85-D9B0CD48142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262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供应链数字化转型方案问题分层卡片 知识库缺口、监控盲区”四类问题， 先补齐兜底机制， 再逐步扩大自动化覆盖范围。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2FFC2-0966-449F-9E85-D9B0CD48142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529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2FFC2-0966-449F-9E85-D9B0CD48142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919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2FFC2-0966-449F-9E85-D9B0CD48142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162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2FFC2-0966-449F-9E85-D9B0CD48142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115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2FFC2-0966-449F-9E85-D9B0CD48142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393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供应链数字化转型方案提案汇报：体验与增长并重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4C2110-ED28-0A2D-EEE9-8B29CD17AC6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供应链数字化转型方案提案汇报：体验与增长并重 供应链数字化转型方案提案汇报：体验与增长并重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E50B276-4CEE-790E-396B-83A2945A7DF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2A4115D-7F48-8289-1520-145256DFA6D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供应链数字化转型方案目前在高频场景中存在明显资源浪费，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标准问题处理成本偏高。若按试点方式先覆盖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TOP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场景，可在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个月内验证单位成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图示：供应链数字化转型方案问题分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围绕供应链数字化转型方案需重点拆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解“误判风险、转人工滞后、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供应链数字化转型方案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53CD27-DC2C-BE0E-0501-648A5B0C3EA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供应链数字化转型方案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阶段：定义供应链数字化转型方案关键体验指标与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在核心触点试点供应链数字化转型方案体验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阶段：根据用户反馈迭代并扩展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A7F5635-213D-8683-2995-2B616F41055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6C7F5B-D48F-F1D8-DEDA-78E14B6D367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6F3467-32AE-9355-22E5-9097C96B63D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3A4E8DA-31AB-CEC1-12C1-BACFD231561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C0C560-9EF6-096C-7A40-C09D06AD2C8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467</Words>
  <Application>Microsoft Office PowerPoint</Application>
  <PresentationFormat>宽屏</PresentationFormat>
  <Paragraphs>72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2026-07-09T04:42:05Z</dcterms:modified>
</cp:coreProperties>
</file>