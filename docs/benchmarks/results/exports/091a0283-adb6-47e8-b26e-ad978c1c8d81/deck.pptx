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75F57-DF9B-4345-BB38-147AFB70413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DF17D9-AAA7-4C4D-9825-368C9A9A0D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4770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F17D9-AAA7-4C4D-9825-368C9A9A0DC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226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F17D9-AAA7-4C4D-9825-368C9A9A0DC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7171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F17D9-AAA7-4C4D-9825-368C9A9A0DC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4628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F17D9-AAA7-4C4D-9825-368C9A9A0DC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0991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F17D9-AAA7-4C4D-9825-368C9A9A0DC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16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F17D9-AAA7-4C4D-9825-368C9A9A0DC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350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9B000DB-6595-0324-3A1D-AF93D74456F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A1BC454-326D-152A-077E-659613B3FA0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8D554F0-784F-3A57-D397-4E544FC004C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E0466F9-B6A1-7FB6-BD3B-5B866C26997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A3F5783-F817-C72D-409D-30EC858A5E6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0C84407-6F93-80E1-F9BA-75C3A7B9B1E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204F992-7E43-56DD-1537-931E842DF99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C4E5CBB-7961-6F6D-6CBE-C16571E5A13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FDE95BD-A609-2651-53BC-3019FC2EDF3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2026-07-08T13:06:33Z</dcterms:modified>
</cp:coreProperties>
</file>