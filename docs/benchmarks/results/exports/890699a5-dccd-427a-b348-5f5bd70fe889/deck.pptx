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DC6F8-D2FA-473D-A78C-557EB68F8EB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D9CE-0AF1-46FE-B34E-427E170DA6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47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7D9CE-0AF1-46FE-B34E-427E170DA68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719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7D9CE-0AF1-46FE-B34E-427E170DA68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872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7D9CE-0AF1-46FE-B34E-427E170DA68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568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7D9CE-0AF1-46FE-B34E-427E170DA68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408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7D9CE-0AF1-46FE-B34E-427E170DA68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725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7D9CE-0AF1-46FE-B34E-427E170DA68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002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7F77FA-0662-DAB8-79F6-E91A20A103F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AAC42D9-AFB7-6E0C-9BE8-388C1498073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B3F478-FE7B-E954-8ED5-BB6F1C6B59D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85CF56-1D32-5259-DC47-626E1DC1769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9A5C436-5C06-3566-959E-632B7B2D29A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7F8F7D-F1B0-2688-0AF0-A8EBB6F3A33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A463CD-E1B3-46A8-557E-260201B141A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A038008-63BD-C9AB-7BB9-0021B44A1D8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EB23DB-7EAA-2E59-2E64-91A43303E31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2026-07-08T04:35:32Z</dcterms:modified>
</cp:coreProperties>
</file>