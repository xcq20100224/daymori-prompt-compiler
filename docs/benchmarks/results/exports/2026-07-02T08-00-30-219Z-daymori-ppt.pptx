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205E5-9A1D-43A2-8235-D00DF7781E5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189CE-40F3-4BB8-8819-F76F937587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2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207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45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74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23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199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77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553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189CE-40F3-4BB8-8819-F76F937587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410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DC74867-2A42-4CD3-EF00-17C2FDDE5F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MiSans Semibold</vt:lpstr>
      <vt:lpstr>等线</vt:lpstr>
      <vt:lpstr>Arial</vt:lpstr>
      <vt:lpstr>MiSans Light</vt:lpstr>
      <vt:lpstr>MiSans</vt:lpstr>
      <vt:lpstr>MiSans Demibold</vt:lpstr>
      <vt:lpstr>MiSans Medium</vt:lpstr>
      <vt:lpstr>思源黑体 CN Normal</vt:lpstr>
      <vt:lpstr>等线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2026-07-02T08:00:07Z</dcterms:modified>
</cp:coreProperties>
</file>