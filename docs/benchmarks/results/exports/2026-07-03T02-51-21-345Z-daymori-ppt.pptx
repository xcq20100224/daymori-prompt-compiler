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01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D05BA11-63C8-DC0F-D9B4-1D60F325B0F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E566664-DBAD-397B-F1D0-B667023A7F4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6D83345-AEA7-3476-ACBA-7B9DE98FF65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D22B914-779C-EF66-5DB5-9AA7D09F0C9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本章目标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3CB11E-6BDC-680A-476D-ACF2229AB0D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38E03A-D578-C929-25D0-910B675C53A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70E351-0A6F-330A-653F-55CC2DEBA13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10DCA8-389D-3799-8DB9-828F229123E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连接旧知 连接旧知 </a:t>
            </a:r>
            <a:r>
              <a:rPr lang="en-US" altLang="zh-CN" sz="1400"/>
              <a:t>• </a:t>
            </a:r>
            <a:r>
              <a:rPr lang="zh-CN" altLang="en-US" sz="1400"/>
              <a:t>无合力则匀速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本章目标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45CAB1-D1CF-DE95-88B3-67F6CF6C9B0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观察规律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定时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a∝F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141A4F-0579-D14E-EF3B-8703A16CAC7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观察规律 观察规律 </a:t>
            </a:r>
            <a:r>
              <a:rPr lang="en-US" altLang="zh-CN" sz="1400"/>
              <a:t>• m</a:t>
            </a:r>
            <a:r>
              <a:rPr lang="zh-CN" altLang="en-US" sz="1400"/>
              <a:t>定时 </a:t>
            </a:r>
            <a:r>
              <a:rPr lang="en-US" altLang="zh-CN" sz="1400"/>
              <a:t>a∝F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归纳关系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得到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906684-E94D-D355-1D5E-7CB28EEECE0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079A46-EF49-A6D9-FCE4-FF93255504C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归纳关系 归纳关系 </a:t>
            </a:r>
            <a:r>
              <a:rPr lang="en-US" altLang="zh-CN" sz="1400"/>
              <a:t>• </a:t>
            </a:r>
            <a:r>
              <a:rPr lang="zh-CN" altLang="en-US" sz="1400"/>
              <a:t>得到 </a:t>
            </a:r>
            <a:r>
              <a:rPr lang="en-US" altLang="zh-CN" sz="1400"/>
              <a:t>F=ma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BDFF1B-05BE-0255-CC49-C86C9A090AB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6D35F1-AADD-12B3-8D33-D9658EB6181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9541A2-F0B9-C067-E9B9-4B94BEBEF42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 </a:t>
            </a:r>
            <a:r>
              <a:rPr lang="en-US" altLang="zh-CN">
                <a:cs typeface="思源黑体 CN Normal" panose="020B0400000000000000" charset="-122"/>
              </a:rPr>
              <a:t>1 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标准代入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a=F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/m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503812-36DF-CA60-A327-E13362A9CBD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标准代入 标准代入 </a:t>
            </a:r>
            <a:r>
              <a:rPr lang="en-US" altLang="zh-CN" sz="1400"/>
              <a:t>• a=F</a:t>
            </a:r>
            <a:r>
              <a:rPr lang="zh-CN" altLang="en-US" sz="1400"/>
              <a:t>合</a:t>
            </a:r>
            <a:r>
              <a:rPr lang="en-US" altLang="zh-CN" sz="1400"/>
              <a:t>/m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0D0953-0BCC-01D6-693E-111597A825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DC2791-209A-5A6E-C05D-B55092C32D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D6FEA4E-803A-E5C9-3DF0-D3D501AFAF8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规范表达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步骤完整才稳定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8C1F0A-CEAE-7E51-925A-EA6AB60E678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规范表达 规范表达 </a:t>
            </a:r>
            <a:r>
              <a:rPr lang="en-US" altLang="zh-CN" sz="1400"/>
              <a:t>• </a:t>
            </a:r>
            <a:r>
              <a:rPr lang="zh-CN" altLang="en-US" sz="1400"/>
              <a:t>步骤完整才稳定</a:t>
            </a: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本章目标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本章目标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0637E8E-C571-7F38-9CB5-4DEAC222813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课堂小结：知识结构图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CEA050D-123F-50E2-8918-B31CA2A2076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本章目标</a:t>
            </a:r>
            <a:endParaRPr lang="id-ID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F006D7-1FCF-7044-5FBD-8B00807F96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1207</Words>
  <Application>Microsoft Office PowerPoint</Application>
  <PresentationFormat>宽屏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Semibold</vt:lpstr>
      <vt:lpstr>思源黑体 CN Normal</vt:lpstr>
      <vt:lpstr>Arial</vt:lpstr>
      <vt:lpstr>MiSans Demibold</vt:lpstr>
      <vt:lpstr>MiSans</vt:lpstr>
      <vt:lpstr>MiSans Medium</vt:lpstr>
      <vt:lpstr>MiSans Normal</vt:lpstr>
      <vt:lpstr>MiSans ExtraLight</vt:lpstr>
      <vt:lpstr>等线</vt:lpstr>
      <vt:lpstr>MiSans Light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15</cp:revision>
  <dcterms:created xsi:type="dcterms:W3CDTF">2022-06-02T07:27:36Z</dcterms:created>
  <dcterms:modified xsi:type="dcterms:W3CDTF">2026-07-03T02:51:19Z</dcterms:modified>
</cp:coreProperties>
</file>