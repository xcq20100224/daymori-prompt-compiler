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048B7D-CA4B-43A4-9C73-9164A183891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616F8-3DEC-4B7F-B183-FEBABEEE78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773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咖啡店选址方案现状结构图 先级重排。 图示：咖啡店选址方案现状结构图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616F8-3DEC-4B7F-B183-FEBABEEE78A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647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616F8-3DEC-4B7F-B183-FEBABEEE78A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223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616F8-3DEC-4B7F-B183-FEBABEEE78A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255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616F8-3DEC-4B7F-B183-FEBABEEE78A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052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616F8-3DEC-4B7F-B183-FEBABEEE78A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309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616F8-3DEC-4B7F-B183-FEBABEEE78A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500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咖啡店选址方案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咖啡店选址方案提案汇报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A0ADA4-3413-B3BD-38C9-E6A32AD285F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咖啡店选址方案提案汇报 咖啡店选址方案提案汇报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咖啡店选址方案的核心约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D7CE463-C314-C4FA-6F33-4A3F5331FEF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8637BB7-0385-08F1-4C52-EA7DF8DAB05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咖啡店选址方案当前在目标达成、资源配置与执行路径上存在明显瓶颈。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图示：咖啡店选址方案问题分层卡片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围绕咖啡店选址方案可将问题拆为目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咖啡店选址方案的分阶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0BE4F6-D9C6-F333-A482-1555CDC52CE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咖啡店选址方案方案建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咖啡店选址方案方案架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阶段：明确咖啡店选址方案目标与边界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完成咖啡店选址方案试点并跟踪关键指标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建议围绕咖啡店选址方案建立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D45F32-1F44-0E43-C977-D9D487B87FB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D31FD8F-9EFB-2627-B3A9-6D4DFCEA58A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EADD9AC-572F-AACD-80E2-A3B2E566B4B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AE4E83-3379-1812-9503-456C928AC10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868FCD-2709-6D4E-14B1-1B5466CA63E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Semibold</vt:lpstr>
      <vt:lpstr>等线 Light</vt:lpstr>
      <vt:lpstr>MiSans Light</vt:lpstr>
      <vt:lpstr>思源黑体 CN Normal</vt:lpstr>
      <vt:lpstr>MiSans Normal</vt:lpstr>
      <vt:lpstr>MiSans ExtraLight</vt:lpstr>
      <vt:lpstr>MiSans Medium</vt:lpstr>
      <vt:lpstr>MiSans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2026-07-08T11:19:13Z</dcterms:modified>
</cp:coreProperties>
</file>