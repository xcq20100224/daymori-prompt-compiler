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FB90E-9DA1-45AF-9A64-86AD383FC0B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A1521-DB97-4977-AD2A-B8C74C65A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93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891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9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90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5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5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1521-DB97-4977-AD2A-B8C74C65A7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87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F238FD-D245-A106-704B-09092EE9CDB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ECC2D4-F8B7-B7D5-5A6D-625AC6A700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B305B2-203E-41EA-107F-40DE56A3CC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D89B9C-3FE1-18A3-CCE3-A5A8C947F3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702558-BDFC-1A22-DA9B-75372C9C95D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2EA460-9EE3-E7DE-E2EB-5048D417DC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D07A75-0C0B-9563-22AB-01DBF9790CE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C41433-D042-491B-4CE5-8627588DBE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7179B4-FB21-9EA5-5449-6EFD5B8238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2026-07-07T08:30:16Z</dcterms:modified>
</cp:coreProperties>
</file>