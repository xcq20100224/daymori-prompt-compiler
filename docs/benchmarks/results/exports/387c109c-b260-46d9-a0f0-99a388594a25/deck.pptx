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26C9D-4CB6-4A38-8624-A0DE48D5B48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E7FE6-71CE-4826-89D3-224E271586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51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E7FE6-71CE-4826-89D3-224E2715868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215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E7FE6-71CE-4826-89D3-224E271586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05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E7FE6-71CE-4826-89D3-224E2715868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330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E7FE6-71CE-4826-89D3-224E2715868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151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E7FE6-71CE-4826-89D3-224E2715868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358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E7FE6-71CE-4826-89D3-224E271586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3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90B897-4DB3-D8F1-5CD5-3D4B5F41ABF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A353929-4B04-20E8-FDCE-ECCD34C6CC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35C223-1BDF-94C4-D1B3-D21E0C72FB4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7E6249-98A1-B09C-1E85-DF491F679AB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7F944C-5C27-407E-6DBF-DC4F3C8B0FC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24BA1E-565F-8EBD-EAAB-4A119AC3BE2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2E26E8-BC2A-863D-53AC-B2FAF777708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0B4A5D-FEFA-F8C4-7637-CDA886EEED1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2F99FF-6999-6CD5-D486-D7A0A27EB2D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Arial</vt:lpstr>
      <vt:lpstr>MiSans Semibold</vt:lpstr>
      <vt:lpstr>MiSans Light</vt:lpstr>
      <vt:lpstr>等线 Light</vt:lpstr>
      <vt:lpstr>思源黑体 CN Normal</vt:lpstr>
      <vt:lpstr>MiSans Normal</vt:lpstr>
      <vt:lpstr>MiSans ExtraLight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2026-07-08T04:47:24Z</dcterms:modified>
</cp:coreProperties>
</file>