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F20BF-2C1C-4072-9A33-E16662610AF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AD02B-40B2-443D-A1C5-993FFE1F54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27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备注：这是讲师备注，用于承接溢出文本。 观察是否能够优先放入 大文本框， 超出部分进入备注。 </a:t>
            </a:r>
            <a:r>
              <a:rPr lang="en-US" altLang="zh-CN"/>
              <a:t>• </a:t>
            </a:r>
            <a:r>
              <a:rPr lang="zh-CN" altLang="en-US"/>
              <a:t>要点三： 末尾加入行动项， 验证视觉层级是否保持 清晰。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62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备注：第二页补充说明。 </a:t>
            </a:r>
            <a:r>
              <a:rPr lang="en-US" altLang="zh-CN"/>
              <a:t>• </a:t>
            </a:r>
            <a:r>
              <a:rPr lang="zh-CN" altLang="en-US"/>
              <a:t>证据： 给出实验读数与阈值判断。 </a:t>
            </a:r>
            <a:r>
              <a:rPr lang="en-US" altLang="zh-CN"/>
              <a:t>• </a:t>
            </a:r>
            <a:r>
              <a:rPr lang="zh-CN" altLang="en-US"/>
              <a:t>行动： 给出课堂练习步骤与时间安排。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98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第一页标题：这是一个较长的标题用于验证自动缩放和换行能力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要点一：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这一段故意写得很长很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长，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用来触发自动断行逻辑，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确保不会产生明显重叠。</a:t>
            </a:r>
          </a:p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要点二：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再增加一条较长信息</a:t>
            </a:r>
            <a:r>
              <a:rPr lang="en-US" altLang="zh-CN" sz="1400">
                <a:cs typeface="思源黑体 CN Normal" panose="020B0400000000000000" charset="-122"/>
              </a:rPr>
              <a:t>...</a:t>
            </a:r>
            <a:endParaRPr lang="zh-CN" altLang="en-US" sz="1400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目标：验证正文不会被硬塞进矮文本框，检查是否自动换行并收敛字号。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掌握</a:t>
            </a:r>
            <a:r>
              <a:rPr lang="en-US" altLang="zh-CN">
                <a:cs typeface="思源黑体 CN Normal" panose="020B0400000000000000" charset="-122"/>
              </a:rPr>
              <a:t>F=ma</a:t>
            </a:r>
            <a:r>
              <a:rPr lang="zh-CN" altLang="en-US">
                <a:cs typeface="思源黑体 CN Normal" panose="020B0400000000000000" charset="-122"/>
              </a:rPr>
              <a:t>并能用于课堂例题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目标：验证多块正文在多个候选</a:t>
            </a: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框中的分配是否稳定。 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</a:t>
            </a: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结论：先结论后证据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...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195</Words>
  <Application>Microsoft Office PowerPoint</Application>
  <PresentationFormat>宽屏</PresentationFormat>
  <Paragraphs>23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2026-07-02T03:36:50Z</dcterms:modified>
</cp:coreProperties>
</file>