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95973-EBE2-4FA9-BC7A-1152438A20F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98C166-65D9-4F2A-98FB-F8C60965A4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443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98C166-65D9-4F2A-98FB-F8C60965A46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840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98C166-65D9-4F2A-98FB-F8C60965A46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471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98C166-65D9-4F2A-98FB-F8C60965A46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910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98C166-65D9-4F2A-98FB-F8C60965A46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6921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98C166-65D9-4F2A-98FB-F8C60965A46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46126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98C166-65D9-4F2A-98FB-F8C60965A46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948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B4B99FA-40D5-493F-6D1C-6B97474EEA1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8F47A92-5FB7-DE71-CCCF-FB61A9DA77A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C10C763-70CA-A2E9-F2F8-6A5FB5E19B0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0601DFE-9292-8EF1-DA35-CAFA066A3B5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5CE548A-528D-51E4-6953-181A27CD92F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01F0261-2068-B6B3-0EC0-09FE6139C79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D2A543-828B-DB1E-68A1-0CC3C40C89F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966795E-706C-DFA1-101E-73B2FE8AC2B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71EAFF6-A086-5000-401C-E2DFFB3A10F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2026-07-08T12:24:20Z</dcterms:modified>
</cp:coreProperties>
</file>