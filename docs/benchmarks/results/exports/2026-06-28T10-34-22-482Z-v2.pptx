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B5E34"/>
            </a:solidFill>
            <a:ln w="25400" cap="flat">
              <a:solidFill>
                <a:srgbClr val="8B5E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5E34"/>
              </a:solidFill>
              <a:ln w="9525" cap="flat">
                <a:solidFill>
                  <a:srgbClr val="8B5E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营收同比18%</c:v>
                  </c:pt>
                  <c:pt idx="1">
                    <c:v>毛利率环比2.3%</c:v>
                  </c:pt>
                  <c:pt idx="2">
                    <c:v>重点产品贡献62%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5</c:v>
                </c:pt>
                <c:pt idx="2">
                  <c:v>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8B5E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渠道效率差异31%</c:v>
                  </c:pt>
                  <c:pt idx="1">
                    <c:v>交付延迟21%</c:v>
                  </c:pt>
                  <c:pt idx="2">
                    <c:v>复购不足42%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21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8B5E3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企业路演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2026Q2 经营复盘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本次复盘结论与决策请求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EBDDC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关键要点：收入同比18% ｜ 利润率提升2.3% ｜ 下季聚焦高毛利产品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本页结论：本次复盘结论与决策请求；关键抓手：收入同比18%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成熟版v2-带图表季度经营复盘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目标与范围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目标：对齐口径与边界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本页结论：对齐口径与边界；关键抓手：覆盖三条业务线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覆盖三条业务线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口径按财务月结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窗口为Q2自然季度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范围图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演讲备注：先边界后数据。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成熟版v2-带图表季度经营复盘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关键数据复盘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目标：说明指标变化趋势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本页结论：说明指标变化趋势；关键抓手：营收同比18%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营收同比18%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毛利率环比2.3%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重点产品贡献62%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折线图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柱状图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演讲备注：按目标-结果-原因展开。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成熟版v2-带图表季度经营复盘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问题与对策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目标：明确问题优先级与动作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本页结论：明确问题优先级与动作；关键抓手：渠道效率差异31%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渠道效率差异31%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交付延迟21%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复购不足42%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鱼骨图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对策矩阵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演讲备注：每个问题对应动作与负责人。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成熟版v2-带图表季度经营复盘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行动计划与里程碑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目标：形成可执行闭环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本页结论：形成可执行闭环；关键抓手：30天修复渠道短板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30天修复渠道短板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60天优化交付流程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90天复购提升到35%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路线图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责任表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演讲备注：收束到时间点、责任人、验收标准。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成熟版v2-带图表季度经营复盘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成熟版v2-带图表季度经营复盘 - 企业路演</dc:title>
  <dc:subject>企业路演</dc:subject>
  <dc:creator>Daymori</dc:creator>
  <cp:lastModifiedBy>Daymori</cp:lastModifiedBy>
  <cp:revision>1</cp:revision>
  <dcterms:created xsi:type="dcterms:W3CDTF">2026-06-28T10:34:22Z</dcterms:created>
  <dcterms:modified xsi:type="dcterms:W3CDTF">2026-06-28T10:34:22Z</dcterms:modified>
</cp:coreProperties>
</file>