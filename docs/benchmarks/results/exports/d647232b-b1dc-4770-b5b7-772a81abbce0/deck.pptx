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D530CE-BB79-477A-B8A3-2EC5A2142E2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282A6-6B7E-474F-9800-96124D407E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6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282A6-6B7E-474F-9800-96124D407E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608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282A6-6B7E-474F-9800-96124D407E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502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282A6-6B7E-474F-9800-96124D407E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90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282A6-6B7E-474F-9800-96124D407E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537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282A6-6B7E-474F-9800-96124D407E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652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282A6-6B7E-474F-9800-96124D407EF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03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864F6E-FE33-30F6-22D8-9DA673163DF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39F25A4-AA05-80BE-3742-1177E5E708F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486F4E-7A95-346D-85E4-62F379F818A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D049EC-11D4-B3D2-6478-921B414576C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24FDDF-20AE-50AB-6DC5-E1DF7D0773E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2584EFE-4142-F4F7-8539-EE2AF64A7A9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FED683-126C-79A3-00F3-9BD5541B85C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3DEACC-4B53-066E-C80E-6ECF3522242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D0A991-E41C-3813-359B-EE5EF050FF1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2026-07-08T12:53:02Z</dcterms:modified>
</cp:coreProperties>
</file>