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F1A2F-2546-4A91-8D70-DAF30A983F2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7E7A4-F884-4D54-AA7A-6612134390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695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7E7A4-F884-4D54-AA7A-6612134390B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222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7E7A4-F884-4D54-AA7A-6612134390B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110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7E7A4-F884-4D54-AA7A-6612134390B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084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7E7A4-F884-4D54-AA7A-6612134390B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254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7E7A4-F884-4D54-AA7A-6612134390B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028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7E7A4-F884-4D54-AA7A-6612134390B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832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2C4043-D0ED-5798-1DDB-01B6397E55D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FA4A8FD-C009-F926-57AE-44329368031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9B10AAA-B217-6892-1C8D-B5F53147B7A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C87EFD-3D40-DB95-6668-F6D09D096AE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E72663-F390-2DA2-B888-6FAB409A208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FD75CB-0634-2760-D5C6-D3D2F8BC5AC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481E49-3069-0982-7F3C-466F6DA92CE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81B14B7-8A0C-B5F2-D007-E0C4B7CFB68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900DA3-CE5D-FCCB-F309-A8D3FDD7865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2026-07-08T11:30:28Z</dcterms:modified>
</cp:coreProperties>
</file>