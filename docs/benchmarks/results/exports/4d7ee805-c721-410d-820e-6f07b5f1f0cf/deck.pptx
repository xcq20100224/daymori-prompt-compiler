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0ED02-0A06-46A6-A483-61878245E97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473FF-20C5-49F4-8B55-C63557184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19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11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79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10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84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66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473FF-20C5-49F4-8B55-C635571843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57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287AAA-7C1B-C3A1-33C4-6FF07A456E5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19968B-30FB-C9EA-0317-78ED6C17BB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7EA67E-2D7D-D1B4-5959-4E70806C228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074799-705B-598F-7B52-43B7BFB61BC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FC8E28-56F2-5A07-D90D-9FA75E3117D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BC3B1F-1438-43F6-4B5C-021598568EC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6BC57A-9F4A-7282-D99D-BC832A687D2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A8D4C3-0504-B93C-DA3C-DCE8D62FFE0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85AED0-AD41-9E16-BA66-4C567A8991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2026-07-08T12:39:29Z</dcterms:modified>
</cp:coreProperties>
</file>