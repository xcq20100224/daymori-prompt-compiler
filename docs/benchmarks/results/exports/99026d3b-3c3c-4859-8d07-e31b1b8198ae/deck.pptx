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5CF1E7-AD64-447A-8CE0-BC284AFE12D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CA291E-BCEA-414C-BD63-DD6A008F0E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399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A291E-BCEA-414C-BD63-DD6A008F0EE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4485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A291E-BCEA-414C-BD63-DD6A008F0EE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490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A291E-BCEA-414C-BD63-DD6A008F0EE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661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A291E-BCEA-414C-BD63-DD6A008F0EE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938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A291E-BCEA-414C-BD63-DD6A008F0EE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073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A291E-BCEA-414C-BD63-DD6A008F0EE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932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3DA938-EDC3-B883-4B3E-A7AA5968744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13B7E75-B6DB-3633-A61A-914B7788EB4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0483B05-2E92-9F97-1BB4-703F0865B6A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1965B3-2E44-0331-520E-B983293765E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1165713-41E5-F6C4-3767-99814A58788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F7412F-9D6D-CD99-933B-A0C6E7A9EB1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934993-DB8D-1601-5653-AA03ACB1AD9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FB496DB-EA3D-9EF1-3F32-FF6126B0F7A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68529B3-75E8-9B67-8DCC-E757ACFEB09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2026-07-08T12:49:48Z</dcterms:modified>
</cp:coreProperties>
</file>