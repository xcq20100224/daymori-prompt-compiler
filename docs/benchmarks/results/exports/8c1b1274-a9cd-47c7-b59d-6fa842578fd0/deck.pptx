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3FA6B0-6053-4137-9D20-0E6F88F99C5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71617-CBDD-4F72-B4BE-C0931E853D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963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71617-CBDD-4F72-B4BE-C0931E853D5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034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71617-CBDD-4F72-B4BE-C0931E853D5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269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71617-CBDD-4F72-B4BE-C0931E853D5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2932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71617-CBDD-4F72-B4BE-C0931E853D5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2559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71617-CBDD-4F72-B4BE-C0931E853D5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719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71617-CBDD-4F72-B4BE-C0931E853D5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60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4DD10CC-FB29-2B45-481D-0BBAE27F06F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90CC1AB-7734-BCA8-5906-BD6ECFDD03E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1B90660-22CA-9829-5C03-EE02B737A5F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A9AB519-2E10-BDA8-3F09-C7776905EE3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70B4467-D878-CBE7-E819-53BEA7E0D8C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2C16AD1-E931-353B-4C64-6B800DDF30C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76E3C1-1FE7-44E9-4ABE-87462299D97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9EAC6A7-A0D1-803A-16DD-ED2602C8414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08B0E2-256E-F6AB-C9C6-0A641009D1C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9875ACC-72AB-48A9-676B-C86FC29DCCA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9C05AC1-8BA0-5E9C-0243-E021CA0A716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11ABEBA-26C8-2382-03BE-C80D8D44196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F96D7BA-1075-084B-41A0-B94CACEF896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AC8B592-FBFB-BB23-A81A-3216A2BF9F0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38E7526-A2D7-2AF6-E66C-298A21C4EFF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F9D3F82-186C-BE38-34FF-F7F9E57709C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2026-07-08T14:07:55Z</dcterms:modified>
</cp:coreProperties>
</file>