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87BF1-0849-4A89-A11F-179DE55A198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4A1E2-44DB-428A-B35D-4F89C9459F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10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4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670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027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416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166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697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627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4A1E2-44DB-428A-B35D-4F89C9459F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04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RAG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系统性能优化学习动机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2026-07-02T05:28:14Z</dcterms:modified>
</cp:coreProperties>
</file>