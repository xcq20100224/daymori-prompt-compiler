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初中英语课堂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导入：现在完成时为什么重要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建立现在完成时学习动机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本页结论：建立现在完成时学习动机；关键抓手：结论：先明确问题场景再进入知识点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现在完成时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现在完成时 - 初中英语课堂</dc:title>
  <dc:subject>初中英语课堂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