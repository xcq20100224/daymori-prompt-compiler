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4CAFF0-2E20-49A7-B41F-28BA8D8DD59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89F8B-5203-48DB-B891-983BCEC746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26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89F8B-5203-48DB-B891-983BCEC7466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693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89F8B-5203-48DB-B891-983BCEC7466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929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89F8B-5203-48DB-B891-983BCEC7466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155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89F8B-5203-48DB-B891-983BCEC7466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801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89F8B-5203-48DB-B891-983BCEC7466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658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89F8B-5203-48DB-B891-983BCEC7466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15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F1E8E8-5DCD-04A8-000D-8F0A877F8E5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ECE6AE-BF33-FB47-2F23-84801C8019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9E44C6-F2EC-AB6E-2198-8E116E5487A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892043-CFF3-B3B2-933D-6632EEBC814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0E190D-EEFE-66D0-4B80-F18262DEA47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F9BDAE-4937-868E-5710-D497109829F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9B7EE03-5DF1-FCEF-0669-03F1EFCC8B4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2DB32D-0A86-03B9-1223-2B84A5632BD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3AEC48-93E7-261E-846A-1EB59EF9FD3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2026-07-07T08:17:42Z</dcterms:modified>
</cp:coreProperties>
</file>