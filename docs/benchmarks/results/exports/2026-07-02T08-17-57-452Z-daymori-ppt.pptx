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495C5-320A-4EF0-891E-3899DDB7134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99288-1C09-40F1-8E66-11CC90B9C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0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99288-1C09-40F1-8E66-11CC90B9CB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676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99288-1C09-40F1-8E66-11CC90B9CB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68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99288-1C09-40F1-8E66-11CC90B9CB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377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99288-1C09-40F1-8E66-11CC90B9CB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818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99288-1C09-40F1-8E66-11CC90B9CB4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688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99288-1C09-40F1-8E66-11CC90B9CB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99288-1C09-40F1-8E66-11CC90B9CB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273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99288-1C09-40F1-8E66-11CC90B9CB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45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导入：私域留资漏斗优化为什么重要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建立私域留资漏斗优化学习动机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949544C-4329-FC58-ED1F-E84F9B3FF1C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2026-07-02T08:17:37Z</dcterms:modified>
</cp:coreProperties>
</file>