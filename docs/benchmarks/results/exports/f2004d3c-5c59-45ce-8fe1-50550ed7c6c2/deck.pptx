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A52C0-459F-47E7-AD60-C8B108C7BBC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CB9EE-59A7-4ACB-BFC6-DBC4BBC230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6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B9EE-59A7-4ACB-BFC6-DBC4BBC230D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56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B9EE-59A7-4ACB-BFC6-DBC4BBC230D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20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B9EE-59A7-4ACB-BFC6-DBC4BBC230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35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B9EE-59A7-4ACB-BFC6-DBC4BBC230D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970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B9EE-59A7-4ACB-BFC6-DBC4BBC230D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1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B9EE-59A7-4ACB-BFC6-DBC4BBC230D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1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E854A1-6C40-4BBB-E92C-D2C73527D5A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59B93A1-CE2D-464A-3972-AA095C5433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6935D1-3524-4F29-5846-236BDF276D3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D11843-AB61-3C29-5134-7713B4522FD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DFFD0C-89B5-AB36-D9B6-B9B32B4F77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F91F89-108D-1FA3-8720-1604BACF4CC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BFF6E2-BEBF-F420-8392-B22E175E42F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1AF8E5-A715-9124-9156-011BC82DE5D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275881-1E7B-4BB7-FDF4-3F81826EC9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2026-07-08T05:18:42Z</dcterms:modified>
</cp:coreProperties>
</file>