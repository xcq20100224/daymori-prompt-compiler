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5E760C-9CD7-462F-9522-A8F0E75DF38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FF5CC-CAA6-46C8-9C62-71DD9B7799A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179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FF5CC-CAA6-46C8-9C62-71DD9B7799A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555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FF5CC-CAA6-46C8-9C62-71DD9B7799A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735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FF5CC-CAA6-46C8-9C62-71DD9B7799A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4420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FF5CC-CAA6-46C8-9C62-71DD9B7799A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7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FF5CC-CAA6-46C8-9C62-71DD9B7799A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2534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FF5CC-CAA6-46C8-9C62-71DD9B7799A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306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45E195-2AD9-86F2-8A2A-B49D23156565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B11CB20-B1DD-2FBC-3865-6D488674D32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2502F12-1BF3-41F6-345F-F8157461C82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6E4546-373D-7182-FAB5-833F0F7C998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EE4B061-BA72-7238-8AEA-E3406A81AE3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021EAEB-5773-8219-B1DB-5FC40C296B8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B9157D-34EB-46AD-189C-BC1A9B31292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9A833A-948E-B7A2-E4F1-10AB725A180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DAF624-0438-BB78-29C5-ABE582A8AF5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ExtraLight</vt:lpstr>
      <vt:lpstr>等线 Light</vt:lpstr>
      <vt:lpstr>MiSans Semibold</vt:lpstr>
      <vt:lpstr>Arial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2026-07-09T02:29:03Z</dcterms:modified>
</cp:coreProperties>
</file>