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FA84F-1D96-4C77-8AA0-778E4EA9B01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B9A32-E616-4437-A96C-7417C6489C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9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9A32-E616-4437-A96C-7417C6489C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82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9A32-E616-4437-A96C-7417C6489C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35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9A32-E616-4437-A96C-7417C6489C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01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9A32-E616-4437-A96C-7417C6489C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901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9A32-E616-4437-A96C-7417C6489C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3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9A32-E616-4437-A96C-7417C6489C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61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15F98D-A9A5-0B05-1617-22C9EA89686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8234ADD-F831-A212-A165-56CAAE2019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4252B1-5F35-850D-164C-04A40E2FA1C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E12491-3ED3-3CE2-0D34-B966DBD2D65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DE4ACF-C11D-7BA7-85CD-572DFF74EDE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1C2457-3759-161B-1D69-E90ED3E251F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2A14AF0-7453-A84D-8F16-A3E067E572D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B26AC3-334B-BFD2-542D-7206506779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45D1B6-9C4F-FCDE-6358-EC5A1B180F6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2026-07-08T13:08:25Z</dcterms:modified>
</cp:coreProperties>
</file>