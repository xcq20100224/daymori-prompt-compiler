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3C6E8-C9DE-430A-87D0-725F79FEA56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CB38E-BDAB-4554-A89B-B462BF0C0D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7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2CB38E-BDAB-4554-A89B-B462BF0C0D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303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2CB38E-BDAB-4554-A89B-B462BF0C0D7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811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2CB38E-BDAB-4554-A89B-B462BF0C0D7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410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2CB38E-BDAB-4554-A89B-B462BF0C0D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85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2CB38E-BDAB-4554-A89B-B462BF0C0D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607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2CB38E-BDAB-4554-A89B-B462BF0C0D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810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EAFFE8-8440-A758-D618-36E12A234FC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1ED2469-09A6-7435-1265-B3ADFE6B273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B612BFA-F18F-E848-BA18-35E0BC85D68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C1735B-A2B1-77F8-438D-ADA380307BE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9BEC0C-13AD-52EB-4DCC-1BA50BFA422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266950-7AFD-A86B-5CBF-D7C7A027079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CED67B-C3B2-62DB-7494-D433AF25605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5949D88-F7D3-C0B3-627D-EA734882F1E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6710E9-6108-76B7-E151-D1B1645FE11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2026-07-08T12:31:29Z</dcterms:modified>
</cp:coreProperties>
</file>