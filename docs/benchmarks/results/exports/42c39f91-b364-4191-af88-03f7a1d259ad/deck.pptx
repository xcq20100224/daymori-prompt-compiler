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245A7A-C449-43F4-94B5-E1C8B3C5AAC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9EA266-86AA-4593-AE21-F4165349D3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946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9EA266-86AA-4593-AE21-F4165349D3E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61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9EA266-86AA-4593-AE21-F4165349D3E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65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9EA266-86AA-4593-AE21-F4165349D3E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479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9EA266-86AA-4593-AE21-F4165349D3E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145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9EA266-86AA-4593-AE21-F4165349D3E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9499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9EA266-86AA-4593-AE21-F4165349D3E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665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14448A2-ED4F-A942-2624-32A75D7A222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101F6CC-F6D8-A93A-7D22-6D4E9FAC06F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DF3DF80-23BB-8C3D-EA20-D06EB22C800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923B0F-A9DA-DC20-8444-5FA1A8FF939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4383CA3-054E-5B31-7779-D2E39CB47AE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32422B0-004B-9E7A-6809-A0BF3EFC587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7711EF-D95B-6D57-D5D0-B3265A0DB1F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E9C8044-BB7E-92B7-F228-EC37192F706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14F1E9-9911-F1C1-0F55-E90B90F652E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MiSans ExtraLight</vt:lpstr>
      <vt:lpstr>MiSans Light</vt:lpstr>
      <vt:lpstr>等线</vt:lpstr>
      <vt:lpstr>MiSans Semibold</vt:lpstr>
      <vt:lpstr>等线 Light</vt:lpstr>
      <vt:lpstr>思源黑体 CN Normal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2026-07-08T12:08:47Z</dcterms:modified>
</cp:coreProperties>
</file>