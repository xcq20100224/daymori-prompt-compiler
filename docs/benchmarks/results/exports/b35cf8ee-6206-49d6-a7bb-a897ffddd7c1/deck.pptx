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3A64C-673F-4D67-A4F8-8C6351213FA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B9669-AA86-42A0-9994-A2ACD4E0B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385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B9669-AA86-42A0-9994-A2ACD4E0B1F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941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B9669-AA86-42A0-9994-A2ACD4E0B1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1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B9669-AA86-42A0-9994-A2ACD4E0B1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074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B9669-AA86-42A0-9994-A2ACD4E0B1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052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B9669-AA86-42A0-9994-A2ACD4E0B1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956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B9669-AA86-42A0-9994-A2ACD4E0B1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900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9C8994-25B8-BCA4-D254-6A035071D52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048D573-0A19-6F71-8C9F-60B893699E4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4DA8AD5-A87C-55BC-FD68-A112AB6922C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F7089E-6B4C-EB10-AE9A-614A2F1B901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0CF892-4A7D-19D1-258D-38763F5244F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E43D82-89D0-A143-05FB-2EDB5D59DD0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18C50D-CCE9-48E5-1970-6B5D3EA27AF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CC13CA-D9E7-28A6-DDED-BC8DD0A8FF7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D6E9BD-1E4C-9728-8280-26F1F4DE57A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MiSans Semibold</vt:lpstr>
      <vt:lpstr>等线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2026-07-09T02:18:22Z</dcterms:modified>
</cp:coreProperties>
</file>