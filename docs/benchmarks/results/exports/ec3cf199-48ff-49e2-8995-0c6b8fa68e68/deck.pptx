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86E1F-24EF-48ED-ADC0-67171CFD4027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B82BB-1C1A-47E4-A8AB-8663FE92B3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054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4B82BB-1C1A-47E4-A8AB-8663FE92B33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327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4B82BB-1C1A-47E4-A8AB-8663FE92B33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805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4B82BB-1C1A-47E4-A8AB-8663FE92B33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721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4B82BB-1C1A-47E4-A8AB-8663FE92B33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900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4B82BB-1C1A-47E4-A8AB-8663FE92B33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420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4B82BB-1C1A-47E4-A8AB-8663FE92B33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780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EA3120B-69C4-D4BD-34A6-1748CA92781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7BEA311-C408-AFA9-7777-34BC232CC54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1C6BB31-CE15-586B-BAC2-7193BA7514C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128850-28A1-C2A7-7C74-B1291CE4D6B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0FA864C-9D31-FCCB-311D-5261A213014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32C26C0-77BC-5CFE-B9DC-4637ECA94CC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41A7314-3FA5-3B67-1E53-EE76CA2B2C0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6CD73F9-9253-A6E9-6178-667AEAD56F3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72A64A-7EF3-DFC5-BE90-1C63FDCB045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2026-07-07T08:28:18Z</dcterms:modified>
</cp:coreProperties>
</file>