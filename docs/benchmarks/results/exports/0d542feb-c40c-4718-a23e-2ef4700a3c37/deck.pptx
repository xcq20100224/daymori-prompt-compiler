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475C2-7510-4308-A26B-4D97249F9C1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F463A-FF6E-44FD-962A-B6F93F9714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048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463A-FF6E-44FD-962A-B6F93F9714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351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463A-FF6E-44FD-962A-B6F93F9714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45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463A-FF6E-44FD-962A-B6F93F9714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61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463A-FF6E-44FD-962A-B6F93F9714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706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463A-FF6E-44FD-962A-B6F93F9714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655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463A-FF6E-44FD-962A-B6F93F9714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48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E188F9-B703-19E9-0010-35D8FCCAFC4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871FCFD-7E86-2E50-A07D-81916736073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24200B-2C58-275E-74FC-53EF9650BB4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D870DE-AE1F-B11A-1135-1BB9C1744F2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2331C6-966C-D038-87C7-69E458981EC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7FC225-1289-590A-F98B-2ED4C0EF270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47573B-AD98-C81C-C63D-AF60E42346B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B919E7-6599-3E7B-A700-F934F96EE86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F5D64D-DB0D-1129-1ECE-A0997034D3F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2026-07-08T10:23:55Z</dcterms:modified>
</cp:coreProperties>
</file>