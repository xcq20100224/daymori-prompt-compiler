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8A2257-A69B-44D6-A017-70A6C488F59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50AD4-F8B7-490C-A1BD-B1122A517F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1871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核心</a:t>
            </a:r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50AD4-F8B7-490C-A1BD-B1122A517F1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7286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ABTest1_1783519260466</a:t>
            </a:r>
            <a:r>
              <a:rPr lang="zh-CN" altLang="en-US"/>
              <a:t>现状结构图 效率与可持续性将同步承压，需要先完成问题分层与优先级重排。 图示： </a:t>
            </a:r>
            <a:r>
              <a:rPr lang="en-US" altLang="zh-CN"/>
              <a:t>ABTest1_1783519260466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50AD4-F8B7-490C-A1BD-B1122A517F1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6143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ABTest1_1783519260466</a:t>
            </a:r>
            <a:r>
              <a:rPr lang="zh-CN" altLang="en-US"/>
              <a:t>问题分层卡片 义、流程协同、 执行能力与反馈闭环四个层面。 先聚焦高频高影响环节， 再逐步覆盖复杂场景， 可显著降低试点风险。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50AD4-F8B7-490C-A1BD-B1122A517F1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3275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ABTest1_1783519260466</a:t>
            </a:r>
            <a:r>
              <a:rPr lang="zh-CN" altLang="en-US"/>
              <a:t>方案架构图 验证”三层架构， 先完成基线与关键能力 建设， 再通过迭代机制优化质 量， 形成可复制的执行闭环。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50AD4-F8B7-490C-A1BD-B1122A517F1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28764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50AD4-F8B7-490C-A1BD-B1122A517F1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59696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50AD4-F8B7-490C-A1BD-B1122A517F1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15316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50AD4-F8B7-490C-A1BD-B1122A517F1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3514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ABTest1_1783519260466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ABTest1_1783519260466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提案汇报 内容由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ABTest1_178</a:t>
            </a:r>
          </a:p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3519260466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的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038ADAF-54C3-B10F-2AE4-985EFC3AA12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ABTest1_1783519260466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当前在目标达成、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资源配置与执行路径上存在明显瓶颈。若继续沿用现有方式，成本、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ABTest1_17835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19260466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问题分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ABTest1_178351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9260466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可将问题拆为目标定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ABTest1_17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8351926046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6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…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8351926046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6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8351926046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6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ABTest1_178351926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ABTest1_178351926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ABTest1_1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783519260466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ED19CC4-7BA0-246E-F284-BC1E2B85E43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07D37BA-717D-D6CE-9BDA-E3B57A3E06E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A38B617-D3C8-528A-189C-298E2BC65BD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656DC19-CA2B-2F75-C42C-14DA5F8D3AB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C3BA460-42E7-6AF3-BD24-C1047DA400C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439</Words>
  <Application>Microsoft Office PowerPoint</Application>
  <PresentationFormat>宽屏</PresentationFormat>
  <Paragraphs>84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思源黑体 CN Normal</vt:lpstr>
      <vt:lpstr>Arial</vt:lpstr>
      <vt:lpstr>MiSans Medium</vt:lpstr>
      <vt:lpstr>MiSans Normal</vt:lpstr>
      <vt:lpstr>等线</vt:lpstr>
      <vt:lpstr>等线 Light</vt:lpstr>
      <vt:lpstr>MiSans</vt:lpstr>
      <vt:lpstr>MiSans Demibold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2026-07-08T14:04:01Z</dcterms:modified>
</cp:coreProperties>
</file>