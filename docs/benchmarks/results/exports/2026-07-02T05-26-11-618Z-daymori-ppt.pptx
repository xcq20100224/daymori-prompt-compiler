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E3075-8EEB-46D4-80F6-7E4A21FC847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772C3-8AC0-4F15-A0A9-12D0D50124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7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042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36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05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1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478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36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549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72C3-8AC0-4F15-A0A9-12D0D50124F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039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2026-07-02T05:26:11Z</dcterms:modified>
</cp:coreProperties>
</file>