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E75C79-65A4-47F3-9169-AB536A75860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7D90F-273B-42AD-A411-F1B990903C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168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客户留存提升方案现状结构图 先级重排。 图示：客户留存提升方案现状结构图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7D90F-273B-42AD-A411-F1B990903C4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903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7D90F-273B-42AD-A411-F1B990903C4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548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7D90F-273B-42AD-A411-F1B990903C4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586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7D90F-273B-42AD-A411-F1B990903C4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961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7D90F-273B-42AD-A411-F1B990903C4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978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7D90F-273B-42AD-A411-F1B990903C4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930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客户留存提升方案提案汇报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E41A6C0-C06A-01DB-A817-2D4B6933853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客户留存提升方案提案汇报 客户留存提升方案提案汇报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客户留存提升方案的核心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896763C-08D5-2666-2577-FA75142AF45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DABC2B4-4DEB-B0DC-50E9-15FB457D1F9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客户留存提升方案当前在目标达成、资源配置与执行路径上存在明显瓶颈。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图示：客户留存提升方案问题分层卡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围绕客户留存提升方案可将问题拆为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客户留存提升方案的分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2E9667-43AB-AA0C-3D32-BBB01AA8C8E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阶段：明确客户留存提升方案目标与边界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完成客户留存提升方案试点并跟踪关键指标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建议围绕客户留存提升方案建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7905018-FBCA-1643-B1C8-FB4B551A0A8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6CF62A0-6335-BB81-85FE-F05B764B581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8039329-4379-5806-1A1C-95215F79949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BC0A737-0DAA-7326-6545-7C5D4AB8F1F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8E24386-69C6-BDB0-B0F6-283993F9733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596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2026-07-08T10:19:28Z</dcterms:modified>
</cp:coreProperties>
</file>