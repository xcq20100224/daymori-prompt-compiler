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677EB-A16A-4EF8-B096-5D223343492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7CC08-9B4E-426E-8AF2-517018EEA9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968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7CC08-9B4E-426E-8AF2-517018EEA9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36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7CC08-9B4E-426E-8AF2-517018EEA9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290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7CC08-9B4E-426E-8AF2-517018EEA9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80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7CC08-9B4E-426E-8AF2-517018EEA9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733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7CC08-9B4E-426E-8AF2-517018EEA9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269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7CC08-9B4E-426E-8AF2-517018EEA9C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827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47D0CD-749A-E042-FAF6-F57814C09F8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FD999A5-D82A-C2B6-B23B-00D121DD510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7EA975-065E-74F3-23B9-A37CB2399D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3AB9E6-5DDC-2C19-EDF6-B8D67E8A2E3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086F33-FFFF-8BD3-98CF-CD0689148A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D6D9F6-65CE-220A-9EFC-DEECE38171F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48538B-9CD4-962C-CC58-EDC534DE64A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C5B03A-8820-E147-38EE-0E26273B552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E6AEE2-E4D1-16A4-680F-7D57F285FC6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思源黑体 CN Normal</vt:lpstr>
      <vt:lpstr>MiSans Medium</vt:lpstr>
      <vt:lpstr>MiSans Normal</vt:lpstr>
      <vt:lpstr>MiSans</vt:lpstr>
      <vt:lpstr>MiSans Demibold</vt:lpstr>
      <vt:lpstr>Arial</vt:lpstr>
      <vt:lpstr>MiSans ExtraLight</vt:lpstr>
      <vt:lpstr>MiSans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2026-07-09T04:18:48Z</dcterms:modified>
</cp:coreProperties>
</file>