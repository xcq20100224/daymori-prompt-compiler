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78F1DC-3DA3-4C67-A183-9EC99BF66282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B4ECB4-ACDB-45CD-84DC-100E68A90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879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4ECB4-ACDB-45CD-84DC-100E68A9018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326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4ECB4-ACDB-45CD-84DC-100E68A9018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6768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4ECB4-ACDB-45CD-84DC-100E68A9018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57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4ECB4-ACDB-45CD-84DC-100E68A9018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4279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4ECB4-ACDB-45CD-84DC-100E68A9018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909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4ECB4-ACDB-45CD-84DC-100E68A9018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692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8723FB8-4DBF-E1B3-FF83-193C1E61925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684018C-F06F-4FD9-2DF4-E8AC9A2DE90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3544E20-6737-2F34-82AC-1780B005AD5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E9421D-2842-3E39-62BD-3449140BC35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A158015-1520-DD04-73F9-D558A28E4A9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F4898A8-4993-128F-A482-10CAFD67306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282ADA1-F3E8-6175-AE99-70C9E7BEA5F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2AFBD88-B464-6853-ED3D-45433F91610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5AB61E4-DFC3-E116-D78E-65F5A640FEC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2026-07-09T02:44:54Z</dcterms:modified>
</cp:coreProperties>
</file>