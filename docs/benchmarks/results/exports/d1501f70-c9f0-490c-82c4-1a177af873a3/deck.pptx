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91140-9606-4B85-B7F9-992F3FD4C6D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2EB96-E112-4EA7-AB14-FC2572DB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44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39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4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3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530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00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2EB96-E112-4EA7-AB14-FC2572DB0B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6372F5-4D9D-87C7-7834-69EB9EB4754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47E54C-96D9-4CD4-317F-2DCA24ABA43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AC6F7D-EA37-1DD7-17E1-CE436B4FCDE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14548E-707A-64FE-5096-6697471F9F9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9E9727-04D0-AABD-56A8-FC21A12AA3C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D0EE84-EEB7-0E1C-312A-C257B19F9D3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E8E813-905B-33B0-5183-AB0322C588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FE8BCC-5748-4E30-9DBB-0BC0C4499C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4E8B9D-036D-A682-418E-F473761F0C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Semibold</vt:lpstr>
      <vt:lpstr>等线 Light</vt:lpstr>
      <vt:lpstr>MiSans Light</vt:lpstr>
      <vt:lpstr>思源黑体 CN Normal</vt:lpstr>
      <vt:lpstr>MiSans Normal</vt:lpstr>
      <vt:lpstr>MiSans ExtraLight</vt:lpstr>
      <vt:lpstr>MiSans Medium</vt:lpstr>
      <vt:lpstr>MiSans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2026-07-08T11:59:25Z</dcterms:modified>
</cp:coreProperties>
</file>