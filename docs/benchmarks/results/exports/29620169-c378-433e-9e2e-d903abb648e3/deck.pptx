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D430E-C873-47E5-AC7D-2952676D091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76720-9092-4FB1-8727-AAECDA1277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76720-9092-4FB1-8727-AAECDA1277B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063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76720-9092-4FB1-8727-AAECDA1277B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652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76720-9092-4FB1-8727-AAECDA1277B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50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76720-9092-4FB1-8727-AAECDA1277B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60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76720-9092-4FB1-8727-AAECDA1277B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835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76720-9092-4FB1-8727-AAECDA1277B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577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63D0E9-0709-31AD-FD80-CBE8B9DE420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EBFBAC8-045A-E8D4-841B-E560DC0E3B9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B02E682-24E2-A903-6155-477F582FA22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BEB39E-BE23-65F5-6C12-75D51F9509C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86A81A-CA05-E5B4-60A6-6665E41AF91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A2B173-F145-F23A-A3D4-13F90E50214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EB096B-C530-3811-D44D-8EC447CDE08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10D4B5-DA56-EC8E-A1E8-2EC828C30A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6F2EA2-C777-590A-6F23-7832F7AED3F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2026-07-08T12:06:08Z</dcterms:modified>
</cp:coreProperties>
</file>