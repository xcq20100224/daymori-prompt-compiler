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96C94-3C6A-4A41-B8CD-B6A81DA8E0B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5B74C-8007-4022-B277-18E130A3B2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10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B74C-8007-4022-B277-18E130A3B2F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484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B74C-8007-4022-B277-18E130A3B2F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881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B74C-8007-4022-B277-18E130A3B2F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315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B74C-8007-4022-B277-18E130A3B2F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04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B74C-8007-4022-B277-18E130A3B2F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711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B74C-8007-4022-B277-18E130A3B2F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947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2C54F1-A980-9531-A75B-F45723CD2BE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328E137-7051-187F-B9D3-A44CD82DAF3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15E2CD-D7B6-B809-3FFD-BD926E79C70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4715DF-6F01-6388-3249-05352DE6B30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33A5AA-7541-1551-6289-9F7BA8414A9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E9CA6D0-8823-A2EE-FBE9-2C3C8DBD2FC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C7CEA1F-C33B-BE33-639F-754B8B7CB95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6DC3927-01E4-944C-61E4-DFF384D850F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7ABD2FB-4BED-AFE8-DE72-A5755A97230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2026-07-08T12:36:26Z</dcterms:modified>
</cp:coreProperties>
</file>