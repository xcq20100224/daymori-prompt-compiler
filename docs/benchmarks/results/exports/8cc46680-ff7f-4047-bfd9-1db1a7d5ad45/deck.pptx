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46379-A62A-4618-A93A-895EBAEA42D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ADFF5-02FE-429E-9562-47AF165E7F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661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360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276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326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037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754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ADFF5-02FE-429E-9562-47AF165E7FC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887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C2D4CAA-A125-C3C1-F060-4900E65C324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6E2598E-4E2E-AD52-7B8B-89263D3816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2FBC26-C0B1-887D-FF99-FDDE318384A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05AE42-AEEB-1018-5956-4A25B0828D8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368F072-5D97-7A54-E520-EB45438A061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BCC722-5CF2-EF05-01F5-9BE6536DDF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A941AE-9702-94C9-6DEC-1BF2F5C03D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1FC1737-890D-DA2F-C30E-6E7A251354C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D12F78F-7F8F-6F50-F6AB-0D909A9ED78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2026-07-08T12:32:05Z</dcterms:modified>
</cp:coreProperties>
</file>