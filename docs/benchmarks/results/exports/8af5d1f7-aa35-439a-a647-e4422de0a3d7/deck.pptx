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453E3-D2D4-44DA-AFD0-8DB03B83DE1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AA256-5D8F-4F9D-8E24-60BD0B8C7E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663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5AA256-5D8F-4F9D-8E24-60BD0B8C7E2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83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复盘改进”四段流程， 先治理长链路节点， 再提升跨部门协同效率。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5AA256-5D8F-4F9D-8E24-60BD0B8C7E2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44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5AA256-5D8F-4F9D-8E24-60BD0B8C7E2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453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5AA256-5D8F-4F9D-8E24-60BD0B8C7E2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288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5AA256-5D8F-4F9D-8E24-60BD0B8C7E2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952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5AA256-5D8F-4F9D-8E24-60BD0B8C7E2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207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客服降本增效方案提案汇报：聚焦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验证路径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DD5575-E84D-EFDC-C018-42FA5F933A5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客服降本增效方案提案汇报：聚焦</a:t>
            </a:r>
            <a:r>
              <a:rPr lang="en-US" altLang="zh-CN" sz="1400"/>
              <a:t>ROI</a:t>
            </a:r>
            <a:r>
              <a:rPr lang="zh-CN" altLang="en-US" sz="1400"/>
              <a:t>验证路径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客服降本增效方案提案汇报：聚焦</a:t>
            </a:r>
            <a:r>
              <a:rPr lang="en-US" altLang="zh-CN" sz="1400"/>
              <a:t>ROI</a:t>
            </a:r>
            <a:r>
              <a:rPr lang="zh-CN" altLang="en-US" sz="1400"/>
              <a:t>验证路径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57785C6-8E97-65DF-F648-806C901394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24469C3-CAD3-A39A-BB4D-6038A58AC10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客服降本增效方案当前瓶颈集中在知识检索精度与多系统联动效率，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导致自动化能力难以稳定释放。需要先完成数据治理和接口标准化。 图示：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入口分流、任务路由、协同审批、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5B3BA4-1E3A-61DB-D435-57AD3CD9E21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阶段：锁定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客服降本增效方案的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口径与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在高频场景上线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客服降本增效方案并对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阶段：按收益优先级扩展至更多场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9878E5-D51A-9B9B-8202-BB864BF2FDC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7102B2-9DBA-EA0D-123F-1A4FEDE9319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EB853A7-BBAE-70BF-BB8E-2BE0A4DB93D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2E325E-5BEB-2938-3177-D53F41B7565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673597-003F-A981-71D5-397291DCC4C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511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2026-07-09T04:51:02Z</dcterms:modified>
</cp:coreProperties>
</file>