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8F69B-8F2A-4ADA-8C5E-B2D3BA56660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2EA67-DB0F-4732-8553-3A72ACF600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1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2EA67-DB0F-4732-8553-3A72ACF600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366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2EA67-DB0F-4732-8553-3A72ACF600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990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2EA67-DB0F-4732-8553-3A72ACF600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723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2EA67-DB0F-4732-8553-3A72ACF600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563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2EA67-DB0F-4732-8553-3A72ACF600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930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2EA67-DB0F-4732-8553-3A72ACF600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287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94324D-20EE-9B5C-4047-475582D3F76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A9424A-95D0-D0C2-E39B-68A8FDB904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FD1A430-ED67-E197-3767-1A56DBF154A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F6FA54-19F7-7FA2-171A-FC7B4429B57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3AA0D3-21F4-DA58-73A4-C257F86C084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B0E415-A4B5-9E43-07A6-61E2CDB3655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51B30A-BEA2-F086-55F7-3ADB154B80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AB9AE-F68F-6EC3-BF43-7507BB70F48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D13E17-815E-0AD0-94BC-C9CB2B8398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2026-07-08T10:46:34Z</dcterms:modified>
</cp:coreProperties>
</file>