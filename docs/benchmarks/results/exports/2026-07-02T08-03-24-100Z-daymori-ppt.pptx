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BDA7CD-C565-4851-B405-E9347AC5EF01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307EB1-5DD2-401A-9A60-55864A3CDD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842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307EB1-5DD2-401A-9A60-55864A3CDD6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57144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307EB1-5DD2-401A-9A60-55864A3CDD6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0305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307EB1-5DD2-401A-9A60-55864A3CDD6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771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307EB1-5DD2-401A-9A60-55864A3CDD6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5517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307EB1-5DD2-401A-9A60-55864A3CDD6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7217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307EB1-5DD2-401A-9A60-55864A3CDD6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7899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307EB1-5DD2-401A-9A60-55864A3CDD6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4264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307EB1-5DD2-401A-9A60-55864A3CDD6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3806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导入：光合作用为什么重要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建立光合作用学习动机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72F3C70-EEAF-CC57-2A6F-51C6633E42C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261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Medium</vt:lpstr>
      <vt:lpstr>MiSans Normal</vt:lpstr>
      <vt:lpstr>等线 Light</vt:lpstr>
      <vt:lpstr>Arial</vt:lpstr>
      <vt:lpstr>MiSans Demibold</vt:lpstr>
      <vt:lpstr>MiSans</vt:lpstr>
      <vt:lpstr>MiSans ExtraLight</vt:lpstr>
      <vt:lpstr>MiSans Light</vt:lpstr>
      <vt:lpstr>MiSans Semibold</vt:lpstr>
      <vt:lpstr>思源黑体 CN Normal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2026-07-02T08:03:00Z</dcterms:modified>
</cp:coreProperties>
</file>