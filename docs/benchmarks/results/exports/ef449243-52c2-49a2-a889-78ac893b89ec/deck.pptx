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396EAE"/>
            </a:solidFill>
            <a:ln w="25400" cap="flat">
              <a:solidFill>
                <a:srgbClr val="396E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96EAE"/>
              </a:solidFill>
              <a:ln w="9525" cap="flat">
                <a:solidFill>
                  <a:srgbClr val="396E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随着咨询量、售后问题和服...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396E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售前咨询、订单状态、退换...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396EAE"/>
            </a:solidFill>
            <a:ln w="25400" cap="flat">
              <a:solidFill>
                <a:srgbClr val="396E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96EAE"/>
              </a:solidFill>
              <a:ln w="9525" cap="flat">
                <a:solidFill>
                  <a:srgbClr val="396E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第1阶段梳理高频问题并建...</c:v>
                  </c:pt>
                  <c:pt idx="1">
                    <c:v>第2阶段接入客服系统并灰...</c:v>
                  </c:pt>
                  <c:pt idx="2">
                    <c:v>第3阶段根据命中率持续优...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396EAE"/>
            </a:solidFill>
            <a:ln w="25400" cap="flat">
              <a:solidFill>
                <a:srgbClr val="396E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96EAE"/>
              </a:solidFill>
              <a:ln w="9525" cap="flat">
                <a:solidFill>
                  <a:srgbClr val="396E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试点阶段建议重点跟踪 A...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396EAE"/>
            </a:solidFill>
            <a:ln w="25400" cap="flat">
              <a:solidFill>
                <a:srgbClr val="396E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96EAE"/>
              </a:solidFill>
              <a:ln w="9525" cap="flat">
                <a:solidFill>
                  <a:srgbClr val="396E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确认试点范围与预算边界</c:v>
                  </c:pt>
                  <c:pt idx="1">
                    <c:v>确定业务与技术联合负责人</c:v>
                  </c:pt>
                  <c:pt idx="2">
                    <c:v>设定阶段验收指标与复盘机...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AI客服降本增效方案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 客服方案汇报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2026-07-06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489204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内容由AI生成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6EAE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现状与问题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先明确压力来源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客服成本压力正在上升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目标：随着咨询量、售后问题和服务渠道持续增加，人工客服长期承担重复问答、订单查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随着咨询量、售后问题和服务渠道持续增加，人工客服长期承担重复问答、订单查询与进度解释工作。排班、培训与质检成本持续抬升，但高峰时段的响应速度和服务稳定性仍难保障。；课堂抓手：随着咨询量、售后问题和服务渠道持续增加，人工客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随着咨询量、售后问题和服务渠道持续增加，人工客服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演讲备注：客服工作量结构图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高频问题适合优先自动化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目标：售前咨询、订单状态、退换货政策与基础售后进度通常具备标准答案，适合由 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本页重点：售前咨询、订单状态、退换货政策与基础售后进度通常具备标准答案，适合由 AI 客服优先承接。人工团队应聚焦投诉处理、复杂异常与高价值客户沟通，以提升整体服务质量。；课堂抓手：售前咨询、订单状态、退换货政策与基础售后进度通常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售前咨询、订单状态、退换货政策与基础售后进度通常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演讲备注：高频问题分类卡片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6EAE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05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方案设计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用 AI 承接标准问题，用人工处理复杂问题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AI客服能力分层建设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目标：方案以知识库、意图识别、多轮对话、工单联动与人工转接为核心能力，先覆盖标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方案以知识库、意图识别、多轮对话、工单联动与人工转接为核心能力，先覆盖标准化问答场景，再逐步接入质检分析与运营报表，形成可持续优化的服务闭环。；课堂抓手：方案以知识库、意图识别、多轮对话、工单联动与人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方案以知识库、意图识别、多轮对话、工单联动与人工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演讲备注：AI客服能力架构图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三阶段推进试点落地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目标：实施路径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本页重点：本页聚焦关键结论与行动；课堂抓手：第1阶段梳理高频问题并建设知识库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第1阶段梳理高频问题并建设知识库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第2阶段接入客服系统并灰度上线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第3阶段根据命中率持续优化运营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演讲备注：阶段里程碑流程图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用关键指标验证收益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目标：试点阶段建议重点跟踪 AI 独立解决率、转人工率、平均响应时长、人工客服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本页重点：试点阶段建议重点跟踪 AI 独立解决率、转人工率、平均响应时长、人工客服负载与客户满意度。只有当效率提升与体验稳定同时成立，才进入规模化推广。；课堂抓手：试点阶段建议重点跟踪 AI 独立解决率、转人工率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试点阶段建议重点跟踪 AI 独立解决率、转人工率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演讲备注：试点指标仪表盘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下一步决策事项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目标：管理决策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本页重点：本页聚焦关键结论与行动；课堂抓手：确认试点范围与预算边界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确认试点范围与预算边界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确定业务与技术联合负责人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设定阶段验收指标与复盘机制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演讲备注：决策事项清单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谢谢观看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目标：Q&amp;A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本页重点：本页聚焦关键结论与行动；课堂抓手：Q&amp;A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Q&amp;A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演讲备注：先讲核心观点，再给例题和练习。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AI客服降本增效方案 - 企业</dc:title>
  <dc:subject>企业</dc:subject>
  <dc:creator>Daymori</dc:creator>
  <cp:lastModifiedBy>Daymori</cp:lastModifiedBy>
  <cp:revision>1</cp:revision>
  <dcterms:created xsi:type="dcterms:W3CDTF">2026-07-06T01:50:18Z</dcterms:created>
  <dcterms:modified xsi:type="dcterms:W3CDTF">2026-07-06T01:50:18Z</dcterms:modified>
</cp:coreProperties>
</file>