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6441E-8117-4F7B-AE85-CF4DA9FD151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EBE5-7430-415C-8B0D-5B2B6AEC8E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7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608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752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529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21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542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4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561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EBE5-7430-415C-8B0D-5B2B6AEC8E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2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68F6A7-D275-BE54-52BE-0E3BCAA52E3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MiSans</vt:lpstr>
      <vt:lpstr>Arial</vt:lpstr>
      <vt:lpstr>MiSans ExtraLight</vt:lpstr>
      <vt:lpstr>MiSans Demibold</vt:lpstr>
      <vt:lpstr>MiSans Semibold</vt:lpstr>
      <vt:lpstr>等线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2026-07-02T08:31:31Z</dcterms:modified>
</cp:coreProperties>
</file>