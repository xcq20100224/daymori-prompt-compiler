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9219A-216B-4036-AE5A-5DE6622D04A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A3509-6618-4CD5-ADE0-F9315412B6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50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3509-6618-4CD5-ADE0-F9315412B6F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97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3509-6618-4CD5-ADE0-F9315412B6F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605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3509-6618-4CD5-ADE0-F9315412B6F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719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3509-6618-4CD5-ADE0-F9315412B6F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646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3509-6618-4CD5-ADE0-F9315412B6F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332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7A3509-6618-4CD5-ADE0-F9315412B6F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264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0423BDC-210D-F2C8-9373-0473F9E40D0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A917830-7354-56BD-AFB4-F45495A6512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8EEBB76-223E-7D2C-38B6-59FEBED933D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CDC56B-A529-1F95-F9A9-428A453AAF2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4FB7A12-7D6A-A094-34D1-A934649B82B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B49F41-592C-8CDC-F0CF-9948CBB9762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27564E5-7640-0B8C-BCE0-0E7067E7DD2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851D60-18AE-2179-6598-1208F430C60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F164EA-1CE8-8E4B-0A7F-BDF8F04F66C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2026-07-08T10:20:24Z</dcterms:modified>
</cp:coreProperties>
</file>