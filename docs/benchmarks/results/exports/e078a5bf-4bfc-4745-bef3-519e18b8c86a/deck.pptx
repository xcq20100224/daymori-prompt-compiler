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BCE80-9F5D-4F99-B592-E44CD1572EE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9E7B95-742B-4EE5-9A1C-D89B16AAC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7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E7B95-742B-4EE5-9A1C-D89B16AACC6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74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E7B95-742B-4EE5-9A1C-D89B16AACC6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584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E7B95-742B-4EE5-9A1C-D89B16AACC6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482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E7B95-742B-4EE5-9A1C-D89B16AACC6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2867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E7B95-742B-4EE5-9A1C-D89B16AACC6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089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9E7B95-742B-4EE5-9A1C-D89B16AACC6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953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F41376-BACA-6243-ADB7-2B2645081BC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44852C-E0D5-B1FF-D860-F62EC7064A3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9C9049-3CE2-10DD-4B22-EB74418D9A8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195347-40A2-0A9F-B42E-550EABE1A20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FA4B78-2106-B2B1-8550-41555756FDF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CAC51F7-A4D6-8012-5CB5-9252B9C65D7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FE5CB0-07FB-5910-9C31-1863C0CBE92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455527-C741-4799-2000-D2450821EE1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53B931-3700-B1F1-DC33-2DBF974FEE9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2026-07-08T04:41:43Z</dcterms:modified>
</cp:coreProperties>
</file>