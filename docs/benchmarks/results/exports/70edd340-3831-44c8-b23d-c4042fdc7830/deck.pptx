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2EC12-AE91-46C2-9F45-58530A4CA58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48DFF-4F37-4E5F-9EFB-B274C8DBE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369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522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673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924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908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582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48DFF-4F37-4E5F-9EFB-B274C8DBE8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3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B348CF-4834-31D8-B726-CC5D3CC631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776571-534E-FDAB-22C0-D4B22A6458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497B84-5521-D10C-07B7-8585A3847A3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97E301-C4BE-2B9B-F5E5-345FA6F6401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B40062-E100-8921-3D9D-7B6ADCA806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06079F-9CEB-ED19-A419-67CED07BC26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173AAE-DEF8-8DF0-4C24-7FCDFB1C782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3E7A9F-F004-B673-1E01-787E27272BD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6CD324-0ED1-DCFA-ACF0-687C16572C4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2026-07-08T13:06:20Z</dcterms:modified>
</cp:coreProperties>
</file>