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D92058-8C0F-4595-BDA3-7E3AC5CD3F69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811455-9337-41A7-A461-ED5B19552E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3217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811455-9337-41A7-A461-ED5B19552E7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47871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811455-9337-41A7-A461-ED5B19552E7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91529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811455-9337-41A7-A461-ED5B19552E7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44690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811455-9337-41A7-A461-ED5B19552E7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00660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811455-9337-41A7-A461-ED5B19552E7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06981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811455-9337-41A7-A461-ED5B19552E7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74178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供应链数字化转型方案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8C16CB8-8B5B-AF80-64C9-E7D84BA133DA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E468ED95-AB6A-2A93-AFC3-4BEDE4E7DD0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D28B3C1-F038-FB2C-9D9D-915D79B7BA76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09E9D87-1FA5-5F0E-479D-DFEC203DDE82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4915B5B-C72E-BC39-4422-6F6E02FCA473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5C6DCCD-6EA0-4C9E-4F4E-54CC884722BC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DB86CC1-27AE-DF70-27B6-D5B9DDE2A868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E31D08C-C0DC-3D21-7C89-4910C881F7F4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3C0E4AC-7C65-A872-03C5-ECCE003E7E00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561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Medium</vt:lpstr>
      <vt:lpstr>等线</vt:lpstr>
      <vt:lpstr>Arial</vt:lpstr>
      <vt:lpstr>MiSans ExtraLight</vt:lpstr>
      <vt:lpstr>等线 Light</vt:lpstr>
      <vt:lpstr>MiSans Semibold</vt:lpstr>
      <vt:lpstr>MiSans</vt:lpstr>
      <vt:lpstr>MiSans Demibold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2026-07-08T04:53:59Z</dcterms:modified>
</cp:coreProperties>
</file>