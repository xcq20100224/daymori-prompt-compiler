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0F077-E3FF-45E7-B2D1-BB8574CD797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E6193-D589-4095-B8B8-2047DF0CB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11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E6193-D589-4095-B8B8-2047DF0CB81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409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E6193-D589-4095-B8B8-2047DF0CB81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73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E6193-D589-4095-B8B8-2047DF0CB81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616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E6193-D589-4095-B8B8-2047DF0CB81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352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E6193-D589-4095-B8B8-2047DF0CB81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551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E6193-D589-4095-B8B8-2047DF0CB81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857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E6193-D589-4095-B8B8-2047DF0CB8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798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E6193-D589-4095-B8B8-2047DF0CB81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61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建立呼吸作用学习动机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2026-07-02T05:21:12Z</dcterms:modified>
</cp:coreProperties>
</file>