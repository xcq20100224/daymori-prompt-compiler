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C71B6-F8AD-4276-B63D-04FD70090ED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B64A1-95CF-4654-80BD-582347350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29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B64A1-95CF-4654-80BD-582347350BA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747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B64A1-95CF-4654-80BD-582347350BA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892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B64A1-95CF-4654-80BD-582347350BA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52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B64A1-95CF-4654-80BD-582347350BA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491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B64A1-95CF-4654-80BD-582347350BA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615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B64A1-95CF-4654-80BD-582347350BA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879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3F3601-7D7D-4FA0-9421-CDBA4A1A382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AB58DE4-8D33-084F-69B9-CEC3C7C1C79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5BC5BC-72E7-35F7-93EA-E6A2BAFE543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B0B3B7-23DF-6358-FB9A-206A051EA1D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8B46B1-773C-31D5-D146-823C6212D97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153860-BF5F-6BBA-D924-714927BEC8F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8869CA-29D6-464B-0AB4-2D733C13282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5FF53A-E190-D849-C703-D1523B00D81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D63955-C9A6-43B3-F38F-D1F742C5EEF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2026-07-07T07:48:31Z</dcterms:modified>
</cp:coreProperties>
</file>