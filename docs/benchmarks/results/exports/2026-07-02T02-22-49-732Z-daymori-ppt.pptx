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embeddedFontLst>
    <p:embeddedFont>
      <p:font typeface="MiSans Demibold" panose="02010600030101010101" charset="-122"/>
      <p:bold r:id="rId6"/>
    </p:embeddedFont>
    <p:embeddedFont>
      <p:font typeface="MiSans ExtraLight" panose="02010600030101010101" charset="-122"/>
      <p:regular r:id="rId7"/>
    </p:embeddedFont>
    <p:embeddedFont>
      <p:font typeface="MiSans Normal" panose="02010600030101010101" charset="-122"/>
      <p:regular r:id="rId8"/>
    </p:embeddedFont>
    <p:embeddedFont>
      <p:font typeface="MiSans Semibold" panose="02010600030101010101" charset="-122"/>
      <p:bold r:id="rId9"/>
    </p:embeddedFont>
    <p:embeddedFont>
      <p:font typeface="等线" panose="02010600030101010101" pitchFamily="2" charset="-122"/>
      <p:regular r:id="rId10"/>
      <p:bold r:id="rId11"/>
    </p:embeddedFont>
    <p:embeddedFont>
      <p:font typeface="等线 Light" panose="02010600030101010101" pitchFamily="2" charset="-122"/>
      <p:regular r:id="rId1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D51C-46C6-4882-91D4-192168DA2EA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E7E36-BDB4-43B8-A45D-E199B27EE0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9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?????????,???90?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E7E36-BDB4-43B8-A45D-E199B27EE04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855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E7E36-BDB4-43B8-A45D-E199B27EE04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898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E7E36-BDB4-43B8-A45D-E199B27EE0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??????:????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?????????????????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• F=ma ????????????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??????????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??:N = kg�m/s�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????:?????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?????? a ? F?m ???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??????,????????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????????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????????????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380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a ? F ????? m ???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??????????</a:t>
            </a:r>
          </a:p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• ?????????????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</Words>
  <Application>Microsoft Office PowerPoint</Application>
  <PresentationFormat>宽屏</PresentationFormat>
  <Paragraphs>40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MiSans ExtraLight</vt:lpstr>
      <vt:lpstr>MiSans Semibold</vt:lpstr>
      <vt:lpstr>等线</vt:lpstr>
      <vt:lpstr>Arial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2026-07-02T02:22:49Z</dcterms:modified>
</cp:coreProperties>
</file>