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7D089-DC88-4E7E-9283-615B90E545A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BB601-BA78-4734-895A-0D4A57891B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10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967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685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31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560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2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BB601-BA78-4734-895A-0D4A57891BF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15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F56DA5-3A53-6880-5B55-E2307961697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5468B1-37D0-8146-97FB-181934F72D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42A7F8-95BC-CD90-8C73-703B4EE4D18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DAA391-9ED4-A48A-4D5F-314888837E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8E3E9E-FAB3-D7A2-B9A6-C4CD45B53AF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BE8D3A-3421-C2B5-28F2-A370E22BF6A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B4A9E9-B1DE-8F7A-EA39-68ACD06AFDC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7DF647-E9F2-7B45-B5AB-FCF89DFADCA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A38DE9-72B1-45FC-FBE0-60590F70709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Arial</vt:lpstr>
      <vt:lpstr>等线</vt:lpstr>
      <vt:lpstr>等线 Light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2026-07-08T05:37:35Z</dcterms:modified>
</cp:coreProperties>
</file>