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F3ED0-1427-4A3A-A39B-236E3B83A4A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31C21-7103-4B43-83AF-3B1B6B776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478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31C21-7103-4B43-83AF-3B1B6B7761A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69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31C21-7103-4B43-83AF-3B1B6B7761A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062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31C21-7103-4B43-83AF-3B1B6B7761A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189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31C21-7103-4B43-83AF-3B1B6B7761A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70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31C21-7103-4B43-83AF-3B1B6B7761A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791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31C21-7103-4B43-83AF-3B1B6B7761A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977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D8BB348-5E35-70BA-BC99-1758B1F2017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141D66F-71B1-8FAE-ED9E-8DACFE70958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2430FC-62CB-07BD-617C-8C500B42818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8DA460-90EC-6DEB-33F6-2F0BE035524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946FCF-1454-93EF-BA95-03E899D3330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97A3B9-C65D-DBCD-455B-E06113AC332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459705-C2EA-364E-7539-F148A45DD4F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7E318D-6A78-3E96-3270-47642B4A2B7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D211E0-510E-6D05-A140-FB3743E7582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Semibold</vt:lpstr>
      <vt:lpstr>思源黑体 CN Normal</vt:lpstr>
      <vt:lpstr>MiSans Medium</vt:lpstr>
      <vt:lpstr>MiSans Normal</vt:lpstr>
      <vt:lpstr>等线</vt:lpstr>
      <vt:lpstr>MiSans</vt:lpstr>
      <vt:lpstr>MiSans Demibold</vt:lpstr>
      <vt:lpstr>等线 Light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2026-07-08T04:53:22Z</dcterms:modified>
</cp:coreProperties>
</file>