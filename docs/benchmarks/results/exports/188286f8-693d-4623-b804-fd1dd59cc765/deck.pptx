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3C6D4-C7C3-48C2-B48E-CE1FC13509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A641B-3AC6-4138-8916-26F9FF013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39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A641B-3AC6-4138-8916-26F9FF0134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558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A641B-3AC6-4138-8916-26F9FF0134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769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A641B-3AC6-4138-8916-26F9FF0134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715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A641B-3AC6-4138-8916-26F9FF0134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713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A641B-3AC6-4138-8916-26F9FF0134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939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A641B-3AC6-4138-8916-26F9FF0134C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386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571F20-3184-4FE0-AF79-EB129F3EA2B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3664694-7445-3F14-56E7-5DEF9B3D047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48D2BAF-09B7-8EFF-F9C2-77D362BDEE2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34B3A1-DA7C-8EB2-04A0-A13895E5C7D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889DA0-3708-25D5-3B24-355361318E5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506609-0C56-5E70-9152-D1B54299A12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EBA812-B457-E727-C0A4-6B492400416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BB2715-C900-BA2E-6D92-A02D93378FF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71C7FB-F1D8-F994-81BE-D11A368BEB8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2026-07-08T12:57:14Z</dcterms:modified>
</cp:coreProperties>
</file>