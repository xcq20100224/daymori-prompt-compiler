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A4D18-0DF0-4F25-A056-C9DDC7CC79E1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0E53B-EFB7-4FF9-887D-8D57E139E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614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0E53B-EFB7-4FF9-887D-8D57E139EA4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296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0E53B-EFB7-4FF9-887D-8D57E139EA4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514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0E53B-EFB7-4FF9-887D-8D57E139EA4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35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0E53B-EFB7-4FF9-887D-8D57E139EA4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218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0E53B-EFB7-4FF9-887D-8D57E139EA4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244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0E53B-EFB7-4FF9-887D-8D57E139EA4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491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A62E20-7CB2-60A7-F79A-97EC47BA795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DEB3769-F19E-B42D-12B4-8AD00530641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D672AF-FBBC-9D4F-38D1-7B5A300B0D0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F443F8-B943-54DC-9F86-5A39CA3B150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432A1EB-7ACF-2A42-8174-C481F5FD031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B1D1F5-412A-4622-DCAB-BEC8E45EE75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812A9A6-F16A-FD03-89FF-66F6C0D8347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90DE58-2601-2FE5-8A3A-6CC05456141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6B72A8-2D2E-EE94-B288-8038B4B2BB1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2026-07-07T04:00:54Z</dcterms:modified>
</cp:coreProperties>
</file>