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D7CB1-4EED-4A3A-8FCA-E443E3F2372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FD44E-ADCB-46D0-A0BD-013740DDC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328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FD44E-ADCB-46D0-A0BD-013740DDCA7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454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FD44E-ADCB-46D0-A0BD-013740DDCA7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84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FD44E-ADCB-46D0-A0BD-013740DDCA7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291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FD44E-ADCB-46D0-A0BD-013740DDCA7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46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FD44E-ADCB-46D0-A0BD-013740DDCA7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806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FD44E-ADCB-46D0-A0BD-013740DDCA7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466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437838-32B6-A173-3E87-4C026AE05F8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B66C910-D374-1A08-E8F5-912C660E4FD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CE398A6-9A00-3E38-7D5D-BDDE0584088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19113B-0A98-9DCA-F859-FACE924971E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9A2ECB-8F07-4517-E10A-24C62A44E48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DF31A7-D21A-140D-43AF-DB11FE947F5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74895A-E155-2F4C-6488-20A6FA16BD3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A689AC-D414-9714-08D7-A27BAE4F293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391E0C8-4816-E09E-BB82-30E0319E168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2026-07-08T04:37:04Z</dcterms:modified>
</cp:coreProperties>
</file>