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AB384-F294-4BDE-9B7D-35D3167A65E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470831-FA58-4EBF-9AF8-2A5170A66F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050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470831-FA58-4EBF-9AF8-2A5170A66F6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358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470831-FA58-4EBF-9AF8-2A5170A66F6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480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470831-FA58-4EBF-9AF8-2A5170A66F6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922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470831-FA58-4EBF-9AF8-2A5170A66F6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122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470831-FA58-4EBF-9AF8-2A5170A66F6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38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470831-FA58-4EBF-9AF8-2A5170A66F6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47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818843-495D-4D4F-C8B5-DCC5FF23362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986C59C-A3E5-74E6-4434-2DD9B8DECE7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6BA50B3-755D-B046-E52B-1F8B8AF2879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233F36-3734-CFB0-F25C-4E165CD3086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93ABEFA-66A2-7A25-1098-7D8CB4A60F2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E9C10C2-3951-03AD-4546-1250BB46D91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3890F7E-DFEC-1156-FA55-91FC5A3781F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38210F7-02AE-0E7B-7003-F708858F11C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F2388A0-CDFD-D48A-4CC3-45AFDE3829A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 Light</vt:lpstr>
      <vt:lpstr>MiSans</vt:lpstr>
      <vt:lpstr>MiSans Demibold</vt:lpstr>
      <vt:lpstr>Arial</vt:lpstr>
      <vt:lpstr>MiSans Light</vt:lpstr>
      <vt:lpstr>MiSans Normal</vt:lpstr>
      <vt:lpstr>MiSans Medium</vt:lpstr>
      <vt:lpstr>等线</vt:lpstr>
      <vt:lpstr>思源黑体 CN Normal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2026-07-08T04:56:23Z</dcterms:modified>
</cp:coreProperties>
</file>