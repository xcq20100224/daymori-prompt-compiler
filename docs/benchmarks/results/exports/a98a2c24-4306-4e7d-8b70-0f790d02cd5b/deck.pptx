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57FDA8-6DFB-417B-A0FF-B2711D6EFCC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AC568E-3223-463E-AE02-084BBB8325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950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C568E-3223-463E-AE02-084BBB8325A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80395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C568E-3223-463E-AE02-084BBB8325A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65819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C568E-3223-463E-AE02-084BBB8325A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1404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C568E-3223-463E-AE02-084BBB8325A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1021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C568E-3223-463E-AE02-084BBB8325A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09024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AC568E-3223-463E-AE02-084BBB8325A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9318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F443B0-D2B8-6A41-7C6C-DF205938C00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DFCF193-8D35-E0BD-7485-20184D352BD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F4654F0-DACC-D30F-1E8C-1970400E50C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8E7BC2F-0878-6475-C0D0-E6FC17CC9C6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D3D30F0-7E4A-EDA3-1FD8-721C87217A2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767D043-13E9-7F46-DBC6-89F074F8C5D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8F3D033-DADD-F09A-4223-1AAD2F4422E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0E8F84F-0992-20D4-CC74-D862B13ADBE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D1E0AB8-4E87-0E55-C41B-BAB6523124A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等线</vt:lpstr>
      <vt:lpstr>MiSans Demibold</vt:lpstr>
      <vt:lpstr>MiSans ExtraLight</vt:lpstr>
      <vt:lpstr>等线 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2026-07-08T12:07:07Z</dcterms:modified>
</cp:coreProperties>
</file>