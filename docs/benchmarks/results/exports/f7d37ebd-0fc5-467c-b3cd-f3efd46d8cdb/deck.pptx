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D4B499-8020-4CDF-9FD4-08292EFA4FA1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7B870-7A55-48C5-8184-54CA7BD5FED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7775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7B870-7A55-48C5-8184-54CA7BD5FED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5415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7B870-7A55-48C5-8184-54CA7BD5FEDF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47566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7B870-7A55-48C5-8184-54CA7BD5FEDF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3237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7B870-7A55-48C5-8184-54CA7BD5FEDF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28675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7B870-7A55-48C5-8184-54CA7BD5FEDF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99704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0D7B870-7A55-48C5-8184-54CA7BD5FEDF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8961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38E877-206A-5C9F-7206-2E9D84FD4E2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D2D816AD-8DFA-34D0-08B7-89257FD6979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BCC2BE77-7BC8-D3D6-AF97-39C88EB9F28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0BA2800-F2CB-2710-D0DA-C3E1BC1A79CF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904EABD-E023-6098-C0C2-0E5B887A523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9FA04C11-B1F3-41C5-169C-9921254195D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81DEC5-26D1-4129-7789-716BD4435863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C46F38A4-8429-12E2-B1F7-392FB296AEC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8817AFA-3F4E-DFC0-6C4A-2EB2D983E4E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思源黑体 CN Normal</vt:lpstr>
      <vt:lpstr>等线</vt:lpstr>
      <vt:lpstr>MiSans Normal</vt:lpstr>
      <vt:lpstr>MiSans Medium</vt:lpstr>
      <vt:lpstr>MiSans ExtraLight</vt:lpstr>
      <vt:lpstr>等线 Light</vt:lpstr>
      <vt:lpstr>Arial</vt:lpstr>
      <vt:lpstr>MiSans Semibold</vt:lpstr>
      <vt:lpstr>MiSans</vt:lpstr>
      <vt:lpstr>MiSans Demibold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2026-07-07T08:04:37Z</dcterms:modified>
</cp:coreProperties>
</file>