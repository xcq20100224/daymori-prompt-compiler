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6FED-9468-4D59-A5FF-C4229DBB4D1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A26D5C-7731-430F-90A4-9BB8AB26D4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044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26D5C-7731-430F-90A4-9BB8AB26D4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32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26D5C-7731-430F-90A4-9BB8AB26D4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077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26D5C-7731-430F-90A4-9BB8AB26D4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1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26D5C-7731-430F-90A4-9BB8AB26D4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497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26D5C-7731-430F-90A4-9BB8AB26D4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084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26D5C-7731-430F-90A4-9BB8AB26D4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56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C3D7A5-52BE-1697-FC2C-C5B2E8999BF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990F0B7-BC70-C269-7A24-2C0982F30C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184F3F-0B53-22F9-7620-5A1D45F00D7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578885-56B7-D301-4D6F-975A1CC6A9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813DCD-4B39-5D57-2792-F5F48A797B7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130CDB-1020-9DB9-9107-4DB15FC28BB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59F520-84A3-7564-A865-81E95B3C824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292B08-53EC-FE79-331D-C7FEFAE3C97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C5E54E-C4A9-C815-5D2F-983B3E7BFF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3E324D-CAD1-B164-0B79-55EADA626A9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A4F701-A949-8744-57E0-58C534C9D1C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098ADE-FCBF-DE68-70F6-3FE4519B488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117B3B8-9E12-D2E3-4CC1-2F2A08B2FC3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161B77-2743-E401-2785-1AE7023EAA7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8183DF-84AC-CBEF-B823-990B41BCF79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2026-07-08T14:19:42Z</dcterms:modified>
</cp:coreProperties>
</file>