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1320-AE87-48D1-B9DA-19387C95B4C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A4C13-F0D1-40CB-ADDD-DAE43E4D2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046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4C13-F0D1-40CB-ADDD-DAE43E4D23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64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4C13-F0D1-40CB-ADDD-DAE43E4D23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75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4C13-F0D1-40CB-ADDD-DAE43E4D23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687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4C13-F0D1-40CB-ADDD-DAE43E4D23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44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4C13-F0D1-40CB-ADDD-DAE43E4D23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0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4C13-F0D1-40CB-ADDD-DAE43E4D23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77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87B138-1B73-BF9B-EECE-03AE95D8F54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4628DF-77A4-EFC3-66AE-268664D209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8DF1DCA-6F3C-5865-55DF-E533386F1D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E538AF-38E8-9BC8-4FDD-B67676F11EE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ED33A6-6FD1-A70F-2AEB-6F9BAA8351F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8EC940-8212-5064-E0C0-76B2C8C2381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4F4438-6437-F40C-A367-1A34344287C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E3C552-E977-DFCF-6159-214E54ABABB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5CFABF-FEF5-95B7-976E-53C740D4207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2026-07-08T12:12:12Z</dcterms:modified>
</cp:coreProperties>
</file>