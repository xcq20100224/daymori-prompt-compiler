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8F305-3E3E-40CD-85B9-CB3993EDA38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B04AD-1C25-4460-8F79-B47F2F5CF6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002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B04AD-1C25-4460-8F79-B47F2F5CF6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8814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AI</a:t>
            </a:r>
            <a:r>
              <a:rPr lang="zh-CN" altLang="en-US"/>
              <a:t>客服降本增效方案问题分 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B04AD-1C25-4460-8F79-B47F2F5CF6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383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 图示： </a:t>
            </a:r>
            <a:r>
              <a:rPr lang="en-US" altLang="zh-CN"/>
              <a:t>AI</a:t>
            </a:r>
            <a:r>
              <a:rPr lang="zh-CN" altLang="en-US"/>
              <a:t>客服降本增效方案 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B04AD-1C25-4460-8F79-B47F2F5CF6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12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B04AD-1C25-4460-8F79-B47F2F5CF6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527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B04AD-1C25-4460-8F79-B47F2F5CF6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9346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B04AD-1C25-4460-8F79-B47F2F5CF63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4231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76E6185-B28F-FB08-0BB6-F4646A91556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客服降本增效方案的核心约束与</a:t>
            </a:r>
          </a:p>
          <a:p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机会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36A22D9-AC34-81CD-61FE-46F490D8D13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0FEC113-92DE-9B80-0F2E-1169B0FAE02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</a:t>
            </a:r>
          </a:p>
          <a:p>
            <a:pPr algn="ctr"/>
            <a:r>
              <a:rPr lang="zh-CN" altLang="en-US" sz="1000"/>
              <a:t>将问题拆为目标定义、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90915D5-6930-8BAB-8A58-6D77654F5AA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0216787-1BA3-702A-7B9F-E4971F57759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AI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客服降本增效方案的分阶段落地方案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AA95E18-EDC4-FE4F-1803-3229EE69E92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006AE4-B65C-65CB-23A7-A732E45DE01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客服降本增效方案目标与边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界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客服降本增效方案试点并跟踪关键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AI</a:t>
            </a:r>
            <a:r>
              <a:rPr lang="zh-CN" altLang="en-US" sz="1000"/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案建立统一指标集，至少覆盖效率、质量、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F538F8-137B-7A5D-46BC-8B10235CAE1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07AC0FD-26D6-88CE-43AD-76D9605650B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A2D08AD-D8AC-94FB-48E4-D5DD1BCF52B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19AA6CC-368F-DE12-063F-BC6F38A58CD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D24807C-60F0-D501-5047-F1C15E154A5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6C924C5-84F9-9C7C-484F-31790761369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8B1F8A0-BB0B-1AE1-9869-058AF592CE7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FBECB30-A88B-D182-39F6-4A973DB0154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612</Words>
  <Application>Microsoft Office PowerPoint</Application>
  <PresentationFormat>宽屏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ExtraLight</vt:lpstr>
      <vt:lpstr>等线 Light</vt:lpstr>
      <vt:lpstr>Arial</vt:lpstr>
      <vt:lpstr>MiSans Semibold</vt:lpstr>
      <vt:lpstr>MiSans</vt:lpstr>
      <vt:lpstr>MiSans Demibold</vt:lpstr>
      <vt:lpstr>思源黑体 CN Normal</vt:lpstr>
      <vt:lpstr>等线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2026-07-08T14:16:02Z</dcterms:modified>
</cp:coreProperties>
</file>