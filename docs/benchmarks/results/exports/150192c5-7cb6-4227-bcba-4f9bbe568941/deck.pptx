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AI客服降本增效方案关键...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8A5B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通过对成本、效率和满意度...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投入更低，适合快速试点</c:v>
                  </c:pt>
                  <c:pt idx="1">
                    <c:v>上线周期短，风险可控</c:v>
                  </c:pt>
                  <c:pt idx="2">
                    <c:v>适合先验证关键指标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完成现状诊断并锁定优先场...</c:v>
                  </c:pt>
                  <c:pt idx="1">
                    <c:v>按里程碑推进实施并跟踪数...</c:v>
                  </c:pt>
                  <c:pt idx="2">
                    <c:v>复盘问题后持续优化与扩展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8A5B38"/>
            </a:solidFill>
            <a:ln w="25400" cap="flat">
              <a:solidFill>
                <a:srgbClr val="8A5B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5B38"/>
              </a:solidFill>
              <a:ln w="9525" cap="flat">
                <a:solidFill>
                  <a:srgbClr val="8A5B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明确里程碑与负责人</c:v>
                  </c:pt>
                  <c:pt idx="1">
                    <c:v>完成试点并跟踪指标</c:v>
                  </c:pt>
                  <c:pt idx="2">
                    <c:v>复盘优化后规模化推广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645920"/>
            <a:ext cx="9262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737360" y="2926080"/>
            <a:ext cx="8714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proposal 场景演示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448056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489204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内容由AI生成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0" y="1554480"/>
            <a:ext cx="8074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606040"/>
            <a:ext cx="8074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章节说明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目标：AI客服降本增效方案关键议题3围绕当前主题给出完整说明，先描述现状与问题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AI客服降本增效方案关键议题3围绕当前主题给出完整说明，先描述现状与问题，再解释关键依据，最后明确可执行动作，确保这一页的信息能够直接支持决策或讲解。；课堂抓手：AI客服降本增效方案关键议题3围绕当前主题给出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AI客服降本增效方案关键议题3围绕当前主题给出完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演讲备注：图示建议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目标：通过对成本、效率和满意度数据的联合分析，可以识别最具价值的优化环节并优先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本页重点：通过对成本、效率和满意度数据的联合分析，可以识别最具价值的优化环节并优先投入资源。；课堂抓手：通过对成本、效率和满意度数据的联合分析，可以识别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通过对成本、效率和满意度数据的联合分析，可以识别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演讲备注：数据图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目标：按目标阶段选择最优解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本页重点：按目标阶段选择最优解；课堂抓手：投入更低，适合快速试点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投入更低，适合快速试点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上线周期短，风险可控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适合先验证关键指标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536192" y="407822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64208" y="424281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66544" y="418795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能力更完整，覆盖面更广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36192" y="480974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64208" y="497433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66544" y="491947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实施复杂度更高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演讲备注：对比图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13716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0" y="1554480"/>
            <a:ext cx="8074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章节06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0" y="2606040"/>
            <a:ext cx="8074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章节说明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AI客服降本增效方案关键议题7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目标：形成可复制的执行闭环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本页重点：形成可复制的执行闭环；课堂抓手：完成现状诊断并锁定优先场景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完成现状诊断并锁定优先场景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191614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按里程碑推进实施并跟踪数据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复盘问题后持续优化与扩展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演讲备注：流程图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AI客服降本增效方案关键议题8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目标：某团队在高峰期出现响应延迟和人力压力。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本页重点：某团队在高峰期出现响应延迟和人力压力。；课堂抓手：某团队在高峰期出现响应延迟和人力压力。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171412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某团队在高峰期出现响应延迟和人力压力。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1512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演讲备注：案例卡片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下一步行动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目标：明确本页目标并输出可执行内容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本页重点：本页聚焦关键结论与行动；课堂抓手：明确里程碑与负责人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明确里程碑与负责人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8F847C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完成试点并跟踪指标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复盘优化后规模化推广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8A5B3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演讲备注：行动清单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1A171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目标：Q&amp;A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8A5B38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151311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本页重点：Q&amp;A；课堂抓手：Q&amp;A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A59D96"/>
          </a:solidFill>
          <a:ln w="12700">
            <a:solidFill>
              <a:srgbClr val="6B5D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5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26211D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8A5B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8A5B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补充图表或配图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443225"/>
          </a:solidFill>
          <a:ln w="12700">
            <a:solidFill>
              <a:srgbClr val="4A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D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演讲备注：先讲核心观点，再给例题和练习。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4A3A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AI客服降本增效方案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AI客服降本增效方案 - 企业</dc:title>
  <dc:subject>企业</dc:subject>
  <dc:creator>Daymori</dc:creator>
  <cp:lastModifiedBy>Daymori</cp:lastModifiedBy>
  <cp:revision>1</cp:revision>
  <dcterms:created xsi:type="dcterms:W3CDTF">2026-07-06T01:00:29Z</dcterms:created>
  <dcterms:modified xsi:type="dcterms:W3CDTF">2026-07-06T01:00:29Z</dcterms:modified>
</cp:coreProperties>
</file>