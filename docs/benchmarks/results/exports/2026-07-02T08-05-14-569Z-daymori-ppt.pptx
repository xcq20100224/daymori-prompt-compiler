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5F738-8463-4F04-8C3D-9650672C545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8E540-12D8-4BD2-B8C7-644B43DC1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55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184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818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538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531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603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12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735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8E540-12D8-4BD2-B8C7-644B43DC156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68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导入：一次函数为什么重要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A15EC2E-BF1A-B9F6-6F2C-76B02315B6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MiSans Normal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2026-07-02T08:05:12Z</dcterms:modified>
</cp:coreProperties>
</file>