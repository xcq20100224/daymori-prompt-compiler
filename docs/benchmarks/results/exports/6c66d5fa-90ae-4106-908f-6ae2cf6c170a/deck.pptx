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9E478-8DA7-4BBD-A2CD-02410D156EA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F40BC-16A6-453B-B90C-D61F97FB07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0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F40BC-16A6-453B-B90C-D61F97FB077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201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F40BC-16A6-453B-B90C-D61F97FB077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562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F40BC-16A6-453B-B90C-D61F97FB077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398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F40BC-16A6-453B-B90C-D61F97FB077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124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F40BC-16A6-453B-B90C-D61F97FB077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8363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F40BC-16A6-453B-B90C-D61F97FB077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863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79C3565-53DC-3499-610A-528AD554EBF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CBC6700-3E3D-A7D4-BC4A-45B61093011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5B1F71-B309-A138-63DD-EB4F71814BA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FC85207-F3E1-E7FF-9DE4-F35188A3FB8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24653F-9C6D-E6CF-F1F0-F602D54FCCF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4C1919A-FA81-E747-6895-19ACFB6DF6F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A9830D8-625B-26D4-E95E-028F6D89068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5BC4486-A575-CD8C-ECAC-5CE10359194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CF61B1-9E04-3FED-7B54-8F6B334DCC3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2026-07-08T12:44:41Z</dcterms:modified>
</cp:coreProperties>
</file>