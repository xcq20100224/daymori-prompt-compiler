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ECCA7-37BF-4356-9957-BD628C38A03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D851BA-9BDB-4DA2-9071-AB197B3A02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3004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企业数字化转型路线图现状结构图 需要先完成问题分层与优先级重排。 图示：企业数字化转型路线图现状结构图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851BA-9BDB-4DA2-9071-AB197B3A022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0529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851BA-9BDB-4DA2-9071-AB197B3A022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64993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企业数字化转型路线图方案架构图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851BA-9BDB-4DA2-9071-AB197B3A022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6153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851BA-9BDB-4DA2-9071-AB197B3A022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859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851BA-9BDB-4DA2-9071-AB197B3A022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548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D851BA-9BDB-4DA2-9071-AB197B3A022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2004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企业数字化转型路线图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企业数字化转型路线图提案汇报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233E059-1088-2730-C975-11A53720AE3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企业数字化转型路线图提案汇报 企业数字化转型路线图提案汇报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00AFA64A-8647-F736-BC88-63C4742DBF84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13844A0-D325-EA6F-84B9-7DE5E36A9F2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3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371AF9-5818-001B-C169-273A6E7A9F7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企业数字化转型路线图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AAE96ED-73AE-3AA4-5801-FBFC53FD1F1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87D1A27-A539-ADB9-13B1-30A48E6F1A5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9C7C02D-C8F3-34DF-6EBA-7EC9A0315C4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76C17DB-972A-4AE2-8537-1BA4030229B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3AABBA-4A79-8118-42DA-3C87620C988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宽屏</PresentationFormat>
  <Paragraphs>61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MiSans Semibold</vt:lpstr>
      <vt:lpstr>MiSans Medium</vt:lpstr>
      <vt:lpstr>等线 Light</vt:lpstr>
      <vt:lpstr>思源黑体 CN Normal</vt:lpstr>
      <vt:lpstr>MiSans ExtraLight</vt:lpstr>
      <vt:lpstr>MiSans</vt:lpstr>
      <vt:lpstr>MiSans Demibold</vt:lpstr>
      <vt:lpstr>等线</vt:lpstr>
      <vt:lpstr>Arial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2026-07-08T13:02:38Z</dcterms:modified>
</cp:coreProperties>
</file>