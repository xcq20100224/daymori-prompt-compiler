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6DF8AA-9784-4761-A56C-90244057205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D5370-7E6E-4523-852A-145C007351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049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D5370-7E6E-4523-852A-145C0073519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54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D5370-7E6E-4523-852A-145C0073519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743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D5370-7E6E-4523-852A-145C0073519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464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D5370-7E6E-4523-852A-145C0073519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314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D5370-7E6E-4523-852A-145C0073519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038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D5370-7E6E-4523-852A-145C0073519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686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8B34DA2-07D0-BD13-386B-574DBABCF75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EFBB236-CC74-4AB3-05FA-D879CA8B102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D48C05D-B586-F004-3DBE-1C1A34722B4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DBED29-0EF7-DE1D-92F2-66A628E70F0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067EF94-DDCD-1673-B16D-43DFBCDDD6A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E5C4F4-E464-ABC7-9BEF-070FFAACE1D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8968F91-336D-9D35-0FD5-D50A8954623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BE3AC7A-707F-4D75-23B6-12AC1854C05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6E8347-E22D-D2CB-9205-2229EC16432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2026-07-08T05:43:08Z</dcterms:modified>
</cp:coreProperties>
</file>