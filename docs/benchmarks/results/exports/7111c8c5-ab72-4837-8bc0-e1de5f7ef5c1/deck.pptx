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98143-9C7A-41F4-AA87-71E5D2071ED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97930-D1D6-45CE-9863-0A15D8EEE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72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97930-D1D6-45CE-9863-0A15D8EEEB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27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97930-D1D6-45CE-9863-0A15D8EEEB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25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97930-D1D6-45CE-9863-0A15D8EEEB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94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97930-D1D6-45CE-9863-0A15D8EEEB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11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97930-D1D6-45CE-9863-0A15D8EEEB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47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97930-D1D6-45CE-9863-0A15D8EEEB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247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7418AB-04EC-7933-990F-A73F9257244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EDCB3AC-E2C0-8F6E-8E17-FE2173147D8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BD212F-DFE3-82E7-E482-69B395F9F23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02DB2A-AB6A-BCA9-D01F-569159468C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4BE258-68A4-482B-90E6-7B19C6AAAD7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EF23BC-CCC2-83D7-0046-A377327282D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72FB17-F74E-1339-E249-3DA9707C16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F8159B-0345-F356-4186-CC609D082E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78F3C1-FE97-13D7-8DBF-2135CC95721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C438C8-7AD7-0675-405F-D95D69CEEF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17766C-60F0-51E7-02B8-12D9685AA54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208D18-E0CD-F98F-5F39-16A66C3972B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DA79F7-1DF1-EDA7-CFED-8C45522AC0E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799E12-EC35-052E-A8C1-F0F47A338AE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0FFCF8-873B-E535-D39F-355625EEC6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2026-07-08T14:04:33Z</dcterms:modified>
</cp:coreProperties>
</file>