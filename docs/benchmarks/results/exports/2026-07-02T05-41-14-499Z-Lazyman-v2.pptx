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2B17A-D7C1-4E11-82A9-569C35360BA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2FA47-BF6E-4BB5-B83D-83225C2D7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063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35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23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7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45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478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799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74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277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62FA47-BF6E-4BB5-B83D-83225C2D7D7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6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2026-07-02T05:41:14Z</dcterms:modified>
</cp:coreProperties>
</file>