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E9F5D-B55F-4B51-9AC8-DD4E5C4D0EE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8EC8E-3386-4253-B75F-515F495C5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876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EC8E-3386-4253-B75F-515F495C59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927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EC8E-3386-4253-B75F-515F495C59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033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EC8E-3386-4253-B75F-515F495C59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562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EC8E-3386-4253-B75F-515F495C59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98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EC8E-3386-4253-B75F-515F495C59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063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EC8E-3386-4253-B75F-515F495C59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355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50265D-F204-C3DA-A558-2E073157A5D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770B8D5-6004-069E-7D6E-489ABC9A77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EF316E5-81D4-9028-96AE-4CC5EDA8D36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ACDB15-FCC1-C86C-C691-FBA5E4573E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286B56-510B-C543-7FCD-23835757E0A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5E9586-D752-27C3-1207-E91355D6BD3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FD085C-4343-E1F2-3B8D-BA2207EEF4B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8A767C-C1C6-14DA-4725-8352174E91D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AFE532-A07D-77A5-A067-C4AD15954DF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2026-07-07T08:30:31Z</dcterms:modified>
</cp:coreProperties>
</file>