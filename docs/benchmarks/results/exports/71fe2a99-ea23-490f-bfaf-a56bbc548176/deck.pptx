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62EC8-F56A-4AA9-AA1D-83A815B5ECD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55283-CC27-44DF-B1CA-58342EEDDA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104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55283-CC27-44DF-B1CA-58342EEDDA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870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55283-CC27-44DF-B1CA-58342EEDDA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540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55283-CC27-44DF-B1CA-58342EEDDA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169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55283-CC27-44DF-B1CA-58342EEDDA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611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55283-CC27-44DF-B1CA-58342EEDDA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420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55283-CC27-44DF-B1CA-58342EEDDA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139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D498E4-E202-0830-48F8-92D3939C849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F410CE0-CF9A-58DF-A080-AA56A509761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FA00A0-87E6-536D-4D60-88D940A581E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A66723-42EF-C8D8-0902-57A3A9AAFE0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619916-929A-24FF-1AF5-4696CCB298B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8AD491-2993-7D66-4683-EA17EAA2146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DE8728-5E8E-C46E-F95A-AEADDABF6A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6B7C1DA-3D2E-83A3-D660-CBA13344757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FC7D8B-17D0-A14E-306E-133517497B8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2026-07-08T10:14:32Z</dcterms:modified>
</cp:coreProperties>
</file>