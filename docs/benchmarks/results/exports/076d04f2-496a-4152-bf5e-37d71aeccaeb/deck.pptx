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CD9B6-954F-466D-985E-C9DF6205B32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8237E-2384-4300-A462-86B560F39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47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8237E-2384-4300-A462-86B560F391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25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8237E-2384-4300-A462-86B560F391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15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8237E-2384-4300-A462-86B560F391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197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8237E-2384-4300-A462-86B560F391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318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8237E-2384-4300-A462-86B560F391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682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8237E-2384-4300-A462-86B560F391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10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35E5BD-65B9-7B89-B321-857470CFA62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BA1B35A-1F31-2860-DE51-5A3D37312E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1EA827-A6A7-7C55-17BC-57D7D96FE1D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A2CE8F-C13A-DF30-A623-BA39815F73D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DDBE24-211D-103E-C2A2-D7DED4610ED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D61452-A023-1A9B-AD87-86721177A62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F96E31-BBD3-A48B-4FF9-7E49C3B2E77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8EA620-9539-7B62-0BAF-938F8CC1917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DA93DC-9B23-DBF1-5C75-12718A990F0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2026-07-09T02:27:19Z</dcterms:modified>
</cp:coreProperties>
</file>