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9" r:id="rId4"/>
    <p:sldId id="1382" r:id="rId5"/>
    <p:sldId id="1167" r:id="rId6"/>
    <p:sldId id="1381" r:id="rId7"/>
    <p:sldId id="261" r:id="rId8"/>
    <p:sldId id="1181" r:id="rId9"/>
    <p:sldId id="474" r:id="rId10"/>
    <p:sldId id="915" r:id="rId11"/>
  </p:sldIdLst>
  <p:sldSz cx="12192000" cy="6858000"/>
  <p:notesSz cx="6858000" cy="9144000"/>
  <p:embeddedFontLst>
    <p:embeddedFont>
      <p:font typeface="MiSans" panose="02010600030101010101" charset="-122"/>
      <p:regular r:id="rId13"/>
      <p:bold r:id="rId14"/>
    </p:embeddedFont>
    <p:embeddedFont>
      <p:font typeface="MiSans Demibold" panose="02010600030101010101" charset="-122"/>
      <p:bold r:id="rId15"/>
    </p:embeddedFont>
    <p:embeddedFont>
      <p:font typeface="MiSans ExtraLight" panose="02010600030101010101" charset="-122"/>
      <p:regular r:id="rId16"/>
    </p:embeddedFont>
    <p:embeddedFont>
      <p:font typeface="MiSans Normal" panose="02010600030101010101" charset="-122"/>
      <p:regular r:id="rId17"/>
    </p:embeddedFont>
    <p:embeddedFont>
      <p:font typeface="MiSans Semibold" panose="02010600030101010101" charset="-122"/>
      <p:bold r:id="rId18"/>
    </p:embeddedFont>
    <p:embeddedFont>
      <p:font typeface="等线" panose="02010600030101010101" pitchFamily="2" charset="-122"/>
      <p:regular r:id="rId19"/>
      <p:bold r:id="rId20"/>
    </p:embeddedFont>
    <p:embeddedFont>
      <p:font typeface="等线 Light" panose="02010600030101010101" pitchFamily="2" charset="-122"/>
      <p:regular r:id="rId2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94"/>
  </p:normalViewPr>
  <p:slideViewPr>
    <p:cSldViewPr snapToGrid="0" snapToObjects="1">
      <p:cViewPr varScale="1">
        <p:scale>
          <a:sx n="83" d="100"/>
          <a:sy n="83" d="100"/>
        </p:scale>
        <p:origin x="21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0CD740-7EAD-4797-A94C-21ADD31BBE47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17AD30-1B67-4A04-9992-D2D199F192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019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企业数字化转型现状结构图 优先级重排。 图示：企业数字化转型现状结构图 内容由</a:t>
            </a:r>
            <a:r>
              <a:rPr lang="en-US" altLang="zh-CN"/>
              <a:t>AI</a:t>
            </a:r>
            <a:r>
              <a:rPr lang="zh-CN" altLang="en-US"/>
              <a:t>生成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17AD30-1B67-4A04-9992-D2D199F192C5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3464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企业数字化转型问题分层卡片 执行能力与反馈闭环四个层面。 先聚焦高频高影响环节， 再逐步覆盖复杂场景， 可显著降低试点风险。 图示： 企业数字化转型问题分层卡片 内容由</a:t>
            </a:r>
            <a:r>
              <a:rPr lang="en-US" altLang="zh-CN"/>
              <a:t>AI</a:t>
            </a:r>
            <a:r>
              <a:rPr lang="zh-CN" altLang="en-US"/>
              <a:t>生成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17AD30-1B67-4A04-9992-D2D199F192C5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1761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企业数字化转型方案架构图 建设， 再通过迭代机制优化质 量， 形成可复制的执行闭环。 图示： 企业数字化转型方案架 构图 内容由</a:t>
            </a:r>
            <a:r>
              <a:rPr lang="en-US" altLang="zh-CN"/>
              <a:t>AI</a:t>
            </a:r>
            <a:r>
              <a:rPr lang="zh-CN" altLang="en-US"/>
              <a:t>生成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17AD30-1B67-4A04-9992-D2D199F192C5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6609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阶段里程碑流程图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17AD30-1B67-4A04-9992-D2D199F192C5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12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试点指标仪表盘 成本与稳定性四类指标。 只有当关键指标持续改善， 才进入下一阶段投入。 图示： 试点指标仪表盘 内容由</a:t>
            </a:r>
            <a:r>
              <a:rPr lang="en-US" altLang="zh-CN"/>
              <a:t>AI</a:t>
            </a:r>
            <a:r>
              <a:rPr lang="zh-CN" altLang="en-US"/>
              <a:t>生成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17AD30-1B67-4A04-9992-D2D199F192C5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2702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决策事项清单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17AD30-1B67-4A04-9992-D2D199F192C5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4856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51551E-05D2-284A-866A-3A1C1D431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 2">
            <a:extLst>
              <a:ext uri="{FF2B5EF4-FFF2-40B4-BE49-F238E27FC236}">
                <a16:creationId xmlns:a16="http://schemas.microsoft.com/office/drawing/2014/main" id="{44E9A8A2-FD04-2244-8421-6736AD57235C}"/>
              </a:ext>
            </a:extLst>
          </p:cNvPr>
          <p:cNvSpPr>
            <a:spLocks noGrp="1"/>
          </p:cNvSpPr>
          <p:nvPr>
            <p:ph type="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编辑母版样式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C597FA-3052-AC44-8325-3F74083D7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5" name="占位符 4">
            <a:extLst>
              <a:ext uri="{FF2B5EF4-FFF2-40B4-BE49-F238E27FC236}">
                <a16:creationId xmlns:a16="http://schemas.microsoft.com/office/drawing/2014/main" id="{73446B59-E837-B94F-B183-33E9C9489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4C1C2E-EABE-0647-9E91-086729E48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0954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DEE9E-1038-1741-BD22-14E17E9F7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170B1A-DE41-4844-88B3-30F482330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488412-D6E8-4744-93D7-AD09AE1C8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5" name="占位符 4">
            <a:extLst>
              <a:ext uri="{FF2B5EF4-FFF2-40B4-BE49-F238E27FC236}">
                <a16:creationId xmlns:a16="http://schemas.microsoft.com/office/drawing/2014/main" id="{4BA7FE07-3A22-C549-8BA1-9144E9B9A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7E1FA5-2F5B-084B-9554-09F84F95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2567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D7166E-B6BB-5344-9AA3-E0DBE1144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002FDE-E74D-344D-BFF6-D11D6C111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C7EEA8-2ADF-CC4B-B675-FE199081D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5" name="占位符 4">
            <a:extLst>
              <a:ext uri="{FF2B5EF4-FFF2-40B4-BE49-F238E27FC236}">
                <a16:creationId xmlns:a16="http://schemas.microsoft.com/office/drawing/2014/main" id="{312B4834-C1BB-1B44-BF19-1B50911F2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E8B649-B321-0C4D-B9AA-67A5BEB6F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79077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A99348-69F5-DF4B-9272-7D0BA01C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50AD84-240D-9843-ABCF-574C274E4A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B1F8CE-1B4E-674D-8F4A-CA1287EB7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E679F6-CC2D-C440-BBA3-00B9BCACC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6" name="占位符 5">
            <a:extLst>
              <a:ext uri="{FF2B5EF4-FFF2-40B4-BE49-F238E27FC236}">
                <a16:creationId xmlns:a16="http://schemas.microsoft.com/office/drawing/2014/main" id="{19E43B05-B98B-F74C-9B0D-D350AFB75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26DDFE0-2BE5-B04A-B5A7-1266ECEB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7642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AAA9D8-56EB-7C4A-A672-599F7B9E9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8748-22F6-474D-9F71-2EA189003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6CDD65-02A6-8546-B189-0822B63EC3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B900841-9656-E548-ABE9-00F00C53A1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43552ED-6CC3-B240-BA51-ED73A4B77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6DE226E-E9C3-EB47-B287-A7D7FEFD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8" name="占位符 7">
            <a:extLst>
              <a:ext uri="{FF2B5EF4-FFF2-40B4-BE49-F238E27FC236}">
                <a16:creationId xmlns:a16="http://schemas.microsoft.com/office/drawing/2014/main" id="{B3B0F7AA-053C-AA4D-AD80-35331F75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2666E5C-73BC-5642-9E7E-E0C5BEA02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95560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37DBB6-7BD2-ED41-873E-1DFBD912C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6F0EC03-0534-EE4C-A881-7AAE8148A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4" name="占位符 3">
            <a:extLst>
              <a:ext uri="{FF2B5EF4-FFF2-40B4-BE49-F238E27FC236}">
                <a16:creationId xmlns:a16="http://schemas.microsoft.com/office/drawing/2014/main" id="{D5265618-A896-5647-87D0-565E9C3C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5ED62D5-37C2-8943-B536-9EA13774E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7052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34DFB2-B536-0243-B59D-05BAD3B0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3" name="占位符 2">
            <a:extLst>
              <a:ext uri="{FF2B5EF4-FFF2-40B4-BE49-F238E27FC236}">
                <a16:creationId xmlns:a16="http://schemas.microsoft.com/office/drawing/2014/main" id="{1DA39024-C9AE-734F-8496-D6A531AD3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31C14F-A223-0E4B-8346-E1790BBF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1893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759F3-0D81-B04C-9073-3B0C87F1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52E6C3-B624-8948-AA1F-3E0DA765F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03A5E2-4299-1846-9C45-DC3739B15E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1828AD-2240-5D4F-A2DD-EC93A07C5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6" name="占位符 5">
            <a:extLst>
              <a:ext uri="{FF2B5EF4-FFF2-40B4-BE49-F238E27FC236}">
                <a16:creationId xmlns:a16="http://schemas.microsoft.com/office/drawing/2014/main" id="{844B726F-C8A7-7540-9FF1-C2016538F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4C09E4-5391-E54A-BD26-D9BC2E02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5356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9CDA7F-0E32-7E4B-82BD-DF6C3496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268411B-BDDC-1C49-BF72-B19E63DB84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1160554-4A80-054E-9D5D-399F4A638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EFA97E-1663-854F-AF1C-79DCA1531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6" name="占位符 5">
            <a:extLst>
              <a:ext uri="{FF2B5EF4-FFF2-40B4-BE49-F238E27FC236}">
                <a16:creationId xmlns:a16="http://schemas.microsoft.com/office/drawing/2014/main" id="{6971A4EC-9A7E-5746-A4F8-84CFCAFB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44E9F-C89A-FE48-94B7-92BCBD76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8025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1A56D8-8561-0F42-9781-8E542A94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0B4ED-6FD2-F641-BD35-A681DB60F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478DD9-04F2-1949-B704-18F760F35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5" name="占位符 4">
            <a:extLst>
              <a:ext uri="{FF2B5EF4-FFF2-40B4-BE49-F238E27FC236}">
                <a16:creationId xmlns:a16="http://schemas.microsoft.com/office/drawing/2014/main" id="{12235E66-F75A-2943-A9E5-3FEC636D4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520BEF-2CBD-4C4D-B31B-294BA6B29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69972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7C986AE-AA07-B44D-B641-0854DB776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389C9E-00A2-3249-A76A-B6904BD75B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069BE1-A486-B94A-87F0-696E58A1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5" name="占位符 4">
            <a:extLst>
              <a:ext uri="{FF2B5EF4-FFF2-40B4-BE49-F238E27FC236}">
                <a16:creationId xmlns:a16="http://schemas.microsoft.com/office/drawing/2014/main" id="{6CB046B9-28CD-7E40-B865-CBD300AB8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D294F4-F89D-5844-BD93-2FFA4BC91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65462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5EE0B3D-9C23-3448-BD26-226ED697D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B3608D-8C36-294D-B08B-171371E72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E82BA3-A707-2A45-9B90-94A1BD03C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0EB0E-2E49-E142-A4B9-DDDF65D8C85B}" type="datetimeFigureOut">
              <a:t>2026/7/8</a:t>
            </a:fld>
            <a:endParaRPr kumimoji="1" lang="zh-CN" altLang="en-US"/>
          </a:p>
        </p:txBody>
      </p:sp>
      <p:sp>
        <p:nvSpPr>
          <p:cNvPr id="5" name="占位符 4">
            <a:extLst>
              <a:ext uri="{FF2B5EF4-FFF2-40B4-BE49-F238E27FC236}">
                <a16:creationId xmlns:a16="http://schemas.microsoft.com/office/drawing/2014/main" id="{F55AADAB-895A-224B-959D-A5C11A166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4F2E14-B202-2E49-AEA2-F543C7927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116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4" Type="http://schemas.openxmlformats.org/officeDocument/2006/relationships/notesSlide" Target="../notesSlides/notesSl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6B56FCE-D382-9A47-B298-756FE2A6998C}"/>
              </a:ext>
            </a:extLst>
          </p:cNvPr>
          <p:cNvSpPr/>
          <p:nvPr/>
        </p:nvSpPr>
        <p:spPr>
          <a:xfrm>
            <a:off x="1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B7575-E930-9C4F-AB9B-EB8DD97D0562}"/>
              </a:ext>
            </a:extLst>
          </p:cNvPr>
          <p:cNvSpPr/>
          <p:nvPr/>
        </p:nvSpPr>
        <p:spPr>
          <a:xfrm>
            <a:off x="1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zh-CN" altLang="en-US">
                <a:cs typeface="思源黑体 CN Normal" panose="020B0400000000000000" charset="-122"/>
              </a:rPr>
              <a:t>企业数字化转型</a:t>
            </a: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AC4AC1AA-F08F-D640-A726-776DEA9EE7EB}"/>
              </a:ext>
            </a:extLst>
          </p:cNvPr>
          <p:cNvSpPr/>
          <p:nvPr/>
        </p:nvSpPr>
        <p:spPr>
          <a:xfrm>
            <a:off x="832303" y="0"/>
            <a:ext cx="1965183" cy="2148114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cd4">
                <a:pos x="hc" y="t"/>
              </a:cxn>
              <a:cxn ang="3cd4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cd4">
                <a:pos x="ir" y="it"/>
              </a:cxn>
            </a:cxnLst>
            <a:rect l="l" t="t" r="r" b="b"/>
            <a:pathLst>
              <a:path w="2401" h="2624">
                <a:moveTo>
                  <a:pt x="7" y="0"/>
                </a:moveTo>
                <a:lnTo>
                  <a:pt x="2395" y="0"/>
                </a:lnTo>
                <a:lnTo>
                  <a:pt x="2395" y="1298"/>
                </a:lnTo>
                <a:lnTo>
                  <a:pt x="2395" y="1301"/>
                </a:lnTo>
                <a:cubicBezTo>
                  <a:pt x="2399" y="1341"/>
                  <a:pt x="2401" y="1382"/>
                  <a:pt x="2401" y="1424"/>
                </a:cubicBezTo>
                <a:cubicBezTo>
                  <a:pt x="2401" y="2087"/>
                  <a:pt x="1864" y="2624"/>
                  <a:pt x="1201" y="2624"/>
                </a:cubicBezTo>
                <a:cubicBezTo>
                  <a:pt x="537" y="2624"/>
                  <a:pt x="0" y="2087"/>
                  <a:pt x="0" y="1424"/>
                </a:cubicBezTo>
                <a:cubicBezTo>
                  <a:pt x="0" y="1382"/>
                  <a:pt x="2" y="1341"/>
                  <a:pt x="6" y="1301"/>
                </a:cubicBezTo>
                <a:lnTo>
                  <a:pt x="7" y="1298"/>
                </a:lnTo>
                <a:lnTo>
                  <a:pt x="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8488DA47-B789-4C4D-AA77-CEAB2C46DB59}"/>
              </a:ext>
            </a:extLst>
          </p:cNvPr>
          <p:cNvSpPr/>
          <p:nvPr/>
        </p:nvSpPr>
        <p:spPr>
          <a:xfrm flipV="1">
            <a:off x="0" y="6236335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C8DC4124-F39D-3E43-8CEF-879BFB4CA96C}"/>
              </a:ext>
            </a:extLst>
          </p:cNvPr>
          <p:cNvSpPr/>
          <p:nvPr/>
        </p:nvSpPr>
        <p:spPr>
          <a:xfrm flipH="1">
            <a:off x="10745470" y="0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B2C7E6A-EDD4-5041-856B-54F366EED311}"/>
              </a:ext>
            </a:extLst>
          </p:cNvPr>
          <p:cNvSpPr txBox="1"/>
          <p:nvPr/>
        </p:nvSpPr>
        <p:spPr bwMode="auto">
          <a:xfrm>
            <a:off x="1092330" y="421866"/>
            <a:ext cx="14451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ExtraLight" pitchFamily="2" charset="-122"/>
              <a:ea typeface="MiSans ExtraLight" pitchFamily="2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D54464-74AD-CE4E-95A3-45E11B9943C9}"/>
              </a:ext>
            </a:extLst>
          </p:cNvPr>
          <p:cNvSpPr txBox="1"/>
          <p:nvPr/>
        </p:nvSpPr>
        <p:spPr bwMode="auto">
          <a:xfrm>
            <a:off x="1092330" y="1221907"/>
            <a:ext cx="14451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1" i="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56A912-5953-9B40-B949-9B16B3CCAE2A}"/>
              </a:ext>
            </a:extLst>
          </p:cNvPr>
          <p:cNvSpPr txBox="1"/>
          <p:nvPr/>
        </p:nvSpPr>
        <p:spPr>
          <a:xfrm>
            <a:off x="2701472" y="2481345"/>
            <a:ext cx="7890783" cy="1107996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zh-CN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企业数字化转型提案汇报 内容由</a:t>
            </a:r>
            <a:r>
              <a:rPr lang="en-US" altLang="zh-CN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AI</a:t>
            </a:r>
            <a:r>
              <a:rPr lang="zh-CN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生成</a:t>
            </a:r>
            <a:r>
              <a:rPr lang="en-US" altLang="zh-CN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>1/10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86A1FA-13CC-9945-9A33-DD6B2693D7C9}"/>
              </a:ext>
            </a:extLst>
          </p:cNvPr>
          <p:cNvSpPr/>
          <p:nvPr/>
        </p:nvSpPr>
        <p:spPr>
          <a:xfrm>
            <a:off x="6781800" y="1935853"/>
            <a:ext cx="3675382" cy="58477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endParaRPr lang="zh-CN" altLang="en-US" sz="3200" dirty="0"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776CFD52-1AD6-5E49-AAE9-B813656875AB}"/>
              </a:ext>
            </a:extLst>
          </p:cNvPr>
          <p:cNvGrpSpPr/>
          <p:nvPr/>
        </p:nvGrpSpPr>
        <p:grpSpPr>
          <a:xfrm>
            <a:off x="5962114" y="4541098"/>
            <a:ext cx="4524564" cy="392282"/>
            <a:chOff x="3756545" y="3956695"/>
            <a:chExt cx="4524564" cy="392282"/>
          </a:xfrm>
          <a:solidFill>
            <a:schemeClr val="accent1"/>
          </a:solidFill>
        </p:grpSpPr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A0605EA5-AAB6-D74E-9810-0C2932F00B97}"/>
                </a:ext>
              </a:extLst>
            </p:cNvPr>
            <p:cNvSpPr/>
            <p:nvPr/>
          </p:nvSpPr>
          <p:spPr>
            <a:xfrm>
              <a:off x="3756545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8592C978-1561-B34D-93A2-BE68B1B05D73}"/>
                </a:ext>
              </a:extLst>
            </p:cNvPr>
            <p:cNvSpPr/>
            <p:nvPr/>
          </p:nvSpPr>
          <p:spPr>
            <a:xfrm>
              <a:off x="6243378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B4F8DA04-0260-1146-96A2-811FC5BF64BF}"/>
              </a:ext>
            </a:extLst>
          </p:cNvPr>
          <p:cNvSpPr/>
          <p:nvPr/>
        </p:nvSpPr>
        <p:spPr>
          <a:xfrm>
            <a:off x="4377878" y="3691230"/>
            <a:ext cx="6108799" cy="616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defTabSz="914400">
              <a:lnSpc>
                <a:spcPct val="150000"/>
              </a:lnSpc>
              <a:defRPr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B415F-FF96-954D-4963-E07C528C7CC1}"/>
              </a:ext>
            </a:extLst>
          </p:cNvPr>
          <p:cNvSpPr txBox="1"/>
          <p:nvPr/>
        </p:nvSpPr>
        <p:spPr>
          <a:xfrm>
            <a:off x="1219200" y="19202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 sz="1400"/>
              <a:t>企业数字化转型提案汇报 企业数字化转型提案汇报 内容由</a:t>
            </a:r>
            <a:r>
              <a:rPr lang="en-US" altLang="zh-CN" sz="1400"/>
              <a:t>AI</a:t>
            </a:r>
            <a:r>
              <a:rPr lang="zh-CN" altLang="en-US" sz="1400"/>
              <a:t>生成</a:t>
            </a:r>
          </a:p>
        </p:txBody>
      </p:sp>
    </p:spTree>
    <p:extLst>
      <p:ext uri="{BB962C8B-B14F-4D97-AF65-F5344CB8AC3E}">
        <p14:creationId xmlns:p14="http://schemas.microsoft.com/office/powerpoint/2010/main" val="205075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decel="10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2" grpId="0" animBg="1"/>
      <p:bldP spid="4" grpId="0" animBg="1"/>
      <p:bldP spid="5" grpId="0" animBg="1"/>
      <p:bldP spid="7" grpId="0"/>
      <p:bldP spid="8" grpId="0"/>
      <p:bldP spid="9" grpId="0"/>
      <p:bldP spid="10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5D82E8D-9BED-AE47-A376-21815715B4A0}"/>
              </a:ext>
            </a:extLst>
          </p:cNvPr>
          <p:cNvSpPr/>
          <p:nvPr/>
        </p:nvSpPr>
        <p:spPr>
          <a:xfrm>
            <a:off x="1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522018C2-487E-CA45-9C6C-5DE183BA7CC9}"/>
              </a:ext>
            </a:extLst>
          </p:cNvPr>
          <p:cNvSpPr/>
          <p:nvPr/>
        </p:nvSpPr>
        <p:spPr>
          <a:xfrm flipV="1">
            <a:off x="0" y="6236335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D8D1F66-57AC-ED49-8F55-2546AF25CDE3}"/>
              </a:ext>
            </a:extLst>
          </p:cNvPr>
          <p:cNvSpPr txBox="1"/>
          <p:nvPr/>
        </p:nvSpPr>
        <p:spPr>
          <a:xfrm>
            <a:off x="4772706" y="704661"/>
            <a:ext cx="264658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40EDF6-400B-1F40-B4FF-A8B98BDB06E7}"/>
              </a:ext>
            </a:extLst>
          </p:cNvPr>
          <p:cNvSpPr/>
          <p:nvPr/>
        </p:nvSpPr>
        <p:spPr>
          <a:xfrm>
            <a:off x="4180113" y="1812657"/>
            <a:ext cx="3831774" cy="64633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3600" dirty="0">
              <a:solidFill>
                <a:schemeClr val="accent2"/>
              </a:solidFill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E0F473-7AD4-8C4B-8422-BFA9A865F526}"/>
              </a:ext>
            </a:extLst>
          </p:cNvPr>
          <p:cNvSpPr txBox="1"/>
          <p:nvPr/>
        </p:nvSpPr>
        <p:spPr>
          <a:xfrm>
            <a:off x="2741583" y="2872602"/>
            <a:ext cx="2876550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1FF1DA2-8DE5-5E45-B499-5D874F677035}"/>
              </a:ext>
            </a:extLst>
          </p:cNvPr>
          <p:cNvSpPr/>
          <p:nvPr/>
        </p:nvSpPr>
        <p:spPr>
          <a:xfrm>
            <a:off x="2741583" y="3226496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C8C80633-BF42-FC72-0DFF-6723F8A3407B}"/>
              </a:ext>
            </a:extLst>
          </p:cNvPr>
          <p:cNvGrpSpPr/>
          <p:nvPr/>
        </p:nvGrpSpPr>
        <p:grpSpPr>
          <a:xfrm>
            <a:off x="1709980" y="2797475"/>
            <a:ext cx="952500" cy="794292"/>
            <a:chOff x="1709980" y="2797475"/>
            <a:chExt cx="952500" cy="794292"/>
          </a:xfrm>
        </p:grpSpPr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4673A9BA-218A-B24A-8994-3002E4CC53E4}"/>
                </a:ext>
              </a:extLst>
            </p:cNvPr>
            <p:cNvSpPr txBox="1"/>
            <p:nvPr/>
          </p:nvSpPr>
          <p:spPr>
            <a:xfrm>
              <a:off x="1709980" y="2871454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7FC5A057-9B04-9D42-AEB7-DCB5F28BD2BC}"/>
                </a:ext>
              </a:extLst>
            </p:cNvPr>
            <p:cNvSpPr/>
            <p:nvPr/>
          </p:nvSpPr>
          <p:spPr>
            <a:xfrm>
              <a:off x="1789083" y="2797475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486BF147-410C-5E49-B6E9-8C3AC57A67AC}"/>
              </a:ext>
            </a:extLst>
          </p:cNvPr>
          <p:cNvSpPr txBox="1"/>
          <p:nvPr/>
        </p:nvSpPr>
        <p:spPr>
          <a:xfrm>
            <a:off x="2741583" y="4285920"/>
            <a:ext cx="2876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A1080CB-1074-4C49-A4DF-306A5C029FE7}"/>
              </a:ext>
            </a:extLst>
          </p:cNvPr>
          <p:cNvSpPr/>
          <p:nvPr/>
        </p:nvSpPr>
        <p:spPr>
          <a:xfrm>
            <a:off x="2741583" y="4639814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09ED1CF9-C59B-1843-15C2-E29F9206033F}"/>
              </a:ext>
            </a:extLst>
          </p:cNvPr>
          <p:cNvGrpSpPr/>
          <p:nvPr/>
        </p:nvGrpSpPr>
        <p:grpSpPr>
          <a:xfrm>
            <a:off x="1709980" y="4210793"/>
            <a:ext cx="952500" cy="794292"/>
            <a:chOff x="1709980" y="4210793"/>
            <a:chExt cx="952500" cy="794292"/>
          </a:xfrm>
        </p:grpSpPr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E8890FBB-3616-1942-BB50-8ABB72147ADE}"/>
                </a:ext>
              </a:extLst>
            </p:cNvPr>
            <p:cNvSpPr txBox="1"/>
            <p:nvPr/>
          </p:nvSpPr>
          <p:spPr>
            <a:xfrm>
              <a:off x="1709980" y="4284772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D96D374D-B5DF-B149-AEB7-648AAD3D53BE}"/>
                </a:ext>
              </a:extLst>
            </p:cNvPr>
            <p:cNvSpPr/>
            <p:nvPr/>
          </p:nvSpPr>
          <p:spPr>
            <a:xfrm>
              <a:off x="1789083" y="4210793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47FC36D5-8B52-0343-B7B8-FDF8D8D19491}"/>
              </a:ext>
            </a:extLst>
          </p:cNvPr>
          <p:cNvSpPr txBox="1"/>
          <p:nvPr/>
        </p:nvSpPr>
        <p:spPr>
          <a:xfrm>
            <a:off x="7910483" y="2872602"/>
            <a:ext cx="2876550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zh-CN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>内容由</a:t>
            </a:r>
            <a:r>
              <a:rPr lang="en-US" altLang="zh-CN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>AI</a:t>
            </a:r>
            <a:r>
              <a:rPr lang="zh-CN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>生成</a:t>
            </a:r>
            <a:r>
              <a:rPr lang="en-US" altLang="zh-CN" sz="1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>2/10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C68F3CF-DEBB-AD49-9423-94692C2D2AC6}"/>
              </a:ext>
            </a:extLst>
          </p:cNvPr>
          <p:cNvSpPr/>
          <p:nvPr/>
        </p:nvSpPr>
        <p:spPr>
          <a:xfrm>
            <a:off x="7910483" y="3226496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44DB342-5E5C-8C53-1342-86419AC4E6D2}"/>
              </a:ext>
            </a:extLst>
          </p:cNvPr>
          <p:cNvGrpSpPr/>
          <p:nvPr/>
        </p:nvGrpSpPr>
        <p:grpSpPr>
          <a:xfrm>
            <a:off x="6878880" y="2797475"/>
            <a:ext cx="952500" cy="794292"/>
            <a:chOff x="6878880" y="2797475"/>
            <a:chExt cx="952500" cy="794292"/>
          </a:xfrm>
        </p:grpSpPr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1F0C88D-C8D9-1E46-AA39-C0069CF7FA3B}"/>
                </a:ext>
              </a:extLst>
            </p:cNvPr>
            <p:cNvSpPr txBox="1"/>
            <p:nvPr/>
          </p:nvSpPr>
          <p:spPr>
            <a:xfrm>
              <a:off x="6878880" y="2871454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9F7FBD9C-21FD-D445-86D8-D21D3F3C7DE4}"/>
                </a:ext>
              </a:extLst>
            </p:cNvPr>
            <p:cNvSpPr/>
            <p:nvPr/>
          </p:nvSpPr>
          <p:spPr>
            <a:xfrm>
              <a:off x="6957983" y="2797475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3DBE14C0-3ED6-6A40-9AD4-B058D85B3B20}"/>
              </a:ext>
            </a:extLst>
          </p:cNvPr>
          <p:cNvSpPr txBox="1"/>
          <p:nvPr/>
        </p:nvSpPr>
        <p:spPr>
          <a:xfrm>
            <a:off x="7910483" y="4285920"/>
            <a:ext cx="2876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BAAF3C-F406-654B-90DA-A6F0CF0DA6EF}"/>
              </a:ext>
            </a:extLst>
          </p:cNvPr>
          <p:cNvSpPr/>
          <p:nvPr/>
        </p:nvSpPr>
        <p:spPr>
          <a:xfrm>
            <a:off x="7910483" y="4639814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AC0E0E1C-AA5D-A2DE-2C46-CBCC328A54DA}"/>
              </a:ext>
            </a:extLst>
          </p:cNvPr>
          <p:cNvGrpSpPr/>
          <p:nvPr/>
        </p:nvGrpSpPr>
        <p:grpSpPr>
          <a:xfrm>
            <a:off x="6878880" y="4210793"/>
            <a:ext cx="952500" cy="794292"/>
            <a:chOff x="6878880" y="4210793"/>
            <a:chExt cx="952500" cy="794292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A826746-7870-B844-A7EB-E7B7E9214F13}"/>
                </a:ext>
              </a:extLst>
            </p:cNvPr>
            <p:cNvSpPr txBox="1"/>
            <p:nvPr/>
          </p:nvSpPr>
          <p:spPr>
            <a:xfrm>
              <a:off x="6878880" y="4284772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301336F9-ABB2-5A4C-A0B2-BC29AFEDDBCC}"/>
                </a:ext>
              </a:extLst>
            </p:cNvPr>
            <p:cNvSpPr/>
            <p:nvPr/>
          </p:nvSpPr>
          <p:spPr>
            <a:xfrm>
              <a:off x="6957983" y="4210793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26" name="文本框 25">
            <a:extLst>
              <a:ext uri="{FF2B5EF4-FFF2-40B4-BE49-F238E27FC236}">
                <a16:creationId xmlns:a16="http://schemas.microsoft.com/office/drawing/2014/main" id="{5EC5B314-9A01-2ABE-EBB5-D77042055E78}"/>
              </a:ext>
            </a:extLst>
          </p:cNvPr>
          <p:cNvSpPr txBox="1"/>
          <p:nvPr/>
        </p:nvSpPr>
        <p:spPr>
          <a:xfrm>
            <a:off x="1219200" y="5486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/>
              <a:t>现状与问题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7A06BF9A-F7C9-0390-CD78-C4D4025D2AC0}"/>
              </a:ext>
            </a:extLst>
          </p:cNvPr>
          <p:cNvSpPr txBox="1"/>
          <p:nvPr/>
        </p:nvSpPr>
        <p:spPr>
          <a:xfrm>
            <a:off x="1219200" y="19202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1612039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 nodePh="1">
                                  <p:stCondLst>
                                    <p:cond delay="60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accel="19000" decel="8100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accel="19000" decel="81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accel="19000" decel="81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accel="19000" decel="8100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accel="19000" decel="81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accel="19000" decel="81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accel="19000" decel="81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accel="19000" decel="81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  <p:bldP spid="9" grpId="0"/>
      <p:bldP spid="11" grpId="0"/>
      <p:bldP spid="13" grpId="0"/>
      <p:bldP spid="15" grpId="0"/>
      <p:bldP spid="17" grpId="0"/>
      <p:bldP spid="19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zh-CN" altLang="en-US">
                <a:cs typeface="思源黑体 CN Normal" panose="020B0400000000000000" charset="-122"/>
              </a:rPr>
              <a:t>现状评估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 defTabSz="914377">
              <a:defRPr/>
            </a:pPr>
            <a:endParaRPr lang="zh-CN" altLang="en-US" sz="1300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endParaRPr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6388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8ECF2B5-CFCD-FA64-1B63-149F94D4E7C4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836A0335-004F-2B29-B212-4553F71C0F7A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42BE279-6907-C728-976E-DB44BDA8341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endParaRPr/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93FCC6B-8FCC-4824-9881-8882DEB4F92C}"/>
              </a:ext>
            </a:extLst>
          </p:cNvPr>
          <p:cNvSpPr/>
          <p:nvPr/>
        </p:nvSpPr>
        <p:spPr>
          <a:xfrm>
            <a:off x="905077" y="1696792"/>
            <a:ext cx="2938724" cy="1961755"/>
          </a:xfrm>
          <a:custGeom>
            <a:avLst/>
            <a:gdLst>
              <a:gd name="connsiteX0" fmla="*/ 0 w 2938724"/>
              <a:gd name="connsiteY0" fmla="*/ 0 h 1961755"/>
              <a:gd name="connsiteX1" fmla="*/ 2938724 w 2938724"/>
              <a:gd name="connsiteY1" fmla="*/ 0 h 1961755"/>
              <a:gd name="connsiteX2" fmla="*/ 2938724 w 2938724"/>
              <a:gd name="connsiteY2" fmla="*/ 1961755 h 1961755"/>
              <a:gd name="connsiteX3" fmla="*/ 0 w 2938724"/>
              <a:gd name="connsiteY3" fmla="*/ 1961755 h 1961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61755">
                <a:moveTo>
                  <a:pt x="0" y="0"/>
                </a:moveTo>
                <a:lnTo>
                  <a:pt x="2938724" y="0"/>
                </a:lnTo>
                <a:lnTo>
                  <a:pt x="2938724" y="1961755"/>
                </a:lnTo>
                <a:lnTo>
                  <a:pt x="0" y="1961755"/>
                </a:lnTo>
                <a:close/>
              </a:path>
            </a:pathLst>
          </a:custGeom>
          <a:blipFill>
            <a:blip r:embed="rId3"/>
            <a:srcRect/>
            <a:stretch>
              <a:fillRect t="-62239" b="-62239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32C8CB3-3480-2140-8A37-98631C25DDAD}"/>
              </a:ext>
            </a:extLst>
          </p:cNvPr>
          <p:cNvSpPr txBox="1"/>
          <p:nvPr/>
        </p:nvSpPr>
        <p:spPr>
          <a:xfrm>
            <a:off x="1157758" y="4186133"/>
            <a:ext cx="2433362" cy="369332"/>
          </a:xfrm>
          <a:prstGeom prst="rect">
            <a:avLst/>
          </a:prstGeom>
          <a:noFill/>
        </p:spPr>
        <p:txBody>
          <a:bodyPr wrap="square" rtlCol="0">
            <a:norm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1400"/>
              <a:t>问题拆解</a:t>
            </a:r>
            <a:endParaRPr sz="14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BFBE4B-5589-C849-904B-FF072EA39F0D}"/>
              </a:ext>
            </a:extLst>
          </p:cNvPr>
          <p:cNvSpPr txBox="1"/>
          <p:nvPr/>
        </p:nvSpPr>
        <p:spPr>
          <a:xfrm>
            <a:off x="905079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CAE8325-05B0-F04A-9349-C8016EF848A6}"/>
              </a:ext>
            </a:extLst>
          </p:cNvPr>
          <p:cNvSpPr txBox="1"/>
          <p:nvPr/>
        </p:nvSpPr>
        <p:spPr>
          <a:xfrm>
            <a:off x="4879315" y="4186133"/>
            <a:ext cx="2433362" cy="369332"/>
          </a:xfrm>
          <a:prstGeom prst="rect">
            <a:avLst/>
          </a:prstGeom>
          <a:noFill/>
        </p:spPr>
        <p:txBody>
          <a:bodyPr wrap="square" rtlCol="0">
            <a:no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endParaRPr sz="10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3AB2B2B-88C1-2845-8A73-9448C9B81D40}"/>
              </a:ext>
            </a:extLst>
          </p:cNvPr>
          <p:cNvSpPr txBox="1"/>
          <p:nvPr/>
        </p:nvSpPr>
        <p:spPr>
          <a:xfrm>
            <a:off x="4626636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E3D32B-F81C-8043-B8BE-39E9957D3A9D}"/>
              </a:ext>
            </a:extLst>
          </p:cNvPr>
          <p:cNvSpPr txBox="1"/>
          <p:nvPr/>
        </p:nvSpPr>
        <p:spPr>
          <a:xfrm>
            <a:off x="8600872" y="4186133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5E2E777-A6D8-A149-BFAF-888545A58AD7}"/>
              </a:ext>
            </a:extLst>
          </p:cNvPr>
          <p:cNvSpPr txBox="1"/>
          <p:nvPr/>
        </p:nvSpPr>
        <p:spPr>
          <a:xfrm>
            <a:off x="8348193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BE7E5CB6-00DB-4767-8483-5C734239D92E}"/>
              </a:ext>
            </a:extLst>
          </p:cNvPr>
          <p:cNvSpPr/>
          <p:nvPr/>
        </p:nvSpPr>
        <p:spPr>
          <a:xfrm>
            <a:off x="4626636" y="1696792"/>
            <a:ext cx="2938724" cy="1959150"/>
          </a:xfrm>
          <a:custGeom>
            <a:avLst/>
            <a:gdLst>
              <a:gd name="connsiteX0" fmla="*/ 0 w 2938724"/>
              <a:gd name="connsiteY0" fmla="*/ 0 h 1959150"/>
              <a:gd name="connsiteX1" fmla="*/ 2938724 w 2938724"/>
              <a:gd name="connsiteY1" fmla="*/ 0 h 1959150"/>
              <a:gd name="connsiteX2" fmla="*/ 2938724 w 2938724"/>
              <a:gd name="connsiteY2" fmla="*/ 1959150 h 1959150"/>
              <a:gd name="connsiteX3" fmla="*/ 0 w 2938724"/>
              <a:gd name="connsiteY3" fmla="*/ 1959150 h 1959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59150">
                <a:moveTo>
                  <a:pt x="0" y="0"/>
                </a:moveTo>
                <a:lnTo>
                  <a:pt x="2938724" y="0"/>
                </a:lnTo>
                <a:lnTo>
                  <a:pt x="2938724" y="1959150"/>
                </a:lnTo>
                <a:lnTo>
                  <a:pt x="0" y="1959150"/>
                </a:lnTo>
                <a:close/>
              </a:path>
            </a:pathLst>
          </a:custGeom>
          <a:blipFill>
            <a:blip r:embed="rId4"/>
            <a:srcRect/>
            <a:stretch>
              <a:fillRect t="-63065" b="-63065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0BDDA476-6E95-414A-A36D-8CA1E98B49D4}"/>
              </a:ext>
            </a:extLst>
          </p:cNvPr>
          <p:cNvSpPr/>
          <p:nvPr/>
        </p:nvSpPr>
        <p:spPr>
          <a:xfrm>
            <a:off x="8348196" y="1696791"/>
            <a:ext cx="2938724" cy="1955801"/>
          </a:xfrm>
          <a:custGeom>
            <a:avLst/>
            <a:gdLst>
              <a:gd name="connsiteX0" fmla="*/ 0 w 2938724"/>
              <a:gd name="connsiteY0" fmla="*/ 0 h 1955801"/>
              <a:gd name="connsiteX1" fmla="*/ 2938724 w 2938724"/>
              <a:gd name="connsiteY1" fmla="*/ 0 h 1955801"/>
              <a:gd name="connsiteX2" fmla="*/ 2938724 w 2938724"/>
              <a:gd name="connsiteY2" fmla="*/ 1955801 h 1955801"/>
              <a:gd name="connsiteX3" fmla="*/ 0 w 2938724"/>
              <a:gd name="connsiteY3" fmla="*/ 1955801 h 1955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55801">
                <a:moveTo>
                  <a:pt x="0" y="0"/>
                </a:moveTo>
                <a:lnTo>
                  <a:pt x="2938724" y="0"/>
                </a:lnTo>
                <a:lnTo>
                  <a:pt x="2938724" y="1955801"/>
                </a:lnTo>
                <a:lnTo>
                  <a:pt x="0" y="1955801"/>
                </a:lnTo>
                <a:close/>
              </a:path>
            </a:pathLst>
          </a:custGeom>
          <a:blipFill>
            <a:blip r:embed="rId5"/>
            <a:srcRect/>
            <a:stretch>
              <a:fillRect t="-44067" b="-44067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BE4E39E-0C3D-B730-CE65-5249EB194A8F}"/>
              </a:ext>
            </a:extLst>
          </p:cNvPr>
          <p:cNvSpPr txBox="1"/>
          <p:nvPr/>
        </p:nvSpPr>
        <p:spPr>
          <a:xfrm>
            <a:off x="1219200" y="5486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/>
              <a:t>关键问题拆解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3D54BA5-415B-1E5E-71D2-4AF34F419FE9}"/>
              </a:ext>
            </a:extLst>
          </p:cNvPr>
          <p:cNvSpPr txBox="1"/>
          <p:nvPr/>
        </p:nvSpPr>
        <p:spPr>
          <a:xfrm>
            <a:off x="1219200" y="19202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endParaRPr lang="zh-CN" altLang="en-US" sz="1000"/>
          </a:p>
        </p:txBody>
      </p:sp>
    </p:spTree>
    <p:extLst>
      <p:ext uri="{BB962C8B-B14F-4D97-AF65-F5344CB8AC3E}">
        <p14:creationId xmlns:p14="http://schemas.microsoft.com/office/powerpoint/2010/main" val="284629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19000" decel="81000" fill="hold" grpId="0" nodeType="withEffect" nodePh="1">
                                  <p:stCondLst>
                                    <p:cond delay="80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accel="19000" decel="81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5" grpId="0"/>
      <p:bldP spid="6" grpId="0"/>
      <p:bldP spid="7" grpId="0"/>
      <p:bldP spid="8" grpId="0"/>
      <p:bldP spid="9" grpId="0"/>
      <p:bldP spid="10" grpId="0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9A7ABF8-5FC7-6D7B-E97A-8BB21C5FFD2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15A8A187-90A9-D200-2C3D-046943B334DD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C8665C6-BA4B-C7A4-FA37-4948398C998F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777A62-2601-484A-A176-5DDC43C0B8F5}"/>
              </a:ext>
            </a:extLst>
          </p:cNvPr>
          <p:cNvSpPr/>
          <p:nvPr/>
        </p:nvSpPr>
        <p:spPr>
          <a:xfrm>
            <a:off x="669926" y="2848645"/>
            <a:ext cx="10850562" cy="2725347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wrap="square" lIns="80632" tIns="40316" rIns="80632" bIns="40316" rtlCol="0" anchor="ctr">
            <a:normAutofit/>
          </a:bodyPr>
          <a:lstStyle/>
          <a:p>
            <a:pPr algn="ctr"/>
            <a:endParaRPr lang="zh-CN" altLang="en-US" sz="1400" kern="0" dirty="0">
              <a:solidFill>
                <a:sysClr val="window" lastClr="FFFFFF"/>
              </a:solidFill>
              <a:latin typeface="MiSans" panose="00000500000000000000" pitchFamily="2" charset="-122"/>
              <a:ea typeface="MiSans" panose="00000500000000000000" pitchFamily="2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68F8DFA-374A-4543-8F27-D337FC9A9137}"/>
              </a:ext>
            </a:extLst>
          </p:cNvPr>
          <p:cNvSpPr/>
          <p:nvPr/>
        </p:nvSpPr>
        <p:spPr>
          <a:xfrm flipH="1">
            <a:off x="529392" y="2848645"/>
            <a:ext cx="2598821" cy="3288630"/>
          </a:xfrm>
          <a:prstGeom prst="roundRect">
            <a:avLst>
              <a:gd name="adj" fmla="val 727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1270000" dist="1092200" dir="8100000" sx="90000" sy="90000" algn="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28575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sym typeface="MiSans" panose="00000500000000000000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D6AE3CF-800C-0C4A-A890-06C988037A6F}"/>
              </a:ext>
            </a:extLst>
          </p:cNvPr>
          <p:cNvSpPr/>
          <p:nvPr/>
        </p:nvSpPr>
        <p:spPr>
          <a:xfrm>
            <a:off x="1028351" y="3146538"/>
            <a:ext cx="1600904" cy="4328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endParaRPr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A78F19A-08D7-CF49-8BAA-B32CB21BC53B}"/>
              </a:ext>
            </a:extLst>
          </p:cNvPr>
          <p:cNvSpPr/>
          <p:nvPr/>
        </p:nvSpPr>
        <p:spPr>
          <a:xfrm flipH="1">
            <a:off x="3497179" y="2800519"/>
            <a:ext cx="2598821" cy="3288630"/>
          </a:xfrm>
          <a:prstGeom prst="roundRect">
            <a:avLst>
              <a:gd name="adj" fmla="val 727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1270000" dist="1092200" dir="8100000" sx="90000" sy="90000" algn="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28575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sym typeface="MiSans" panose="00000500000000000000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86D55F7-83D3-FD4B-B80F-3914BCA00D2E}"/>
              </a:ext>
            </a:extLst>
          </p:cNvPr>
          <p:cNvSpPr/>
          <p:nvPr/>
        </p:nvSpPr>
        <p:spPr>
          <a:xfrm>
            <a:off x="4076351" y="3146538"/>
            <a:ext cx="1600904" cy="4328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3A73AF6-00D3-8145-9740-02539C64BDCB}"/>
              </a:ext>
            </a:extLst>
          </p:cNvPr>
          <p:cNvSpPr txBox="1"/>
          <p:nvPr/>
        </p:nvSpPr>
        <p:spPr>
          <a:xfrm>
            <a:off x="883610" y="3818119"/>
            <a:ext cx="1890383" cy="19963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9A2BCC-5EAA-6045-8D0E-EF49CFF0DE76}"/>
              </a:ext>
            </a:extLst>
          </p:cNvPr>
          <p:cNvSpPr txBox="1"/>
          <p:nvPr/>
        </p:nvSpPr>
        <p:spPr>
          <a:xfrm>
            <a:off x="3851398" y="3818119"/>
            <a:ext cx="1890383" cy="19963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54A4F0E-CC83-824D-A404-1245DD44052C}"/>
              </a:ext>
            </a:extLst>
          </p:cNvPr>
          <p:cNvSpPr txBox="1"/>
          <p:nvPr/>
        </p:nvSpPr>
        <p:spPr>
          <a:xfrm>
            <a:off x="1327833" y="1145943"/>
            <a:ext cx="3041829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2BC9102-B9A9-B349-9D0E-E15EE9DFE7C5}"/>
              </a:ext>
            </a:extLst>
          </p:cNvPr>
          <p:cNvSpPr/>
          <p:nvPr/>
        </p:nvSpPr>
        <p:spPr>
          <a:xfrm>
            <a:off x="1327833" y="1706312"/>
            <a:ext cx="3600759" cy="377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77FB484D-13F8-4826-B89E-729CBBF713EA}"/>
              </a:ext>
            </a:extLst>
          </p:cNvPr>
          <p:cNvSpPr/>
          <p:nvPr/>
        </p:nvSpPr>
        <p:spPr>
          <a:xfrm>
            <a:off x="6096000" y="2825221"/>
            <a:ext cx="4886704" cy="2748771"/>
          </a:xfrm>
          <a:custGeom>
            <a:avLst/>
            <a:gdLst>
              <a:gd name="connsiteX0" fmla="*/ 0 w 4886704"/>
              <a:gd name="connsiteY0" fmla="*/ 0 h 2748771"/>
              <a:gd name="connsiteX1" fmla="*/ 4886704 w 4886704"/>
              <a:gd name="connsiteY1" fmla="*/ 0 h 2748771"/>
              <a:gd name="connsiteX2" fmla="*/ 4886704 w 4886704"/>
              <a:gd name="connsiteY2" fmla="*/ 2748771 h 2748771"/>
              <a:gd name="connsiteX3" fmla="*/ 0 w 4886704"/>
              <a:gd name="connsiteY3" fmla="*/ 2748771 h 2748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6704" h="2748771">
                <a:moveTo>
                  <a:pt x="0" y="0"/>
                </a:moveTo>
                <a:lnTo>
                  <a:pt x="4886704" y="0"/>
                </a:lnTo>
                <a:lnTo>
                  <a:pt x="4886704" y="2748771"/>
                </a:lnTo>
                <a:lnTo>
                  <a:pt x="0" y="2748771"/>
                </a:lnTo>
                <a:close/>
              </a:path>
            </a:pathLst>
          </a:custGeom>
          <a:blipFill>
            <a:blip r:embed="rId2"/>
            <a:srcRect/>
            <a:stretch>
              <a:fillRect t="-9260" b="-9260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zh-CN" altLang="en-US" sz="1400"/>
              <a:t>内容由</a:t>
            </a:r>
            <a:r>
              <a:rPr lang="en-US" altLang="zh-CN" sz="1400"/>
              <a:t>AI</a:t>
            </a:r>
            <a:r>
              <a:rPr lang="zh-CN" altLang="en-US" sz="1400"/>
              <a:t>生成</a:t>
            </a:r>
            <a:r>
              <a:rPr lang="en-US" altLang="zh-CN" sz="1400"/>
              <a:t>5/10</a:t>
            </a:r>
            <a:endParaRPr lang="zh-CN" altLang="en-US" sz="14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33496D6-B423-3F4B-80A8-D506DBFCF396}"/>
              </a:ext>
            </a:extLst>
          </p:cNvPr>
          <p:cNvSpPr txBox="1"/>
          <p:nvPr/>
        </p:nvSpPr>
        <p:spPr>
          <a:xfrm>
            <a:off x="6244802" y="1056903"/>
            <a:ext cx="4619365" cy="343427"/>
          </a:xfrm>
          <a:prstGeom prst="rect">
            <a:avLst/>
          </a:prstGeom>
        </p:spPr>
        <p:txBody>
          <a:bodyPr wrap="square">
            <a:norm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/>
              <a:t>方案设计</a:t>
            </a:r>
            <a:endParaRPr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63BF838-1AE7-7359-06E3-542B63AC0416}"/>
              </a:ext>
            </a:extLst>
          </p:cNvPr>
          <p:cNvSpPr txBox="1"/>
          <p:nvPr/>
        </p:nvSpPr>
        <p:spPr>
          <a:xfrm>
            <a:off x="1219200" y="19202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167863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10" grpId="0" animBg="1"/>
      <p:bldP spid="12" grpId="0"/>
      <p:bldP spid="13" grpId="0"/>
      <p:bldP spid="14" grpId="0"/>
      <p:bldP spid="15" grpId="0"/>
      <p:bldP spid="17" grpId="0" animBg="1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A3C8B66-C9B9-889A-D78E-3467C14F0348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338269F0-8C36-9DD3-1B95-62916C0995A0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FF1401-568B-5661-F3A3-DBB832E70DAB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endParaRPr/>
          </a:p>
        </p:txBody>
      </p:sp>
      <p:sp>
        <p:nvSpPr>
          <p:cNvPr id="2" name="箭头: 五边形 1">
            <a:extLst>
              <a:ext uri="{FF2B5EF4-FFF2-40B4-BE49-F238E27FC236}">
                <a16:creationId xmlns:a16="http://schemas.microsoft.com/office/drawing/2014/main" id="{F43DA9D2-09D2-DA47-B9FE-02F0C49D6EE8}"/>
              </a:ext>
            </a:extLst>
          </p:cNvPr>
          <p:cNvSpPr/>
          <p:nvPr/>
        </p:nvSpPr>
        <p:spPr>
          <a:xfrm>
            <a:off x="1187005" y="2005123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zh-CN" altLang="en-US" sz="1400" b="1">
                <a:latin typeface="MiSans Normal" pitchFamily="2" charset="-122"/>
                <a:ea typeface="MiSans Normal" pitchFamily="2" charset="-122"/>
              </a:rPr>
              <a:t>方案设计</a:t>
            </a:r>
            <a:endParaRPr lang="en-US" sz="14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" name="箭头: 五边形 2">
            <a:extLst>
              <a:ext uri="{FF2B5EF4-FFF2-40B4-BE49-F238E27FC236}">
                <a16:creationId xmlns:a16="http://schemas.microsoft.com/office/drawing/2014/main" id="{F3E09466-35AE-E443-A851-8CC9B85708B5}"/>
              </a:ext>
            </a:extLst>
          </p:cNvPr>
          <p:cNvSpPr/>
          <p:nvPr/>
        </p:nvSpPr>
        <p:spPr>
          <a:xfrm>
            <a:off x="3225210" y="3714785"/>
            <a:ext cx="1863375" cy="1634448"/>
          </a:xfrm>
          <a:prstGeom prst="homePlate">
            <a:avLst>
              <a:gd name="adj" fmla="val 28209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4" name="箭头: 五边形 3">
            <a:extLst>
              <a:ext uri="{FF2B5EF4-FFF2-40B4-BE49-F238E27FC236}">
                <a16:creationId xmlns:a16="http://schemas.microsoft.com/office/drawing/2014/main" id="{593CF185-6338-3F4D-B85A-430854E95A1A}"/>
              </a:ext>
            </a:extLst>
          </p:cNvPr>
          <p:cNvSpPr/>
          <p:nvPr/>
        </p:nvSpPr>
        <p:spPr>
          <a:xfrm>
            <a:off x="5263415" y="2005123"/>
            <a:ext cx="1863375" cy="1634448"/>
          </a:xfrm>
          <a:prstGeom prst="homePlate">
            <a:avLst>
              <a:gd name="adj" fmla="val 3072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altLang="zh-CN" sz="11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5" name="箭头: 五边形 4">
            <a:extLst>
              <a:ext uri="{FF2B5EF4-FFF2-40B4-BE49-F238E27FC236}">
                <a16:creationId xmlns:a16="http://schemas.microsoft.com/office/drawing/2014/main" id="{0A742CCD-5FF6-474A-AD8F-D9BD29B2A26E}"/>
              </a:ext>
            </a:extLst>
          </p:cNvPr>
          <p:cNvSpPr/>
          <p:nvPr/>
        </p:nvSpPr>
        <p:spPr>
          <a:xfrm>
            <a:off x="7301620" y="3714785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6" name="箭头: 五边形 5">
            <a:extLst>
              <a:ext uri="{FF2B5EF4-FFF2-40B4-BE49-F238E27FC236}">
                <a16:creationId xmlns:a16="http://schemas.microsoft.com/office/drawing/2014/main" id="{FAB6E429-6BD0-4F4D-95A6-E7A12BBBF1FE}"/>
              </a:ext>
            </a:extLst>
          </p:cNvPr>
          <p:cNvSpPr/>
          <p:nvPr/>
        </p:nvSpPr>
        <p:spPr>
          <a:xfrm>
            <a:off x="9339824" y="2005123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ACA6E-0747-4344-B20A-55CF6D5646A5}"/>
              </a:ext>
            </a:extLst>
          </p:cNvPr>
          <p:cNvSpPr txBox="1"/>
          <p:nvPr/>
        </p:nvSpPr>
        <p:spPr>
          <a:xfrm>
            <a:off x="3762848" y="2308138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CAC23B0-D815-F549-AEEF-6E8369A7D92F}"/>
              </a:ext>
            </a:extLst>
          </p:cNvPr>
          <p:cNvSpPr txBox="1"/>
          <p:nvPr/>
        </p:nvSpPr>
        <p:spPr>
          <a:xfrm>
            <a:off x="118700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92FD8D3-386F-BC43-8D29-5422849D08BB}"/>
              </a:ext>
            </a:extLst>
          </p:cNvPr>
          <p:cNvSpPr txBox="1"/>
          <p:nvPr/>
        </p:nvSpPr>
        <p:spPr>
          <a:xfrm>
            <a:off x="527692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63B657F-66E5-A041-B816-8BA37142D540}"/>
              </a:ext>
            </a:extLst>
          </p:cNvPr>
          <p:cNvSpPr txBox="1"/>
          <p:nvPr/>
        </p:nvSpPr>
        <p:spPr>
          <a:xfrm>
            <a:off x="936684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66F273-6149-BB41-A29E-46827D047C8A}"/>
              </a:ext>
            </a:extLst>
          </p:cNvPr>
          <p:cNvSpPr txBox="1"/>
          <p:nvPr/>
        </p:nvSpPr>
        <p:spPr>
          <a:xfrm>
            <a:off x="7301620" y="2079015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698026-6BF8-3A46-8232-4A70D0C521AA}"/>
              </a:ext>
            </a:extLst>
          </p:cNvPr>
          <p:cNvSpPr txBox="1"/>
          <p:nvPr/>
        </p:nvSpPr>
        <p:spPr>
          <a:xfrm>
            <a:off x="3225210" y="2079015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5AAB01-A61A-9AE3-41A2-6DA9A469941C}"/>
              </a:ext>
            </a:extLst>
          </p:cNvPr>
          <p:cNvSpPr txBox="1"/>
          <p:nvPr/>
        </p:nvSpPr>
        <p:spPr>
          <a:xfrm>
            <a:off x="1219200" y="5486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/>
              <a:t>方案架构</a:t>
            </a:r>
          </a:p>
        </p:txBody>
      </p:sp>
    </p:spTree>
    <p:extLst>
      <p:ext uri="{BB962C8B-B14F-4D97-AF65-F5344CB8AC3E}">
        <p14:creationId xmlns:p14="http://schemas.microsoft.com/office/powerpoint/2010/main" val="3916170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zh-CN" altLang="en-US">
                <a:cs typeface="思源黑体 CN Normal" panose="020B0400000000000000" charset="-122"/>
              </a:rPr>
              <a:t>三阶段推进试点落地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ctr" defTabSz="914377">
              <a:defRPr/>
            </a:pPr>
            <a:endParaRPr lang="zh-CN" altLang="en-US" sz="1400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endParaRPr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8274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B37D664-BC68-F2B1-39F1-CD6BB1F16DEC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1" name="任意多边形: 形状 20">
            <a:extLst>
              <a:ext uri="{FF2B5EF4-FFF2-40B4-BE49-F238E27FC236}">
                <a16:creationId xmlns:a16="http://schemas.microsoft.com/office/drawing/2014/main" id="{0DB1FE3A-FC7F-B820-51D1-2DF39DCBD556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AD036C1-465F-C8E1-32A0-AC049501C828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endParaRPr/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ED72CBF8-41D3-4A5E-A252-0357ACA5D283}"/>
              </a:ext>
            </a:extLst>
          </p:cNvPr>
          <p:cNvSpPr/>
          <p:nvPr/>
        </p:nvSpPr>
        <p:spPr>
          <a:xfrm>
            <a:off x="8180652" y="1603038"/>
            <a:ext cx="3199980" cy="2399985"/>
          </a:xfrm>
          <a:custGeom>
            <a:avLst/>
            <a:gdLst>
              <a:gd name="connsiteX0" fmla="*/ 0 w 3199980"/>
              <a:gd name="connsiteY0" fmla="*/ 0 h 2399985"/>
              <a:gd name="connsiteX1" fmla="*/ 3199980 w 3199980"/>
              <a:gd name="connsiteY1" fmla="*/ 0 h 2399985"/>
              <a:gd name="connsiteX2" fmla="*/ 3199980 w 3199980"/>
              <a:gd name="connsiteY2" fmla="*/ 2399985 h 2399985"/>
              <a:gd name="connsiteX3" fmla="*/ 0 w 3199980"/>
              <a:gd name="connsiteY3" fmla="*/ 2399985 h 2399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99980" h="2399985">
                <a:moveTo>
                  <a:pt x="0" y="0"/>
                </a:moveTo>
                <a:lnTo>
                  <a:pt x="3199980" y="0"/>
                </a:lnTo>
                <a:lnTo>
                  <a:pt x="3199980" y="2399985"/>
                </a:lnTo>
                <a:lnTo>
                  <a:pt x="0" y="2399985"/>
                </a:lnTo>
                <a:close/>
              </a:path>
            </a:pathLst>
          </a:custGeom>
          <a:blipFill>
            <a:blip r:embed="rId3"/>
            <a:srcRect/>
            <a:stretch>
              <a:fillRect t="-33334" b="-33334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074284A2-1236-4181-AD90-75AB4F2A3894}"/>
              </a:ext>
            </a:extLst>
          </p:cNvPr>
          <p:cNvSpPr/>
          <p:nvPr/>
        </p:nvSpPr>
        <p:spPr>
          <a:xfrm>
            <a:off x="4771144" y="1603038"/>
            <a:ext cx="3199980" cy="2399985"/>
          </a:xfrm>
          <a:custGeom>
            <a:avLst/>
            <a:gdLst>
              <a:gd name="connsiteX0" fmla="*/ 0 w 3199980"/>
              <a:gd name="connsiteY0" fmla="*/ 0 h 2399985"/>
              <a:gd name="connsiteX1" fmla="*/ 3199980 w 3199980"/>
              <a:gd name="connsiteY1" fmla="*/ 0 h 2399985"/>
              <a:gd name="connsiteX2" fmla="*/ 3199980 w 3199980"/>
              <a:gd name="connsiteY2" fmla="*/ 2399985 h 2399985"/>
              <a:gd name="connsiteX3" fmla="*/ 0 w 3199980"/>
              <a:gd name="connsiteY3" fmla="*/ 2399985 h 2399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99980" h="2399985">
                <a:moveTo>
                  <a:pt x="0" y="0"/>
                </a:moveTo>
                <a:lnTo>
                  <a:pt x="3199980" y="0"/>
                </a:lnTo>
                <a:lnTo>
                  <a:pt x="3199980" y="2399985"/>
                </a:lnTo>
                <a:lnTo>
                  <a:pt x="0" y="2399985"/>
                </a:lnTo>
                <a:close/>
              </a:path>
            </a:pathLst>
          </a:custGeom>
          <a:blipFill>
            <a:blip r:embed="rId4"/>
            <a:srcRect/>
            <a:stretch>
              <a:fillRect l="-6222" r="-6222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5866E03-8F7D-594F-A20A-60CCF936A5A9}"/>
              </a:ext>
            </a:extLst>
          </p:cNvPr>
          <p:cNvSpPr/>
          <p:nvPr/>
        </p:nvSpPr>
        <p:spPr>
          <a:xfrm>
            <a:off x="904020" y="1564017"/>
            <a:ext cx="3657600" cy="4460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Ins="90000" bIns="46800" rtlCol="0" anchor="ctr"/>
          <a:lstStyle/>
          <a:p>
            <a:pPr algn="ctr"/>
            <a:endParaRPr lang="id-ID" dirty="0">
              <a:latin typeface="MiSans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79AE40-484E-1C49-BA90-3664CF52FA54}"/>
              </a:ext>
            </a:extLst>
          </p:cNvPr>
          <p:cNvSpPr txBox="1"/>
          <p:nvPr/>
        </p:nvSpPr>
        <p:spPr>
          <a:xfrm>
            <a:off x="1402285" y="2660853"/>
            <a:ext cx="2940208" cy="7036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2B8E24-F0B8-EC4A-8FB7-66EC23C09DB3}"/>
              </a:ext>
            </a:extLst>
          </p:cNvPr>
          <p:cNvSpPr txBox="1"/>
          <p:nvPr/>
        </p:nvSpPr>
        <p:spPr>
          <a:xfrm>
            <a:off x="1379573" y="2265194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US" sz="2000" b="1" dirty="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CFE26C-5CAD-CB43-96F9-04C07C5FD67F}"/>
              </a:ext>
            </a:extLst>
          </p:cNvPr>
          <p:cNvSpPr txBox="1"/>
          <p:nvPr/>
        </p:nvSpPr>
        <p:spPr>
          <a:xfrm>
            <a:off x="1402285" y="4590329"/>
            <a:ext cx="2940208" cy="7036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B63A1D4-5545-AF47-B604-EC703C6AECD8}"/>
              </a:ext>
            </a:extLst>
          </p:cNvPr>
          <p:cNvSpPr txBox="1"/>
          <p:nvPr/>
        </p:nvSpPr>
        <p:spPr>
          <a:xfrm>
            <a:off x="1379573" y="4194670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US" sz="2000" b="1" dirty="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BA6EDC-C65F-4B4A-ABC7-F6EC47EFD6E9}"/>
              </a:ext>
            </a:extLst>
          </p:cNvPr>
          <p:cNvSpPr txBox="1"/>
          <p:nvPr/>
        </p:nvSpPr>
        <p:spPr>
          <a:xfrm>
            <a:off x="5037173" y="4901019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1F3FC89-AC13-B245-8274-7E83AF1BCFA8}"/>
              </a:ext>
            </a:extLst>
          </p:cNvPr>
          <p:cNvSpPr txBox="1"/>
          <p:nvPr/>
        </p:nvSpPr>
        <p:spPr>
          <a:xfrm>
            <a:off x="5037173" y="4531687"/>
            <a:ext cx="18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6EF26EE-4DD3-5B46-A134-DEF1E2B58C8B}"/>
              </a:ext>
            </a:extLst>
          </p:cNvPr>
          <p:cNvSpPr txBox="1"/>
          <p:nvPr/>
        </p:nvSpPr>
        <p:spPr>
          <a:xfrm>
            <a:off x="8180652" y="4394725"/>
            <a:ext cx="3199981" cy="343427"/>
          </a:xfrm>
          <a:prstGeom prst="rect">
            <a:avLst/>
          </a:prstGeom>
        </p:spPr>
        <p:txBody>
          <a:bodyPr wrap="square">
            <a:no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endParaRPr sz="100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D49574F-6E11-BAF1-2D11-819BB0BD2C5A}"/>
              </a:ext>
            </a:extLst>
          </p:cNvPr>
          <p:cNvSpPr txBox="1"/>
          <p:nvPr/>
        </p:nvSpPr>
        <p:spPr>
          <a:xfrm>
            <a:off x="1219200" y="5486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/>
              <a:t>用关键指标验证收益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8F7CB9-4862-423F-170B-044F55B14444}"/>
              </a:ext>
            </a:extLst>
          </p:cNvPr>
          <p:cNvSpPr txBox="1"/>
          <p:nvPr/>
        </p:nvSpPr>
        <p:spPr>
          <a:xfrm>
            <a:off x="1219200" y="19202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endParaRPr lang="zh-CN" altLang="en-US" sz="1000"/>
          </a:p>
        </p:txBody>
      </p:sp>
    </p:spTree>
    <p:extLst>
      <p:ext uri="{BB962C8B-B14F-4D97-AF65-F5344CB8AC3E}">
        <p14:creationId xmlns:p14="http://schemas.microsoft.com/office/powerpoint/2010/main" val="3494641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8" grpId="0" animBg="1"/>
      <p:bldP spid="5" grpId="0" animBg="1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B0D4623B-1AAF-4809-6E23-1F5D5E882BC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B2FE6276-FB59-A202-C9EB-0CF3F538ADD4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FA1F870-1FA1-4B6B-E6AE-245B8E26BC1B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4DBFD6-4B84-AF49-8886-53F797E8C855}"/>
              </a:ext>
            </a:extLst>
          </p:cNvPr>
          <p:cNvSpPr/>
          <p:nvPr/>
        </p:nvSpPr>
        <p:spPr>
          <a:xfrm>
            <a:off x="993224" y="2635735"/>
            <a:ext cx="4862287" cy="1237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1C09C6B-CC1F-DA4D-A97E-AF40FD5FBC88}"/>
              </a:ext>
            </a:extLst>
          </p:cNvPr>
          <p:cNvGrpSpPr/>
          <p:nvPr/>
        </p:nvGrpSpPr>
        <p:grpSpPr>
          <a:xfrm>
            <a:off x="2191905" y="2759017"/>
            <a:ext cx="3334847" cy="961022"/>
            <a:chOff x="1331921" y="3382460"/>
            <a:chExt cx="3334847" cy="961022"/>
          </a:xfrm>
        </p:grpSpPr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DA92CEC-4240-314A-B2DC-57CFB17B2D2C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6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F3075D30-5C79-9146-AA3A-21A600D80625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78358782-AD65-4DC2-9B30-25FADE14A05D}"/>
              </a:ext>
            </a:extLst>
          </p:cNvPr>
          <p:cNvGrpSpPr/>
          <p:nvPr/>
        </p:nvGrpSpPr>
        <p:grpSpPr>
          <a:xfrm>
            <a:off x="1281819" y="2883634"/>
            <a:ext cx="752475" cy="752475"/>
            <a:chOff x="1281819" y="2883634"/>
            <a:chExt cx="752475" cy="752475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73E11D9-8B6F-5740-9E67-850DC9AFC87F}"/>
                </a:ext>
              </a:extLst>
            </p:cNvPr>
            <p:cNvSpPr/>
            <p:nvPr/>
          </p:nvSpPr>
          <p:spPr>
            <a:xfrm>
              <a:off x="1281819" y="2883634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07C85C64-F6FE-114C-B816-C8810D58903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46607" y="3041764"/>
              <a:ext cx="422896" cy="425535"/>
            </a:xfrm>
            <a:custGeom>
              <a:avLst/>
              <a:gdLst>
                <a:gd name="connsiteX0" fmla="*/ 0 w 596445"/>
                <a:gd name="connsiteY0" fmla="*/ 460757 h 600166"/>
                <a:gd name="connsiteX1" fmla="*/ 162584 w 596445"/>
                <a:gd name="connsiteY1" fmla="*/ 515661 h 600166"/>
                <a:gd name="connsiteX2" fmla="*/ 325168 w 596445"/>
                <a:gd name="connsiteY2" fmla="*/ 460757 h 600166"/>
                <a:gd name="connsiteX3" fmla="*/ 325168 w 596445"/>
                <a:gd name="connsiteY3" fmla="*/ 540965 h 600166"/>
                <a:gd name="connsiteX4" fmla="*/ 162584 w 596445"/>
                <a:gd name="connsiteY4" fmla="*/ 600166 h 600166"/>
                <a:gd name="connsiteX5" fmla="*/ 0 w 596445"/>
                <a:gd name="connsiteY5" fmla="*/ 540965 h 600166"/>
                <a:gd name="connsiteX6" fmla="*/ 596251 w 596445"/>
                <a:gd name="connsiteY6" fmla="*/ 369557 h 600166"/>
                <a:gd name="connsiteX7" fmla="*/ 596251 w 596445"/>
                <a:gd name="connsiteY7" fmla="*/ 449765 h 600166"/>
                <a:gd name="connsiteX8" fmla="*/ 433673 w 596445"/>
                <a:gd name="connsiteY8" fmla="*/ 508966 h 600166"/>
                <a:gd name="connsiteX9" fmla="*/ 347602 w 596445"/>
                <a:gd name="connsiteY9" fmla="*/ 499895 h 600166"/>
                <a:gd name="connsiteX10" fmla="*/ 347602 w 596445"/>
                <a:gd name="connsiteY10" fmla="*/ 415390 h 600166"/>
                <a:gd name="connsiteX11" fmla="*/ 433673 w 596445"/>
                <a:gd name="connsiteY11" fmla="*/ 424461 h 600166"/>
                <a:gd name="connsiteX12" fmla="*/ 596251 w 596445"/>
                <a:gd name="connsiteY12" fmla="*/ 369557 h 600166"/>
                <a:gd name="connsiteX13" fmla="*/ 0 w 596445"/>
                <a:gd name="connsiteY13" fmla="*/ 346681 h 600166"/>
                <a:gd name="connsiteX14" fmla="*/ 162584 w 596445"/>
                <a:gd name="connsiteY14" fmla="*/ 401108 h 600166"/>
                <a:gd name="connsiteX15" fmla="*/ 325168 w 596445"/>
                <a:gd name="connsiteY15" fmla="*/ 346681 h 600166"/>
                <a:gd name="connsiteX16" fmla="*/ 325168 w 596445"/>
                <a:gd name="connsiteY16" fmla="*/ 426889 h 600166"/>
                <a:gd name="connsiteX17" fmla="*/ 162584 w 596445"/>
                <a:gd name="connsiteY17" fmla="*/ 486090 h 600166"/>
                <a:gd name="connsiteX18" fmla="*/ 0 w 596445"/>
                <a:gd name="connsiteY18" fmla="*/ 426889 h 600166"/>
                <a:gd name="connsiteX19" fmla="*/ 0 w 596445"/>
                <a:gd name="connsiteY19" fmla="*/ 346681 h 600166"/>
                <a:gd name="connsiteX20" fmla="*/ 596233 w 596445"/>
                <a:gd name="connsiteY20" fmla="*/ 254944 h 600166"/>
                <a:gd name="connsiteX21" fmla="*/ 596233 w 596445"/>
                <a:gd name="connsiteY21" fmla="*/ 335664 h 600166"/>
                <a:gd name="connsiteX22" fmla="*/ 433667 w 596445"/>
                <a:gd name="connsiteY22" fmla="*/ 394891 h 600166"/>
                <a:gd name="connsiteX23" fmla="*/ 347602 w 596445"/>
                <a:gd name="connsiteY23" fmla="*/ 385816 h 600166"/>
                <a:gd name="connsiteX24" fmla="*/ 347602 w 596445"/>
                <a:gd name="connsiteY24" fmla="*/ 301275 h 600166"/>
                <a:gd name="connsiteX25" fmla="*/ 433667 w 596445"/>
                <a:gd name="connsiteY25" fmla="*/ 309872 h 600166"/>
                <a:gd name="connsiteX26" fmla="*/ 596233 w 596445"/>
                <a:gd name="connsiteY26" fmla="*/ 254944 h 600166"/>
                <a:gd name="connsiteX27" fmla="*/ 162555 w 596445"/>
                <a:gd name="connsiteY27" fmla="*/ 205813 h 600166"/>
                <a:gd name="connsiteX28" fmla="*/ 325109 w 596445"/>
                <a:gd name="connsiteY28" fmla="*/ 265022 h 600166"/>
                <a:gd name="connsiteX29" fmla="*/ 325109 w 596445"/>
                <a:gd name="connsiteY29" fmla="*/ 313726 h 600166"/>
                <a:gd name="connsiteX30" fmla="*/ 162555 w 596445"/>
                <a:gd name="connsiteY30" fmla="*/ 372935 h 600166"/>
                <a:gd name="connsiteX31" fmla="*/ 0 w 596445"/>
                <a:gd name="connsiteY31" fmla="*/ 313726 h 600166"/>
                <a:gd name="connsiteX32" fmla="*/ 0 w 596445"/>
                <a:gd name="connsiteY32" fmla="*/ 265022 h 600166"/>
                <a:gd name="connsiteX33" fmla="*/ 162555 w 596445"/>
                <a:gd name="connsiteY33" fmla="*/ 205813 h 600166"/>
                <a:gd name="connsiteX34" fmla="*/ 67402 w 596445"/>
                <a:gd name="connsiteY34" fmla="*/ 140407 h 600166"/>
                <a:gd name="connsiteX35" fmla="*/ 139640 w 596445"/>
                <a:gd name="connsiteY35" fmla="*/ 185286 h 600166"/>
                <a:gd name="connsiteX36" fmla="*/ 67402 w 596445"/>
                <a:gd name="connsiteY36" fmla="*/ 194835 h 600166"/>
                <a:gd name="connsiteX37" fmla="*/ 433697 w 596445"/>
                <a:gd name="connsiteY37" fmla="*/ 114613 h 600166"/>
                <a:gd name="connsiteX38" fmla="*/ 596251 w 596445"/>
                <a:gd name="connsiteY38" fmla="*/ 173822 h 600166"/>
                <a:gd name="connsiteX39" fmla="*/ 596251 w 596445"/>
                <a:gd name="connsiteY39" fmla="*/ 222526 h 600166"/>
                <a:gd name="connsiteX40" fmla="*/ 433697 w 596445"/>
                <a:gd name="connsiteY40" fmla="*/ 281735 h 600166"/>
                <a:gd name="connsiteX41" fmla="*/ 347638 w 596445"/>
                <a:gd name="connsiteY41" fmla="*/ 272663 h 600166"/>
                <a:gd name="connsiteX42" fmla="*/ 347638 w 596445"/>
                <a:gd name="connsiteY42" fmla="*/ 269320 h 600166"/>
                <a:gd name="connsiteX43" fmla="*/ 322299 w 596445"/>
                <a:gd name="connsiteY43" fmla="*/ 223959 h 600166"/>
                <a:gd name="connsiteX44" fmla="*/ 321343 w 596445"/>
                <a:gd name="connsiteY44" fmla="*/ 223481 h 600166"/>
                <a:gd name="connsiteX45" fmla="*/ 271142 w 596445"/>
                <a:gd name="connsiteY45" fmla="*/ 199606 h 600166"/>
                <a:gd name="connsiteX46" fmla="*/ 271142 w 596445"/>
                <a:gd name="connsiteY46" fmla="*/ 173822 h 600166"/>
                <a:gd name="connsiteX47" fmla="*/ 433697 w 596445"/>
                <a:gd name="connsiteY47" fmla="*/ 114613 h 600166"/>
                <a:gd name="connsiteX48" fmla="*/ 229995 w 596445"/>
                <a:gd name="connsiteY48" fmla="*/ 0 h 600166"/>
                <a:gd name="connsiteX49" fmla="*/ 392588 w 596445"/>
                <a:gd name="connsiteY49" fmla="*/ 59209 h 600166"/>
                <a:gd name="connsiteX50" fmla="*/ 392588 w 596445"/>
                <a:gd name="connsiteY50" fmla="*/ 93588 h 600166"/>
                <a:gd name="connsiteX51" fmla="*/ 248167 w 596445"/>
                <a:gd name="connsiteY51" fmla="*/ 166645 h 600166"/>
                <a:gd name="connsiteX52" fmla="*/ 229995 w 596445"/>
                <a:gd name="connsiteY52" fmla="*/ 167122 h 600166"/>
                <a:gd name="connsiteX53" fmla="*/ 67402 w 596445"/>
                <a:gd name="connsiteY53" fmla="*/ 107913 h 600166"/>
                <a:gd name="connsiteX54" fmla="*/ 67402 w 596445"/>
                <a:gd name="connsiteY54" fmla="*/ 59209 h 600166"/>
                <a:gd name="connsiteX55" fmla="*/ 229995 w 596445"/>
                <a:gd name="connsiteY55" fmla="*/ 0 h 600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596445" h="600166">
                  <a:moveTo>
                    <a:pt x="0" y="460757"/>
                  </a:moveTo>
                  <a:cubicBezTo>
                    <a:pt x="6217" y="491312"/>
                    <a:pt x="76989" y="515661"/>
                    <a:pt x="162584" y="515661"/>
                  </a:cubicBezTo>
                  <a:cubicBezTo>
                    <a:pt x="248658" y="515661"/>
                    <a:pt x="318952" y="491312"/>
                    <a:pt x="325168" y="460757"/>
                  </a:cubicBezTo>
                  <a:cubicBezTo>
                    <a:pt x="325646" y="462189"/>
                    <a:pt x="325168" y="540965"/>
                    <a:pt x="325168" y="540965"/>
                  </a:cubicBezTo>
                  <a:cubicBezTo>
                    <a:pt x="325168" y="573907"/>
                    <a:pt x="252483" y="600166"/>
                    <a:pt x="162584" y="600166"/>
                  </a:cubicBezTo>
                  <a:cubicBezTo>
                    <a:pt x="72685" y="600166"/>
                    <a:pt x="0" y="573907"/>
                    <a:pt x="0" y="540965"/>
                  </a:cubicBezTo>
                  <a:close/>
                  <a:moveTo>
                    <a:pt x="596251" y="369557"/>
                  </a:moveTo>
                  <a:cubicBezTo>
                    <a:pt x="596251" y="370989"/>
                    <a:pt x="596251" y="449765"/>
                    <a:pt x="596251" y="449765"/>
                  </a:cubicBezTo>
                  <a:cubicBezTo>
                    <a:pt x="596251" y="482230"/>
                    <a:pt x="523569" y="508966"/>
                    <a:pt x="433673" y="508966"/>
                  </a:cubicBezTo>
                  <a:cubicBezTo>
                    <a:pt x="402114" y="508966"/>
                    <a:pt x="372467" y="505624"/>
                    <a:pt x="347602" y="499895"/>
                  </a:cubicBezTo>
                  <a:lnTo>
                    <a:pt x="347602" y="415390"/>
                  </a:lnTo>
                  <a:cubicBezTo>
                    <a:pt x="372467" y="421119"/>
                    <a:pt x="402114" y="424461"/>
                    <a:pt x="433673" y="424461"/>
                  </a:cubicBezTo>
                  <a:cubicBezTo>
                    <a:pt x="519266" y="424461"/>
                    <a:pt x="590035" y="400112"/>
                    <a:pt x="596251" y="369557"/>
                  </a:cubicBezTo>
                  <a:close/>
                  <a:moveTo>
                    <a:pt x="0" y="346681"/>
                  </a:moveTo>
                  <a:cubicBezTo>
                    <a:pt x="6217" y="377236"/>
                    <a:pt x="76989" y="401108"/>
                    <a:pt x="162584" y="401108"/>
                  </a:cubicBezTo>
                  <a:cubicBezTo>
                    <a:pt x="248658" y="401108"/>
                    <a:pt x="318952" y="377236"/>
                    <a:pt x="325168" y="346681"/>
                  </a:cubicBezTo>
                  <a:cubicBezTo>
                    <a:pt x="325646" y="348113"/>
                    <a:pt x="325168" y="426889"/>
                    <a:pt x="325168" y="426889"/>
                  </a:cubicBezTo>
                  <a:cubicBezTo>
                    <a:pt x="325168" y="459354"/>
                    <a:pt x="252483" y="486090"/>
                    <a:pt x="162584" y="486090"/>
                  </a:cubicBezTo>
                  <a:cubicBezTo>
                    <a:pt x="72685" y="486090"/>
                    <a:pt x="0" y="459354"/>
                    <a:pt x="0" y="426889"/>
                  </a:cubicBezTo>
                  <a:cubicBezTo>
                    <a:pt x="0" y="426889"/>
                    <a:pt x="0" y="348113"/>
                    <a:pt x="0" y="346681"/>
                  </a:cubicBezTo>
                  <a:close/>
                  <a:moveTo>
                    <a:pt x="596233" y="254944"/>
                  </a:moveTo>
                  <a:cubicBezTo>
                    <a:pt x="596711" y="256855"/>
                    <a:pt x="596233" y="335664"/>
                    <a:pt x="596233" y="335664"/>
                  </a:cubicBezTo>
                  <a:cubicBezTo>
                    <a:pt x="596233" y="368143"/>
                    <a:pt x="523556" y="394891"/>
                    <a:pt x="433667" y="394891"/>
                  </a:cubicBezTo>
                  <a:cubicBezTo>
                    <a:pt x="402110" y="394891"/>
                    <a:pt x="372465" y="391548"/>
                    <a:pt x="347602" y="385816"/>
                  </a:cubicBezTo>
                  <a:lnTo>
                    <a:pt x="347602" y="301275"/>
                  </a:lnTo>
                  <a:cubicBezTo>
                    <a:pt x="372465" y="306529"/>
                    <a:pt x="402110" y="309872"/>
                    <a:pt x="433667" y="309872"/>
                  </a:cubicBezTo>
                  <a:cubicBezTo>
                    <a:pt x="519253" y="309872"/>
                    <a:pt x="590017" y="285990"/>
                    <a:pt x="596233" y="254944"/>
                  </a:cubicBezTo>
                  <a:close/>
                  <a:moveTo>
                    <a:pt x="162555" y="205813"/>
                  </a:moveTo>
                  <a:cubicBezTo>
                    <a:pt x="252438" y="205813"/>
                    <a:pt x="325109" y="232553"/>
                    <a:pt x="325109" y="265022"/>
                  </a:cubicBezTo>
                  <a:lnTo>
                    <a:pt x="325109" y="313726"/>
                  </a:lnTo>
                  <a:cubicBezTo>
                    <a:pt x="325109" y="346673"/>
                    <a:pt x="252438" y="372935"/>
                    <a:pt x="162555" y="372935"/>
                  </a:cubicBezTo>
                  <a:cubicBezTo>
                    <a:pt x="72672" y="372935"/>
                    <a:pt x="0" y="346673"/>
                    <a:pt x="0" y="313726"/>
                  </a:cubicBezTo>
                  <a:lnTo>
                    <a:pt x="0" y="265022"/>
                  </a:lnTo>
                  <a:cubicBezTo>
                    <a:pt x="0" y="232553"/>
                    <a:pt x="72672" y="205813"/>
                    <a:pt x="162555" y="205813"/>
                  </a:cubicBezTo>
                  <a:close/>
                  <a:moveTo>
                    <a:pt x="67402" y="140407"/>
                  </a:moveTo>
                  <a:cubicBezTo>
                    <a:pt x="71229" y="159027"/>
                    <a:pt x="99455" y="175260"/>
                    <a:pt x="139640" y="185286"/>
                  </a:cubicBezTo>
                  <a:cubicBezTo>
                    <a:pt x="114764" y="186241"/>
                    <a:pt x="90365" y="189583"/>
                    <a:pt x="67402" y="194835"/>
                  </a:cubicBezTo>
                  <a:close/>
                  <a:moveTo>
                    <a:pt x="433697" y="114613"/>
                  </a:moveTo>
                  <a:cubicBezTo>
                    <a:pt x="523580" y="114613"/>
                    <a:pt x="596251" y="141353"/>
                    <a:pt x="596251" y="173822"/>
                  </a:cubicBezTo>
                  <a:lnTo>
                    <a:pt x="596251" y="222526"/>
                  </a:lnTo>
                  <a:cubicBezTo>
                    <a:pt x="596251" y="255473"/>
                    <a:pt x="523580" y="281735"/>
                    <a:pt x="433697" y="281735"/>
                  </a:cubicBezTo>
                  <a:cubicBezTo>
                    <a:pt x="402142" y="281735"/>
                    <a:pt x="372500" y="278393"/>
                    <a:pt x="347638" y="272663"/>
                  </a:cubicBezTo>
                  <a:lnTo>
                    <a:pt x="347638" y="269320"/>
                  </a:lnTo>
                  <a:cubicBezTo>
                    <a:pt x="347638" y="251176"/>
                    <a:pt x="338076" y="236373"/>
                    <a:pt x="322299" y="223959"/>
                  </a:cubicBezTo>
                  <a:lnTo>
                    <a:pt x="321343" y="223481"/>
                  </a:lnTo>
                  <a:cubicBezTo>
                    <a:pt x="308434" y="213454"/>
                    <a:pt x="290744" y="205814"/>
                    <a:pt x="271142" y="199606"/>
                  </a:cubicBezTo>
                  <a:lnTo>
                    <a:pt x="271142" y="173822"/>
                  </a:lnTo>
                  <a:cubicBezTo>
                    <a:pt x="271142" y="141353"/>
                    <a:pt x="343814" y="114613"/>
                    <a:pt x="433697" y="114613"/>
                  </a:cubicBezTo>
                  <a:close/>
                  <a:moveTo>
                    <a:pt x="229995" y="0"/>
                  </a:moveTo>
                  <a:cubicBezTo>
                    <a:pt x="319900" y="0"/>
                    <a:pt x="392588" y="26262"/>
                    <a:pt x="392588" y="59209"/>
                  </a:cubicBezTo>
                  <a:lnTo>
                    <a:pt x="392588" y="93588"/>
                  </a:lnTo>
                  <a:cubicBezTo>
                    <a:pt x="317987" y="99318"/>
                    <a:pt x="251515" y="124625"/>
                    <a:pt x="248167" y="166645"/>
                  </a:cubicBezTo>
                  <a:cubicBezTo>
                    <a:pt x="242429" y="167122"/>
                    <a:pt x="236212" y="167122"/>
                    <a:pt x="229995" y="167122"/>
                  </a:cubicBezTo>
                  <a:cubicBezTo>
                    <a:pt x="140569" y="167122"/>
                    <a:pt x="67402" y="140382"/>
                    <a:pt x="67402" y="107913"/>
                  </a:cubicBezTo>
                  <a:lnTo>
                    <a:pt x="67402" y="59209"/>
                  </a:lnTo>
                  <a:cubicBezTo>
                    <a:pt x="67402" y="26740"/>
                    <a:pt x="140569" y="0"/>
                    <a:pt x="229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0B13500C-6E9F-774A-A20B-9A18BCA8FD3A}"/>
              </a:ext>
            </a:extLst>
          </p:cNvPr>
          <p:cNvSpPr txBox="1"/>
          <p:nvPr/>
        </p:nvSpPr>
        <p:spPr>
          <a:xfrm>
            <a:off x="5030652" y="2635735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8000" dirty="0">
              <a:solidFill>
                <a:schemeClr val="tx1">
                  <a:lumMod val="75000"/>
                  <a:lumOff val="25000"/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2DADB1-3AB1-0F44-9248-136DE8731AA5}"/>
              </a:ext>
            </a:extLst>
          </p:cNvPr>
          <p:cNvSpPr/>
          <p:nvPr/>
        </p:nvSpPr>
        <p:spPr>
          <a:xfrm>
            <a:off x="993224" y="4303873"/>
            <a:ext cx="4862287" cy="1237594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64E0CD67-9633-4F41-B431-559777F4EB38}"/>
              </a:ext>
            </a:extLst>
          </p:cNvPr>
          <p:cNvGrpSpPr/>
          <p:nvPr/>
        </p:nvGrpSpPr>
        <p:grpSpPr>
          <a:xfrm>
            <a:off x="2191905" y="4427155"/>
            <a:ext cx="3334847" cy="962882"/>
            <a:chOff x="1331921" y="3382460"/>
            <a:chExt cx="3334847" cy="962882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DF03ACF3-EA95-E741-A371-948ABB2C441C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8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363E4A6-4EC2-3740-9704-62F70FB44020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B8AA2DC7-57EE-4839-AD96-AE79B2D98AB6}"/>
              </a:ext>
            </a:extLst>
          </p:cNvPr>
          <p:cNvGrpSpPr/>
          <p:nvPr/>
        </p:nvGrpSpPr>
        <p:grpSpPr>
          <a:xfrm>
            <a:off x="1281819" y="4551772"/>
            <a:ext cx="752475" cy="752475"/>
            <a:chOff x="1281819" y="4551772"/>
            <a:chExt cx="752475" cy="752475"/>
          </a:xfrm>
        </p:grpSpPr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4131A62A-FC2F-EA4B-90E9-3119CC7A22A6}"/>
                </a:ext>
              </a:extLst>
            </p:cNvPr>
            <p:cNvSpPr/>
            <p:nvPr/>
          </p:nvSpPr>
          <p:spPr>
            <a:xfrm>
              <a:off x="1281819" y="4551772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38DE5430-12ED-FB46-AFB2-F0D1AAA13C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45288" y="4734795"/>
              <a:ext cx="425535" cy="375749"/>
            </a:xfrm>
            <a:custGeom>
              <a:avLst/>
              <a:gdLst>
                <a:gd name="connsiteX0" fmla="*/ 215951 w 579624"/>
                <a:gd name="connsiteY0" fmla="*/ 186880 h 511811"/>
                <a:gd name="connsiteX1" fmla="*/ 202957 w 579624"/>
                <a:gd name="connsiteY1" fmla="*/ 199945 h 511811"/>
                <a:gd name="connsiteX2" fmla="*/ 202957 w 579624"/>
                <a:gd name="connsiteY2" fmla="*/ 212210 h 511811"/>
                <a:gd name="connsiteX3" fmla="*/ 157835 w 579624"/>
                <a:gd name="connsiteY3" fmla="*/ 259673 h 511811"/>
                <a:gd name="connsiteX4" fmla="*/ 205894 w 579624"/>
                <a:gd name="connsiteY4" fmla="*/ 308468 h 511811"/>
                <a:gd name="connsiteX5" fmla="*/ 234107 w 579624"/>
                <a:gd name="connsiteY5" fmla="*/ 331665 h 511811"/>
                <a:gd name="connsiteX6" fmla="*/ 208564 w 579624"/>
                <a:gd name="connsiteY6" fmla="*/ 348197 h 511811"/>
                <a:gd name="connsiteX7" fmla="*/ 178661 w 579624"/>
                <a:gd name="connsiteY7" fmla="*/ 342864 h 511811"/>
                <a:gd name="connsiteX8" fmla="*/ 167180 w 579624"/>
                <a:gd name="connsiteY8" fmla="*/ 343753 h 511811"/>
                <a:gd name="connsiteX9" fmla="*/ 160060 w 579624"/>
                <a:gd name="connsiteY9" fmla="*/ 352730 h 511811"/>
                <a:gd name="connsiteX10" fmla="*/ 159526 w 579624"/>
                <a:gd name="connsiteY10" fmla="*/ 354685 h 511811"/>
                <a:gd name="connsiteX11" fmla="*/ 169850 w 579624"/>
                <a:gd name="connsiteY11" fmla="*/ 373528 h 511811"/>
                <a:gd name="connsiteX12" fmla="*/ 201622 w 579624"/>
                <a:gd name="connsiteY12" fmla="*/ 379128 h 511811"/>
                <a:gd name="connsiteX13" fmla="*/ 201622 w 579624"/>
                <a:gd name="connsiteY13" fmla="*/ 391393 h 511811"/>
                <a:gd name="connsiteX14" fmla="*/ 214616 w 579624"/>
                <a:gd name="connsiteY14" fmla="*/ 404458 h 511811"/>
                <a:gd name="connsiteX15" fmla="*/ 227699 w 579624"/>
                <a:gd name="connsiteY15" fmla="*/ 391393 h 511811"/>
                <a:gd name="connsiteX16" fmla="*/ 227699 w 579624"/>
                <a:gd name="connsiteY16" fmla="*/ 377261 h 511811"/>
                <a:gd name="connsiteX17" fmla="*/ 275224 w 579624"/>
                <a:gd name="connsiteY17" fmla="*/ 327933 h 511811"/>
                <a:gd name="connsiteX18" fmla="*/ 230725 w 579624"/>
                <a:gd name="connsiteY18" fmla="*/ 278071 h 511811"/>
                <a:gd name="connsiteX19" fmla="*/ 198596 w 579624"/>
                <a:gd name="connsiteY19" fmla="*/ 255140 h 511811"/>
                <a:gd name="connsiteX20" fmla="*/ 221558 w 579624"/>
                <a:gd name="connsiteY20" fmla="*/ 240208 h 511811"/>
                <a:gd name="connsiteX21" fmla="*/ 245855 w 579624"/>
                <a:gd name="connsiteY21" fmla="*/ 243763 h 511811"/>
                <a:gd name="connsiteX22" fmla="*/ 257158 w 579624"/>
                <a:gd name="connsiteY22" fmla="*/ 242519 h 511811"/>
                <a:gd name="connsiteX23" fmla="*/ 264100 w 579624"/>
                <a:gd name="connsiteY23" fmla="*/ 233542 h 511811"/>
                <a:gd name="connsiteX24" fmla="*/ 264278 w 579624"/>
                <a:gd name="connsiteY24" fmla="*/ 232564 h 511811"/>
                <a:gd name="connsiteX25" fmla="*/ 253331 w 579624"/>
                <a:gd name="connsiteY25" fmla="*/ 213899 h 511811"/>
                <a:gd name="connsiteX26" fmla="*/ 229034 w 579624"/>
                <a:gd name="connsiteY26" fmla="*/ 210344 h 511811"/>
                <a:gd name="connsiteX27" fmla="*/ 229034 w 579624"/>
                <a:gd name="connsiteY27" fmla="*/ 199945 h 511811"/>
                <a:gd name="connsiteX28" fmla="*/ 215951 w 579624"/>
                <a:gd name="connsiteY28" fmla="*/ 186880 h 511811"/>
                <a:gd name="connsiteX29" fmla="*/ 216485 w 579624"/>
                <a:gd name="connsiteY29" fmla="*/ 144306 h 511811"/>
                <a:gd name="connsiteX30" fmla="*/ 368139 w 579624"/>
                <a:gd name="connsiteY30" fmla="*/ 295669 h 511811"/>
                <a:gd name="connsiteX31" fmla="*/ 216485 w 579624"/>
                <a:gd name="connsiteY31" fmla="*/ 447032 h 511811"/>
                <a:gd name="connsiteX32" fmla="*/ 64920 w 579624"/>
                <a:gd name="connsiteY32" fmla="*/ 295669 h 511811"/>
                <a:gd name="connsiteX33" fmla="*/ 216485 w 579624"/>
                <a:gd name="connsiteY33" fmla="*/ 144306 h 511811"/>
                <a:gd name="connsiteX34" fmla="*/ 216450 w 579624"/>
                <a:gd name="connsiteY34" fmla="*/ 125119 h 511811"/>
                <a:gd name="connsiteX35" fmla="*/ 45657 w 579624"/>
                <a:gd name="connsiteY35" fmla="*/ 295669 h 511811"/>
                <a:gd name="connsiteX36" fmla="*/ 216450 w 579624"/>
                <a:gd name="connsiteY36" fmla="*/ 466219 h 511811"/>
                <a:gd name="connsiteX37" fmla="*/ 387332 w 579624"/>
                <a:gd name="connsiteY37" fmla="*/ 295669 h 511811"/>
                <a:gd name="connsiteX38" fmla="*/ 216450 w 579624"/>
                <a:gd name="connsiteY38" fmla="*/ 125119 h 511811"/>
                <a:gd name="connsiteX39" fmla="*/ 216450 w 579624"/>
                <a:gd name="connsiteY39" fmla="*/ 79527 h 511811"/>
                <a:gd name="connsiteX40" fmla="*/ 432989 w 579624"/>
                <a:gd name="connsiteY40" fmla="*/ 295669 h 511811"/>
                <a:gd name="connsiteX41" fmla="*/ 216450 w 579624"/>
                <a:gd name="connsiteY41" fmla="*/ 511811 h 511811"/>
                <a:gd name="connsiteX42" fmla="*/ 0 w 579624"/>
                <a:gd name="connsiteY42" fmla="*/ 295669 h 511811"/>
                <a:gd name="connsiteX43" fmla="*/ 216450 w 579624"/>
                <a:gd name="connsiteY43" fmla="*/ 79527 h 511811"/>
                <a:gd name="connsiteX44" fmla="*/ 378619 w 579624"/>
                <a:gd name="connsiteY44" fmla="*/ 60757 h 511811"/>
                <a:gd name="connsiteX45" fmla="*/ 518726 w 579624"/>
                <a:gd name="connsiteY45" fmla="*/ 200663 h 511811"/>
                <a:gd name="connsiteX46" fmla="*/ 470926 w 579624"/>
                <a:gd name="connsiteY46" fmla="*/ 305548 h 511811"/>
                <a:gd name="connsiteX47" fmla="*/ 471460 w 579624"/>
                <a:gd name="connsiteY47" fmla="*/ 295682 h 511811"/>
                <a:gd name="connsiteX48" fmla="*/ 331798 w 579624"/>
                <a:gd name="connsiteY48" fmla="*/ 68934 h 511811"/>
                <a:gd name="connsiteX49" fmla="*/ 378619 w 579624"/>
                <a:gd name="connsiteY49" fmla="*/ 60757 h 511811"/>
                <a:gd name="connsiteX50" fmla="*/ 378640 w 579624"/>
                <a:gd name="connsiteY50" fmla="*/ 0 h 511811"/>
                <a:gd name="connsiteX51" fmla="*/ 579624 w 579624"/>
                <a:gd name="connsiteY51" fmla="*/ 200664 h 511811"/>
                <a:gd name="connsiteX52" fmla="*/ 454387 w 579624"/>
                <a:gd name="connsiteY52" fmla="*/ 386487 h 511811"/>
                <a:gd name="connsiteX53" fmla="*/ 468629 w 579624"/>
                <a:gd name="connsiteY53" fmla="*/ 331833 h 511811"/>
                <a:gd name="connsiteX54" fmla="*/ 537968 w 579624"/>
                <a:gd name="connsiteY54" fmla="*/ 200664 h 511811"/>
                <a:gd name="connsiteX55" fmla="*/ 378640 w 579624"/>
                <a:gd name="connsiteY55" fmla="*/ 41590 h 511811"/>
                <a:gd name="connsiteX56" fmla="*/ 307877 w 579624"/>
                <a:gd name="connsiteY56" fmla="*/ 58297 h 511811"/>
                <a:gd name="connsiteX57" fmla="*/ 253047 w 579624"/>
                <a:gd name="connsiteY57" fmla="*/ 44079 h 511811"/>
                <a:gd name="connsiteX58" fmla="*/ 378640 w 579624"/>
                <a:gd name="connsiteY58" fmla="*/ 0 h 511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79624" h="511811">
                  <a:moveTo>
                    <a:pt x="215951" y="186880"/>
                  </a:moveTo>
                  <a:cubicBezTo>
                    <a:pt x="208742" y="186880"/>
                    <a:pt x="202957" y="192746"/>
                    <a:pt x="202957" y="199945"/>
                  </a:cubicBezTo>
                  <a:lnTo>
                    <a:pt x="202957" y="212210"/>
                  </a:lnTo>
                  <a:cubicBezTo>
                    <a:pt x="174389" y="217899"/>
                    <a:pt x="157835" y="236208"/>
                    <a:pt x="157835" y="259673"/>
                  </a:cubicBezTo>
                  <a:cubicBezTo>
                    <a:pt x="157835" y="285537"/>
                    <a:pt x="177326" y="298869"/>
                    <a:pt x="205894" y="308468"/>
                  </a:cubicBezTo>
                  <a:cubicBezTo>
                    <a:pt x="225652" y="315134"/>
                    <a:pt x="234107" y="321533"/>
                    <a:pt x="234107" y="331665"/>
                  </a:cubicBezTo>
                  <a:cubicBezTo>
                    <a:pt x="234107" y="342331"/>
                    <a:pt x="223694" y="348197"/>
                    <a:pt x="208564" y="348197"/>
                  </a:cubicBezTo>
                  <a:cubicBezTo>
                    <a:pt x="197706" y="348197"/>
                    <a:pt x="187472" y="345975"/>
                    <a:pt x="178661" y="342864"/>
                  </a:cubicBezTo>
                  <a:cubicBezTo>
                    <a:pt x="174834" y="341531"/>
                    <a:pt x="170740" y="341798"/>
                    <a:pt x="167180" y="343753"/>
                  </a:cubicBezTo>
                  <a:cubicBezTo>
                    <a:pt x="163620" y="345620"/>
                    <a:pt x="161039" y="348908"/>
                    <a:pt x="160060" y="352730"/>
                  </a:cubicBezTo>
                  <a:lnTo>
                    <a:pt x="159526" y="354685"/>
                  </a:lnTo>
                  <a:cubicBezTo>
                    <a:pt x="157479" y="362685"/>
                    <a:pt x="162018" y="370951"/>
                    <a:pt x="169850" y="373528"/>
                  </a:cubicBezTo>
                  <a:cubicBezTo>
                    <a:pt x="179106" y="376461"/>
                    <a:pt x="190231" y="378594"/>
                    <a:pt x="201622" y="379128"/>
                  </a:cubicBezTo>
                  <a:lnTo>
                    <a:pt x="201622" y="391393"/>
                  </a:lnTo>
                  <a:cubicBezTo>
                    <a:pt x="201622" y="398592"/>
                    <a:pt x="207407" y="404458"/>
                    <a:pt x="214616" y="404458"/>
                  </a:cubicBezTo>
                  <a:cubicBezTo>
                    <a:pt x="221825" y="404458"/>
                    <a:pt x="227699" y="398592"/>
                    <a:pt x="227699" y="391393"/>
                  </a:cubicBezTo>
                  <a:lnTo>
                    <a:pt x="227699" y="377261"/>
                  </a:lnTo>
                  <a:cubicBezTo>
                    <a:pt x="258404" y="371839"/>
                    <a:pt x="275224" y="351664"/>
                    <a:pt x="275224" y="327933"/>
                  </a:cubicBezTo>
                  <a:cubicBezTo>
                    <a:pt x="275224" y="303935"/>
                    <a:pt x="262409" y="289270"/>
                    <a:pt x="230725" y="278071"/>
                  </a:cubicBezTo>
                  <a:cubicBezTo>
                    <a:pt x="207941" y="269538"/>
                    <a:pt x="198596" y="263939"/>
                    <a:pt x="198596" y="255140"/>
                  </a:cubicBezTo>
                  <a:cubicBezTo>
                    <a:pt x="198596" y="247674"/>
                    <a:pt x="204292" y="240208"/>
                    <a:pt x="221558" y="240208"/>
                  </a:cubicBezTo>
                  <a:cubicBezTo>
                    <a:pt x="231437" y="240208"/>
                    <a:pt x="239447" y="241808"/>
                    <a:pt x="245855" y="243763"/>
                  </a:cubicBezTo>
                  <a:cubicBezTo>
                    <a:pt x="249593" y="244918"/>
                    <a:pt x="253687" y="244474"/>
                    <a:pt x="257158" y="242519"/>
                  </a:cubicBezTo>
                  <a:cubicBezTo>
                    <a:pt x="260540" y="240652"/>
                    <a:pt x="263121" y="237364"/>
                    <a:pt x="264100" y="233542"/>
                  </a:cubicBezTo>
                  <a:lnTo>
                    <a:pt x="264278" y="232564"/>
                  </a:lnTo>
                  <a:cubicBezTo>
                    <a:pt x="266414" y="224387"/>
                    <a:pt x="261519" y="216032"/>
                    <a:pt x="253331" y="213899"/>
                  </a:cubicBezTo>
                  <a:cubicBezTo>
                    <a:pt x="246656" y="212122"/>
                    <a:pt x="238735" y="210788"/>
                    <a:pt x="229034" y="210344"/>
                  </a:cubicBezTo>
                  <a:lnTo>
                    <a:pt x="229034" y="199945"/>
                  </a:lnTo>
                  <a:cubicBezTo>
                    <a:pt x="229034" y="192746"/>
                    <a:pt x="223249" y="186880"/>
                    <a:pt x="215951" y="186880"/>
                  </a:cubicBezTo>
                  <a:close/>
                  <a:moveTo>
                    <a:pt x="216485" y="144306"/>
                  </a:moveTo>
                  <a:cubicBezTo>
                    <a:pt x="300144" y="144306"/>
                    <a:pt x="368139" y="212210"/>
                    <a:pt x="368139" y="295669"/>
                  </a:cubicBezTo>
                  <a:cubicBezTo>
                    <a:pt x="368139" y="379128"/>
                    <a:pt x="300144" y="447032"/>
                    <a:pt x="216485" y="447032"/>
                  </a:cubicBezTo>
                  <a:cubicBezTo>
                    <a:pt x="132915" y="447032"/>
                    <a:pt x="64920" y="379128"/>
                    <a:pt x="64920" y="295669"/>
                  </a:cubicBezTo>
                  <a:cubicBezTo>
                    <a:pt x="64920" y="212210"/>
                    <a:pt x="132915" y="144306"/>
                    <a:pt x="216485" y="144306"/>
                  </a:cubicBezTo>
                  <a:close/>
                  <a:moveTo>
                    <a:pt x="216450" y="125119"/>
                  </a:moveTo>
                  <a:cubicBezTo>
                    <a:pt x="122287" y="125119"/>
                    <a:pt x="45657" y="201640"/>
                    <a:pt x="45657" y="295669"/>
                  </a:cubicBezTo>
                  <a:cubicBezTo>
                    <a:pt x="45657" y="389698"/>
                    <a:pt x="122287" y="466219"/>
                    <a:pt x="216450" y="466219"/>
                  </a:cubicBezTo>
                  <a:cubicBezTo>
                    <a:pt x="310702" y="466219"/>
                    <a:pt x="387332" y="389698"/>
                    <a:pt x="387332" y="295669"/>
                  </a:cubicBezTo>
                  <a:cubicBezTo>
                    <a:pt x="387332" y="201640"/>
                    <a:pt x="310702" y="125119"/>
                    <a:pt x="216450" y="125119"/>
                  </a:cubicBezTo>
                  <a:close/>
                  <a:moveTo>
                    <a:pt x="216450" y="79527"/>
                  </a:moveTo>
                  <a:cubicBezTo>
                    <a:pt x="336067" y="79527"/>
                    <a:pt x="432989" y="176311"/>
                    <a:pt x="432989" y="295669"/>
                  </a:cubicBezTo>
                  <a:cubicBezTo>
                    <a:pt x="432989" y="415116"/>
                    <a:pt x="336067" y="511811"/>
                    <a:pt x="216450" y="511811"/>
                  </a:cubicBezTo>
                  <a:cubicBezTo>
                    <a:pt x="96922" y="511811"/>
                    <a:pt x="0" y="415116"/>
                    <a:pt x="0" y="295669"/>
                  </a:cubicBezTo>
                  <a:cubicBezTo>
                    <a:pt x="0" y="176311"/>
                    <a:pt x="96922" y="79527"/>
                    <a:pt x="216450" y="79527"/>
                  </a:cubicBezTo>
                  <a:close/>
                  <a:moveTo>
                    <a:pt x="378619" y="60757"/>
                  </a:moveTo>
                  <a:cubicBezTo>
                    <a:pt x="455883" y="60757"/>
                    <a:pt x="518726" y="123510"/>
                    <a:pt x="518726" y="200663"/>
                  </a:cubicBezTo>
                  <a:cubicBezTo>
                    <a:pt x="518726" y="242439"/>
                    <a:pt x="500122" y="279860"/>
                    <a:pt x="470926" y="305548"/>
                  </a:cubicBezTo>
                  <a:cubicBezTo>
                    <a:pt x="471104" y="302259"/>
                    <a:pt x="471460" y="299059"/>
                    <a:pt x="471460" y="295682"/>
                  </a:cubicBezTo>
                  <a:cubicBezTo>
                    <a:pt x="471460" y="196752"/>
                    <a:pt x="414581" y="111066"/>
                    <a:pt x="331798" y="68934"/>
                  </a:cubicBezTo>
                  <a:cubicBezTo>
                    <a:pt x="346485" y="63779"/>
                    <a:pt x="362152" y="60757"/>
                    <a:pt x="378619" y="60757"/>
                  </a:cubicBezTo>
                  <a:close/>
                  <a:moveTo>
                    <a:pt x="378640" y="0"/>
                  </a:moveTo>
                  <a:cubicBezTo>
                    <a:pt x="489635" y="0"/>
                    <a:pt x="579624" y="89757"/>
                    <a:pt x="579624" y="200664"/>
                  </a:cubicBezTo>
                  <a:cubicBezTo>
                    <a:pt x="579624" y="284733"/>
                    <a:pt x="527821" y="356538"/>
                    <a:pt x="454387" y="386487"/>
                  </a:cubicBezTo>
                  <a:cubicBezTo>
                    <a:pt x="461152" y="369069"/>
                    <a:pt x="465870" y="350762"/>
                    <a:pt x="468629" y="331833"/>
                  </a:cubicBezTo>
                  <a:cubicBezTo>
                    <a:pt x="510464" y="303129"/>
                    <a:pt x="537968" y="255051"/>
                    <a:pt x="537968" y="200664"/>
                  </a:cubicBezTo>
                  <a:cubicBezTo>
                    <a:pt x="537968" y="112951"/>
                    <a:pt x="466493" y="41590"/>
                    <a:pt x="378640" y="41590"/>
                  </a:cubicBezTo>
                  <a:cubicBezTo>
                    <a:pt x="353183" y="41590"/>
                    <a:pt x="329240" y="47722"/>
                    <a:pt x="307877" y="58297"/>
                  </a:cubicBezTo>
                  <a:cubicBezTo>
                    <a:pt x="290431" y="51632"/>
                    <a:pt x="272095" y="46833"/>
                    <a:pt x="253047" y="44079"/>
                  </a:cubicBezTo>
                  <a:cubicBezTo>
                    <a:pt x="287494" y="16529"/>
                    <a:pt x="331020" y="0"/>
                    <a:pt x="37864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5ED75ED0-99B1-3944-A192-89AFD5161A9B}"/>
              </a:ext>
            </a:extLst>
          </p:cNvPr>
          <p:cNvSpPr txBox="1"/>
          <p:nvPr/>
        </p:nvSpPr>
        <p:spPr>
          <a:xfrm>
            <a:off x="5030652" y="4303873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8000">
              <a:solidFill>
                <a:schemeClr val="bg1"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50039F-E72E-1347-8E4B-F9F338C3BA31}"/>
              </a:ext>
            </a:extLst>
          </p:cNvPr>
          <p:cNvSpPr/>
          <p:nvPr/>
        </p:nvSpPr>
        <p:spPr>
          <a:xfrm>
            <a:off x="6275973" y="2635735"/>
            <a:ext cx="4862287" cy="1237594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87B7FAA-699C-4544-99EF-E3F6DB26DF10}"/>
              </a:ext>
            </a:extLst>
          </p:cNvPr>
          <p:cNvGrpSpPr/>
          <p:nvPr/>
        </p:nvGrpSpPr>
        <p:grpSpPr>
          <a:xfrm>
            <a:off x="7474654" y="2759017"/>
            <a:ext cx="3334847" cy="962882"/>
            <a:chOff x="1331921" y="3382460"/>
            <a:chExt cx="3334847" cy="962882"/>
          </a:xfrm>
        </p:grpSpPr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D8ADF6A-4EBD-AF49-96D9-E4CB213C3801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8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1AB2645E-69DC-9246-A3A6-767863332A88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0857CFA1-CA58-4E8D-B785-2B581D0E6DE8}"/>
              </a:ext>
            </a:extLst>
          </p:cNvPr>
          <p:cNvGrpSpPr/>
          <p:nvPr/>
        </p:nvGrpSpPr>
        <p:grpSpPr>
          <a:xfrm>
            <a:off x="6564568" y="2883634"/>
            <a:ext cx="752475" cy="752475"/>
            <a:chOff x="6564568" y="2883634"/>
            <a:chExt cx="752475" cy="752475"/>
          </a:xfrm>
        </p:grpSpPr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D32B86DF-9E90-4146-90E9-0111D4EB6070}"/>
                </a:ext>
              </a:extLst>
            </p:cNvPr>
            <p:cNvSpPr/>
            <p:nvPr/>
          </p:nvSpPr>
          <p:spPr>
            <a:xfrm>
              <a:off x="6564568" y="2883634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33A64362-C1A6-BB44-B3DC-704B0BC0844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6728037" y="3070270"/>
              <a:ext cx="425535" cy="368522"/>
            </a:xfrm>
            <a:custGeom>
              <a:avLst/>
              <a:gdLst>
                <a:gd name="connsiteX0" fmla="*/ 249942 w 604110"/>
                <a:gd name="connsiteY0" fmla="*/ 145082 h 523172"/>
                <a:gd name="connsiteX1" fmla="*/ 353179 w 604110"/>
                <a:gd name="connsiteY1" fmla="*/ 145082 h 523172"/>
                <a:gd name="connsiteX2" fmla="*/ 353179 w 604110"/>
                <a:gd name="connsiteY2" fmla="*/ 523172 h 523172"/>
                <a:gd name="connsiteX3" fmla="*/ 249942 w 604110"/>
                <a:gd name="connsiteY3" fmla="*/ 523172 h 523172"/>
                <a:gd name="connsiteX4" fmla="*/ 0 w 604110"/>
                <a:gd name="connsiteY4" fmla="*/ 53700 h 523172"/>
                <a:gd name="connsiteX5" fmla="*/ 227220 w 604110"/>
                <a:gd name="connsiteY5" fmla="*/ 145141 h 523172"/>
                <a:gd name="connsiteX6" fmla="*/ 227220 w 604110"/>
                <a:gd name="connsiteY6" fmla="*/ 523172 h 523172"/>
                <a:gd name="connsiteX7" fmla="*/ 0 w 604110"/>
                <a:gd name="connsiteY7" fmla="*/ 414508 h 523172"/>
                <a:gd name="connsiteX8" fmla="*/ 604110 w 604110"/>
                <a:gd name="connsiteY8" fmla="*/ 49819 h 523172"/>
                <a:gd name="connsiteX9" fmla="*/ 604110 w 604110"/>
                <a:gd name="connsiteY9" fmla="*/ 410805 h 523172"/>
                <a:gd name="connsiteX10" fmla="*/ 376890 w 604110"/>
                <a:gd name="connsiteY10" fmla="*/ 519361 h 523172"/>
                <a:gd name="connsiteX11" fmla="*/ 376890 w 604110"/>
                <a:gd name="connsiteY11" fmla="*/ 141274 h 523172"/>
                <a:gd name="connsiteX12" fmla="*/ 604110 w 604110"/>
                <a:gd name="connsiteY12" fmla="*/ 49819 h 523172"/>
                <a:gd name="connsiteX13" fmla="*/ 76296 w 604110"/>
                <a:gd name="connsiteY13" fmla="*/ 0 h 523172"/>
                <a:gd name="connsiteX14" fmla="*/ 299911 w 604110"/>
                <a:gd name="connsiteY14" fmla="*/ 70898 h 523172"/>
                <a:gd name="connsiteX15" fmla="*/ 523650 w 604110"/>
                <a:gd name="connsiteY15" fmla="*/ 0 h 523172"/>
                <a:gd name="connsiteX16" fmla="*/ 563111 w 604110"/>
                <a:gd name="connsiteY16" fmla="*/ 29376 h 523172"/>
                <a:gd name="connsiteX17" fmla="*/ 353147 w 604110"/>
                <a:gd name="connsiteY17" fmla="*/ 119114 h 523172"/>
                <a:gd name="connsiteX18" fmla="*/ 301524 w 604110"/>
                <a:gd name="connsiteY18" fmla="*/ 119114 h 523172"/>
                <a:gd name="connsiteX19" fmla="*/ 298422 w 604110"/>
                <a:gd name="connsiteY19" fmla="*/ 119114 h 523172"/>
                <a:gd name="connsiteX20" fmla="*/ 246675 w 604110"/>
                <a:gd name="connsiteY20" fmla="*/ 119114 h 523172"/>
                <a:gd name="connsiteX21" fmla="*/ 36835 w 604110"/>
                <a:gd name="connsiteY21" fmla="*/ 29376 h 52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4110" h="523172">
                  <a:moveTo>
                    <a:pt x="249942" y="145082"/>
                  </a:moveTo>
                  <a:lnTo>
                    <a:pt x="353179" y="145082"/>
                  </a:lnTo>
                  <a:lnTo>
                    <a:pt x="353179" y="523172"/>
                  </a:lnTo>
                  <a:lnTo>
                    <a:pt x="249942" y="523172"/>
                  </a:lnTo>
                  <a:close/>
                  <a:moveTo>
                    <a:pt x="0" y="53700"/>
                  </a:moveTo>
                  <a:cubicBezTo>
                    <a:pt x="0" y="53700"/>
                    <a:pt x="167282" y="63241"/>
                    <a:pt x="227220" y="145141"/>
                  </a:cubicBezTo>
                  <a:lnTo>
                    <a:pt x="227220" y="523172"/>
                  </a:lnTo>
                  <a:cubicBezTo>
                    <a:pt x="227220" y="523172"/>
                    <a:pt x="206496" y="414508"/>
                    <a:pt x="0" y="414508"/>
                  </a:cubicBezTo>
                  <a:close/>
                  <a:moveTo>
                    <a:pt x="604110" y="49819"/>
                  </a:moveTo>
                  <a:lnTo>
                    <a:pt x="604110" y="410805"/>
                  </a:lnTo>
                  <a:cubicBezTo>
                    <a:pt x="397614" y="410805"/>
                    <a:pt x="376890" y="519361"/>
                    <a:pt x="376890" y="519361"/>
                  </a:cubicBezTo>
                  <a:lnTo>
                    <a:pt x="376890" y="141274"/>
                  </a:lnTo>
                  <a:cubicBezTo>
                    <a:pt x="436828" y="59485"/>
                    <a:pt x="604110" y="49819"/>
                    <a:pt x="604110" y="49819"/>
                  </a:cubicBezTo>
                  <a:close/>
                  <a:moveTo>
                    <a:pt x="76296" y="0"/>
                  </a:moveTo>
                  <a:cubicBezTo>
                    <a:pt x="76296" y="0"/>
                    <a:pt x="263304" y="27145"/>
                    <a:pt x="299911" y="70898"/>
                  </a:cubicBezTo>
                  <a:cubicBezTo>
                    <a:pt x="336642" y="27145"/>
                    <a:pt x="523650" y="0"/>
                    <a:pt x="523650" y="0"/>
                  </a:cubicBezTo>
                  <a:lnTo>
                    <a:pt x="563111" y="29376"/>
                  </a:lnTo>
                  <a:cubicBezTo>
                    <a:pt x="341110" y="82054"/>
                    <a:pt x="353147" y="119114"/>
                    <a:pt x="353147" y="119114"/>
                  </a:cubicBezTo>
                  <a:lnTo>
                    <a:pt x="301524" y="119114"/>
                  </a:lnTo>
                  <a:lnTo>
                    <a:pt x="298422" y="119114"/>
                  </a:lnTo>
                  <a:lnTo>
                    <a:pt x="246675" y="119114"/>
                  </a:lnTo>
                  <a:cubicBezTo>
                    <a:pt x="246675" y="119114"/>
                    <a:pt x="258712" y="82054"/>
                    <a:pt x="36835" y="2937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33" name="文本框 32">
            <a:extLst>
              <a:ext uri="{FF2B5EF4-FFF2-40B4-BE49-F238E27FC236}">
                <a16:creationId xmlns:a16="http://schemas.microsoft.com/office/drawing/2014/main" id="{E2966D21-B328-6E44-A71C-D4BE397D5F22}"/>
              </a:ext>
            </a:extLst>
          </p:cNvPr>
          <p:cNvSpPr txBox="1"/>
          <p:nvPr/>
        </p:nvSpPr>
        <p:spPr>
          <a:xfrm>
            <a:off x="10313401" y="2635735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8000">
              <a:solidFill>
                <a:schemeClr val="bg1"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2594158-ED21-AB4B-9B40-B19282E3E20C}"/>
              </a:ext>
            </a:extLst>
          </p:cNvPr>
          <p:cNvSpPr/>
          <p:nvPr/>
        </p:nvSpPr>
        <p:spPr>
          <a:xfrm>
            <a:off x="6275973" y="4307440"/>
            <a:ext cx="4862287" cy="1237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87586267-FB32-7C41-AB0D-4DA9F0A8D0B2}"/>
              </a:ext>
            </a:extLst>
          </p:cNvPr>
          <p:cNvGrpSpPr/>
          <p:nvPr/>
        </p:nvGrpSpPr>
        <p:grpSpPr>
          <a:xfrm>
            <a:off x="7474654" y="4430722"/>
            <a:ext cx="3334847" cy="961022"/>
            <a:chOff x="1331921" y="3382460"/>
            <a:chExt cx="3334847" cy="961022"/>
          </a:xfrm>
        </p:grpSpPr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065EE5C8-9468-BD4F-B670-AD8A92759DB2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6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ECE790CE-EC83-D242-B503-E2FF08EABD0D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0F83886E-13F6-40AD-9B4A-34CD5F4CA6C6}"/>
              </a:ext>
            </a:extLst>
          </p:cNvPr>
          <p:cNvGrpSpPr/>
          <p:nvPr/>
        </p:nvGrpSpPr>
        <p:grpSpPr>
          <a:xfrm>
            <a:off x="6564568" y="4555339"/>
            <a:ext cx="752475" cy="752475"/>
            <a:chOff x="6564568" y="4555339"/>
            <a:chExt cx="752475" cy="752475"/>
          </a:xfrm>
        </p:grpSpPr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FDCEB9D7-C540-6848-BB0E-05BE4192B175}"/>
                </a:ext>
              </a:extLst>
            </p:cNvPr>
            <p:cNvSpPr/>
            <p:nvPr/>
          </p:nvSpPr>
          <p:spPr>
            <a:xfrm>
              <a:off x="6564568" y="4555339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8DEFA565-4495-EF41-BF2E-1CE47AA2B5E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6762068" y="4713469"/>
              <a:ext cx="357472" cy="425535"/>
            </a:xfrm>
            <a:custGeom>
              <a:avLst/>
              <a:gdLst>
                <a:gd name="T0" fmla="*/ 401 w 401"/>
                <a:gd name="T1" fmla="*/ 89 h 478"/>
                <a:gd name="T2" fmla="*/ 401 w 401"/>
                <a:gd name="T3" fmla="*/ 293 h 478"/>
                <a:gd name="T4" fmla="*/ 73 w 401"/>
                <a:gd name="T5" fmla="*/ 293 h 478"/>
                <a:gd name="T6" fmla="*/ 73 w 401"/>
                <a:gd name="T7" fmla="*/ 89 h 478"/>
                <a:gd name="T8" fmla="*/ 401 w 401"/>
                <a:gd name="T9" fmla="*/ 89 h 478"/>
                <a:gd name="T10" fmla="*/ 39 w 401"/>
                <a:gd name="T11" fmla="*/ 0 h 478"/>
                <a:gd name="T12" fmla="*/ 0 w 401"/>
                <a:gd name="T13" fmla="*/ 39 h 478"/>
                <a:gd name="T14" fmla="*/ 23 w 401"/>
                <a:gd name="T15" fmla="*/ 74 h 478"/>
                <a:gd name="T16" fmla="*/ 23 w 401"/>
                <a:gd name="T17" fmla="*/ 478 h 478"/>
                <a:gd name="T18" fmla="*/ 56 w 401"/>
                <a:gd name="T19" fmla="*/ 478 h 478"/>
                <a:gd name="T20" fmla="*/ 56 w 401"/>
                <a:gd name="T21" fmla="*/ 74 h 478"/>
                <a:gd name="T22" fmla="*/ 78 w 401"/>
                <a:gd name="T23" fmla="*/ 39 h 478"/>
                <a:gd name="T24" fmla="*/ 39 w 401"/>
                <a:gd name="T25" fmla="*/ 0 h 4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1" h="478">
                  <a:moveTo>
                    <a:pt x="401" y="89"/>
                  </a:moveTo>
                  <a:lnTo>
                    <a:pt x="401" y="293"/>
                  </a:lnTo>
                  <a:cubicBezTo>
                    <a:pt x="292" y="212"/>
                    <a:pt x="182" y="375"/>
                    <a:pt x="73" y="293"/>
                  </a:cubicBezTo>
                  <a:lnTo>
                    <a:pt x="73" y="89"/>
                  </a:lnTo>
                  <a:cubicBezTo>
                    <a:pt x="182" y="171"/>
                    <a:pt x="292" y="7"/>
                    <a:pt x="401" y="89"/>
                  </a:cubicBezTo>
                  <a:close/>
                  <a:moveTo>
                    <a:pt x="39" y="0"/>
                  </a:moveTo>
                  <a:cubicBezTo>
                    <a:pt x="18" y="0"/>
                    <a:pt x="0" y="17"/>
                    <a:pt x="0" y="39"/>
                  </a:cubicBezTo>
                  <a:cubicBezTo>
                    <a:pt x="0" y="54"/>
                    <a:pt x="9" y="68"/>
                    <a:pt x="23" y="74"/>
                  </a:cubicBezTo>
                  <a:lnTo>
                    <a:pt x="23" y="478"/>
                  </a:lnTo>
                  <a:lnTo>
                    <a:pt x="56" y="478"/>
                  </a:lnTo>
                  <a:lnTo>
                    <a:pt x="56" y="74"/>
                  </a:lnTo>
                  <a:cubicBezTo>
                    <a:pt x="69" y="68"/>
                    <a:pt x="78" y="54"/>
                    <a:pt x="78" y="39"/>
                  </a:cubicBezTo>
                  <a:cubicBezTo>
                    <a:pt x="78" y="17"/>
                    <a:pt x="61" y="0"/>
                    <a:pt x="3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7AF2B9D3-7A79-7944-990A-709C86E750F7}"/>
              </a:ext>
            </a:extLst>
          </p:cNvPr>
          <p:cNvSpPr txBox="1"/>
          <p:nvPr/>
        </p:nvSpPr>
        <p:spPr>
          <a:xfrm>
            <a:off x="10313401" y="4307440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8000">
              <a:solidFill>
                <a:schemeClr val="tx1">
                  <a:lumMod val="75000"/>
                  <a:lumOff val="25000"/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8FD4EF-9F7D-9D80-840A-C20C0802D13E}"/>
              </a:ext>
            </a:extLst>
          </p:cNvPr>
          <p:cNvSpPr txBox="1"/>
          <p:nvPr/>
        </p:nvSpPr>
        <p:spPr>
          <a:xfrm>
            <a:off x="1219200" y="5486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/>
              <a:t>下一步决策事项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F9283AF-4686-425F-CA40-3848068F52FA}"/>
              </a:ext>
            </a:extLst>
          </p:cNvPr>
          <p:cNvSpPr txBox="1"/>
          <p:nvPr/>
        </p:nvSpPr>
        <p:spPr>
          <a:xfrm>
            <a:off x="1463040" y="2194560"/>
            <a:ext cx="432816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 sz="1400"/>
              <a:t>试点范围：明确首批渠道与服务场景边界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87F349E-F9E2-A51F-3A95-0D5AB171C332}"/>
              </a:ext>
            </a:extLst>
          </p:cNvPr>
          <p:cNvSpPr txBox="1"/>
          <p:nvPr/>
        </p:nvSpPr>
        <p:spPr>
          <a:xfrm>
            <a:off x="6400800" y="2194560"/>
            <a:ext cx="432816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 sz="1400"/>
              <a:t>预算边界：锁定试点投入上限与审批口径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F3BDA03-62DB-20F9-A064-F906EEC1C042}"/>
              </a:ext>
            </a:extLst>
          </p:cNvPr>
          <p:cNvSpPr txBox="1"/>
          <p:nvPr/>
        </p:nvSpPr>
        <p:spPr>
          <a:xfrm>
            <a:off x="1463040" y="4251960"/>
            <a:ext cx="432816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 sz="1400"/>
              <a:t>系统接入：确认客服系统接口与联调计划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3098AD1-D790-BF1E-DA5C-13E8BB68C9DD}"/>
              </a:ext>
            </a:extLst>
          </p:cNvPr>
          <p:cNvSpPr txBox="1"/>
          <p:nvPr/>
        </p:nvSpPr>
        <p:spPr>
          <a:xfrm>
            <a:off x="6400800" y="4251960"/>
            <a:ext cx="432816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 sz="1400"/>
              <a:t>责任人：指定业务与技术双负责人机制</a:t>
            </a:r>
          </a:p>
        </p:txBody>
      </p:sp>
    </p:spTree>
    <p:extLst>
      <p:ext uri="{BB962C8B-B14F-4D97-AF65-F5344CB8AC3E}">
        <p14:creationId xmlns:p14="http://schemas.microsoft.com/office/powerpoint/2010/main" val="3210296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2" grpId="0" animBg="1"/>
      <p:bldP spid="15" grpId="0"/>
      <p:bldP spid="30" grpId="0" animBg="1"/>
      <p:bldP spid="33" grpId="0"/>
      <p:bldP spid="39" grpId="0" animBg="1"/>
      <p:bldP spid="4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D2568A0-48FD-D487-9F32-9FE7C62D1041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7259F75C-4CA4-90AC-9566-B5CBE92D27A8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99DFA4-8611-8CA2-9A79-348235EB86C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endParaRPr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8B2DE356-DAE4-B04A-A48B-6F8A5B845F1A}"/>
              </a:ext>
            </a:extLst>
          </p:cNvPr>
          <p:cNvSpPr/>
          <p:nvPr/>
        </p:nvSpPr>
        <p:spPr>
          <a:xfrm>
            <a:off x="1532959" y="1934930"/>
            <a:ext cx="1438275" cy="143827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50F31DD-3447-7246-92C4-F6A1FEBB7356}"/>
              </a:ext>
            </a:extLst>
          </p:cNvPr>
          <p:cNvSpPr/>
          <p:nvPr/>
        </p:nvSpPr>
        <p:spPr>
          <a:xfrm>
            <a:off x="4095561" y="1934930"/>
            <a:ext cx="1438275" cy="143827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1CA9E58-2A9B-1740-99B3-839D77BA1DB0}"/>
              </a:ext>
            </a:extLst>
          </p:cNvPr>
          <p:cNvSpPr/>
          <p:nvPr/>
        </p:nvSpPr>
        <p:spPr>
          <a:xfrm>
            <a:off x="6658163" y="1934930"/>
            <a:ext cx="1438275" cy="143827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FFF365B-691C-2149-9984-9CED0E63F08D}"/>
              </a:ext>
            </a:extLst>
          </p:cNvPr>
          <p:cNvSpPr/>
          <p:nvPr/>
        </p:nvSpPr>
        <p:spPr>
          <a:xfrm>
            <a:off x="9220766" y="1934930"/>
            <a:ext cx="1438275" cy="143827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6CD9B2-168A-AB47-B506-76F1A4CE409B}"/>
              </a:ext>
            </a:extLst>
          </p:cNvPr>
          <p:cNvSpPr txBox="1"/>
          <p:nvPr/>
        </p:nvSpPr>
        <p:spPr>
          <a:xfrm>
            <a:off x="1702935" y="2326847"/>
            <a:ext cx="1098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852D442-3785-004F-8D71-F3252C10389C}"/>
              </a:ext>
            </a:extLst>
          </p:cNvPr>
          <p:cNvSpPr txBox="1"/>
          <p:nvPr/>
        </p:nvSpPr>
        <p:spPr>
          <a:xfrm>
            <a:off x="4103520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1F3947-E41D-CE46-9749-C1905CD4066B}"/>
              </a:ext>
            </a:extLst>
          </p:cNvPr>
          <p:cNvSpPr txBox="1"/>
          <p:nvPr/>
        </p:nvSpPr>
        <p:spPr>
          <a:xfrm>
            <a:off x="6666122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8564B-C9C5-D749-9F46-F9C4D0B89E9F}"/>
              </a:ext>
            </a:extLst>
          </p:cNvPr>
          <p:cNvSpPr txBox="1"/>
          <p:nvPr/>
        </p:nvSpPr>
        <p:spPr>
          <a:xfrm>
            <a:off x="9228723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5203B4-42CA-4346-B873-A553F98F57E8}"/>
              </a:ext>
            </a:extLst>
          </p:cNvPr>
          <p:cNvSpPr txBox="1"/>
          <p:nvPr/>
        </p:nvSpPr>
        <p:spPr>
          <a:xfrm>
            <a:off x="1024896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E04553D-CF0C-444E-8251-0D1C484E7F13}"/>
              </a:ext>
            </a:extLst>
          </p:cNvPr>
          <p:cNvSpPr txBox="1"/>
          <p:nvPr/>
        </p:nvSpPr>
        <p:spPr>
          <a:xfrm>
            <a:off x="1024896" y="4383023"/>
            <a:ext cx="2433360" cy="465640"/>
          </a:xfrm>
          <a:prstGeom prst="rect">
            <a:avLst/>
          </a:prstGeom>
          <a:noFill/>
        </p:spPr>
        <p:txBody>
          <a:bodyPr wrap="square" rtlCol="0">
            <a:norm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en-US" sz="1400"/>
              <a:t>Q&amp;amp;A</a:t>
            </a:r>
            <a:endParaRPr sz="14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0357AD-2855-0946-8128-A5A556410238}"/>
              </a:ext>
            </a:extLst>
          </p:cNvPr>
          <p:cNvSpPr txBox="1"/>
          <p:nvPr/>
        </p:nvSpPr>
        <p:spPr>
          <a:xfrm>
            <a:off x="3564894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ED9C468-E717-F148-809E-2042BF4B9D04}"/>
              </a:ext>
            </a:extLst>
          </p:cNvPr>
          <p:cNvSpPr txBox="1"/>
          <p:nvPr/>
        </p:nvSpPr>
        <p:spPr>
          <a:xfrm>
            <a:off x="3564894" y="4383023"/>
            <a:ext cx="2433360" cy="465640"/>
          </a:xfrm>
          <a:prstGeom prst="rect">
            <a:avLst/>
          </a:prstGeom>
          <a:noFill/>
        </p:spPr>
        <p:txBody>
          <a:bodyPr wrap="square" rtlCol="0">
            <a:norm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/>
              <a:t>内容由</a:t>
            </a:r>
            <a:r>
              <a:rPr lang="en-US" sz="1400"/>
              <a:t>AI</a:t>
            </a:r>
            <a:r>
              <a:rPr lang="zh-CN" altLang="en-US" sz="1400"/>
              <a:t>生成</a:t>
            </a:r>
            <a:r>
              <a:rPr lang="en-US" altLang="zh-CN" sz="1400"/>
              <a:t>10/10</a:t>
            </a:r>
            <a:endParaRPr sz="14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FFB52EE-F39A-0547-9C58-4C0A314F8880}"/>
              </a:ext>
            </a:extLst>
          </p:cNvPr>
          <p:cNvSpPr txBox="1"/>
          <p:nvPr/>
        </p:nvSpPr>
        <p:spPr>
          <a:xfrm>
            <a:off x="6193746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4E6AD-BE52-DB4B-8ABE-4F3109E14D9F}"/>
              </a:ext>
            </a:extLst>
          </p:cNvPr>
          <p:cNvSpPr txBox="1"/>
          <p:nvPr/>
        </p:nvSpPr>
        <p:spPr>
          <a:xfrm>
            <a:off x="6193746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A42C54A-6D59-1D4B-9BC7-5E15A5E946C2}"/>
              </a:ext>
            </a:extLst>
          </p:cNvPr>
          <p:cNvSpPr txBox="1"/>
          <p:nvPr/>
        </p:nvSpPr>
        <p:spPr>
          <a:xfrm>
            <a:off x="8733744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4BA5AA8-BBC9-1243-ABB4-D4139051F05C}"/>
              </a:ext>
            </a:extLst>
          </p:cNvPr>
          <p:cNvSpPr txBox="1"/>
          <p:nvPr/>
        </p:nvSpPr>
        <p:spPr>
          <a:xfrm>
            <a:off x="8733744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A41A017-9F8A-B18B-83FD-7906B45A978E}"/>
              </a:ext>
            </a:extLst>
          </p:cNvPr>
          <p:cNvSpPr txBox="1"/>
          <p:nvPr/>
        </p:nvSpPr>
        <p:spPr>
          <a:xfrm>
            <a:off x="1219200" y="5486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zh-CN" altLang="en-US"/>
              <a:t>谢谢观看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D17FC5E-EFF4-9C26-CE0D-E131CA5F0FC5}"/>
              </a:ext>
            </a:extLst>
          </p:cNvPr>
          <p:cNvSpPr txBox="1"/>
          <p:nvPr/>
        </p:nvSpPr>
        <p:spPr>
          <a:xfrm>
            <a:off x="1219200" y="1920240"/>
            <a:ext cx="9753600" cy="369332"/>
          </a:xfrm>
          <a:prstGeom prst="rect">
            <a:avLst/>
          </a:prstGeom>
          <a:noFill/>
        </p:spPr>
        <p:txBody>
          <a:bodyPr vert="horz" wrap="square" rtlCol="0">
            <a:normAutofit/>
          </a:bodyPr>
          <a:lstStyle/>
          <a:p>
            <a:r>
              <a:rPr lang="en-US" altLang="zh-CN" sz="1400"/>
              <a:t>Q&amp;amp;A Q&amp;amp;A</a:t>
            </a:r>
            <a:r>
              <a:rPr lang="zh-CN" altLang="en-US" sz="1400"/>
              <a:t>内容由</a:t>
            </a:r>
            <a:r>
              <a:rPr lang="en-US" altLang="zh-CN" sz="1400"/>
              <a:t>AI</a:t>
            </a:r>
            <a:r>
              <a:rPr lang="zh-CN" altLang="en-US" sz="1400"/>
              <a:t>生成</a:t>
            </a:r>
          </a:p>
        </p:txBody>
      </p:sp>
    </p:spTree>
    <p:extLst>
      <p:ext uri="{BB962C8B-B14F-4D97-AF65-F5344CB8AC3E}">
        <p14:creationId xmlns:p14="http://schemas.microsoft.com/office/powerpoint/2010/main" val="1087998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accel="19000" decel="81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accel="19000" decel="8100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4" accel="19000" decel="81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accel="19000" decel="81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heme/theme1.xml><?xml version="1.0" encoding="utf-8"?>
<a:theme xmlns:a="http://schemas.openxmlformats.org/drawingml/2006/main" name="Office 主题​​">
  <a:themeElements>
    <a:clrScheme name="自定义 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396EAE"/>
      </a:accent1>
      <a:accent2>
        <a:srgbClr val="6991CF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272</Words>
  <Application>Microsoft Office PowerPoint</Application>
  <PresentationFormat>宽屏</PresentationFormat>
  <Paragraphs>35</Paragraphs>
  <Slides>10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MiSans Semibold</vt:lpstr>
      <vt:lpstr>MiSans</vt:lpstr>
      <vt:lpstr>MiSans Demibold</vt:lpstr>
      <vt:lpstr>等线 Light</vt:lpstr>
      <vt:lpstr>思源黑体 CN Normal</vt:lpstr>
      <vt:lpstr>Arial</vt:lpstr>
      <vt:lpstr>MiSans Normal</vt:lpstr>
      <vt:lpstr>MiSans ExtraLight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yeli jiang</cp:lastModifiedBy>
  <cp:revision>13</cp:revision>
  <dcterms:created xsi:type="dcterms:W3CDTF">2022-06-02T07:27:36Z</dcterms:created>
  <dcterms:modified xsi:type="dcterms:W3CDTF">2026-07-08T14:22:22Z</dcterms:modified>
</cp:coreProperties>
</file>