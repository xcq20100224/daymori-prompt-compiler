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CD740-7EAD-4797-A94C-21ADD31BBE4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7AD30-1B67-4A04-9992-D2D199F192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01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7AD30-1B67-4A04-9992-D2D199F192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6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7AD30-1B67-4A04-9992-D2D199F192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761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7AD30-1B67-4A04-9992-D2D199F192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609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7AD30-1B67-4A04-9992-D2D199F192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2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7AD30-1B67-4A04-9992-D2D199F192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270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7AD30-1B67-4A04-9992-D2D199F192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856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9B415F-FF96-954D-4963-E07C528C7CC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EC5B314-9A01-2ABE-EBB5-D77042055E7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06BF9A-F7C9-0390-CD78-C4D4025D2AC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E4E39E-0C3D-B730-CE65-5249EB194A8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D54BA5-415B-1E5E-71D2-4AF34F419FE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3BF838-1AE7-7359-06E3-542B63AC041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5AAB01-A61A-9AE3-41A2-6DA9A46994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49574F-6E11-BAF1-2D11-819BB0BD2C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8F7CB9-4862-423F-170B-044F55B1444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8FD4EF-9F7D-9D80-840A-C20C0802D13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9283AF-4686-425F-CA40-3848068F52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7F349E-F9E2-A51F-3A95-0D5AB171C33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3BDA03-62DB-20F9-A064-F906EEC1C04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3098AD1-D790-BF1E-DA5C-13E8BB68C9D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41A017-9F8A-B18B-83FD-7906B45A97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17FC5E-EFF4-9C26-CE0D-E131CA5F0FC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2026-07-08T14:22:22Z</dcterms:modified>
</cp:coreProperties>
</file>