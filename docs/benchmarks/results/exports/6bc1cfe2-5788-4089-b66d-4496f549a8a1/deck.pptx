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B4FC9-4B9C-4C26-8664-94A9A07BB86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DB4DD-D71A-425D-96D4-2705FBF2D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80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DB4DD-D71A-425D-96D4-2705FBF2D36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389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DB4DD-D71A-425D-96D4-2705FBF2D36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489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DB4DD-D71A-425D-96D4-2705FBF2D36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224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DB4DD-D71A-425D-96D4-2705FBF2D36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673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DB4DD-D71A-425D-96D4-2705FBF2D36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487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DB4DD-D71A-425D-96D4-2705FBF2D36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017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F0078A-B918-0A31-1F46-002DC693ED5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07CE39C-3999-8678-235D-DC796A4D95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86F566-7540-7E9C-1FB1-6B13C2661D6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9B943F-2790-6FC0-92CA-613829674BD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0060C2-CBDB-0EA1-E73A-C9C9B171B1E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BB79EC-9C3F-4297-2A17-EAD422563FE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1BD85FD-FA3A-A027-866D-442A30C37AC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66DA70-A8FD-283E-FFCD-0CA33EC9E36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A2617A-D21E-F638-61C2-50AE386FBF1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2026-07-07T03:59:43Z</dcterms:modified>
</cp:coreProperties>
</file>