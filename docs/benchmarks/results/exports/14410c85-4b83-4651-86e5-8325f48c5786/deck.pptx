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C1CF65-E5CD-4D6C-B803-70CBD6610AD9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7F89EA-93BD-46E1-A0C7-E134F1B4BD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3073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7F89EA-93BD-46E1-A0C7-E134F1B4BDB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99588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7F89EA-93BD-46E1-A0C7-E134F1B4BDB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27747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7F89EA-93BD-46E1-A0C7-E134F1B4BDB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63656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7F89EA-93BD-46E1-A0C7-E134F1B4BDB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66749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7F89EA-93BD-46E1-A0C7-E134F1B4BDB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98310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7F89EA-93BD-46E1-A0C7-E134F1B4BDB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48125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B2ED565-50A6-47C3-7621-888CBDC904E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AE1F288-3FFB-F6C0-4196-7561BAE48C2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6F432BA-92CE-F805-5269-0ABB8C5AF4AB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1B9CADD-3DCB-3726-0DCD-2BC917A6FDEC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7BEDF48-FFDB-5ACA-EE98-F94F27AF9236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CE11BCC-2DC0-47A8-5174-BD9A1FBBA195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B0B8E14-266A-8904-587B-A271F80BA60F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D998E8F-88B3-6FC9-2240-C25A5D93C4B9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A7F18D1-5451-E6DA-BEAD-5CB314714E83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2026-07-07T08:24:00Z</dcterms:modified>
</cp:coreProperties>
</file>