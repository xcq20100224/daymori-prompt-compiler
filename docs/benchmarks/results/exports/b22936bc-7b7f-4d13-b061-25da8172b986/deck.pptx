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ABBD5E-437D-451E-82D5-B093CD2E5CE0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6C9CE4-9779-4D19-9CAD-6329CACDE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024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6C9CE4-9779-4D19-9CAD-6329CACDE1A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991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6C9CE4-9779-4D19-9CAD-6329CACDE1A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63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6C9CE4-9779-4D19-9CAD-6329CACDE1A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007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6C9CE4-9779-4D19-9CAD-6329CACDE1A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98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6C9CE4-9779-4D19-9CAD-6329CACDE1A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306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6C9CE4-9779-4D19-9CAD-6329CACDE1A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481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A70AAF-5AEC-2B22-873A-56655AACFA2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254D254-DE10-7AE4-98D5-ADA7279835B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F89FC01-743C-C6B1-F148-02AFC4AED55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55485D-CC0E-DD46-A71E-0C52B869F94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DCC3F10-90FD-C192-9CB0-CC618945341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93E2F70-FA62-5F05-7690-5C0A60E50A4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BD823F4-B349-FE35-51CA-171919CCA3A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307A820-F6B1-A6D6-3DBA-E820F5E0BDE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524BFA-BE36-BDEF-CCBA-F25EC21525E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2026-07-07T08:09:03Z</dcterms:modified>
</cp:coreProperties>
</file>