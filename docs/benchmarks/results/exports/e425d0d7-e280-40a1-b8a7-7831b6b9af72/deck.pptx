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066C7-E6B2-4CD7-B2AF-B396E8C45EC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68C20-BD58-457B-8C4D-AEC8A92897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69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68C20-BD58-457B-8C4D-AEC8A92897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38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68C20-BD58-457B-8C4D-AEC8A92897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678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68C20-BD58-457B-8C4D-AEC8A92897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41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68C20-BD58-457B-8C4D-AEC8A92897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4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68C20-BD58-457B-8C4D-AEC8A92897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253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68C20-BD58-457B-8C4D-AEC8A92897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61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BD4CF3-92DB-0DDF-9324-3D4290879EA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E827C9-E6DA-C41F-43FE-F5DC97135D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C76C86-E4D4-3E60-C807-122CA1F316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43B68B-E33B-E5DD-2F45-C1A7FE294D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285F5F-C793-F11D-6CFD-3B9C7AC9D2A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D8A399-7BF8-1EBA-B0CD-B2EBBD77B8B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82FC42-BC9D-ED8C-599C-1838780AF1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A08987-D9A0-B247-BEDE-BEA43C9F25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DBBF72-12D3-AA72-0E1B-C422A7D3A6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2026-07-08T12:06:50Z</dcterms:modified>
</cp:coreProperties>
</file>