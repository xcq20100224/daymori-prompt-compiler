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79BD1-4F10-4C88-87AF-2C70874511D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94B4F-C974-4A9D-904D-CCC935F462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694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94B4F-C974-4A9D-904D-CCC935F4626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503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94B4F-C974-4A9D-904D-CCC935F4626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514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94B4F-C974-4A9D-904D-CCC935F4626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457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94B4F-C974-4A9D-904D-CCC935F4626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054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94B4F-C974-4A9D-904D-CCC935F4626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44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94B4F-C974-4A9D-904D-CCC935F4626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136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2365BEB-0636-0D58-AE56-34D54E3DC0C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4636CD9-97D7-3B5A-D0E5-2F6A092E9CF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CCD52EE-12D9-47C8-B5BB-70803AF1F1F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2B2F41-3DF9-5F23-8FC9-28009F0A8C0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B89A6A-99D8-CA5C-8B2D-ADB525A2412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D1994B-EC6E-5129-61D6-AD8D1FE5338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ED31A1-5103-6C59-08D1-41DD9211E2B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600921F-3840-5A45-11C4-5000F4EF78D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45C7E1E-6964-6FAB-1588-ADB0493D79B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BB290C9-EC4D-8DDB-2E41-24E8F69BD6B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7CA6EF8-C7BC-588F-FBA5-3A6D95B8C29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2F9CE6F-1F50-7A1D-DD4B-98A8720CF7D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3964C08-0F37-5F95-05EC-D15C76436D6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E569F4D-AC17-CCC5-A78F-F0527E1298B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9086C78-D684-D7DD-E142-BFE8C240B59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思源黑体 CN Normal</vt:lpstr>
      <vt:lpstr>MiSans Normal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2026-07-08T14:21:31Z</dcterms:modified>
</cp:coreProperties>
</file>