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D8035-4F36-4694-9898-B7F35AAD854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3BA93-D453-452B-B4FB-D40588551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7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979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52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16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10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68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3BA93-D453-452B-B4FB-D40588551A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83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8A7BE9-3352-6B12-65F7-EC3A846D2D8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35F0A77-13CC-A365-AC7F-A4B23238D0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7D524D-F3D8-2998-2D8A-CE21538CAD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58145A-396C-4046-AB10-61950F0679F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E8243E-5C27-EA11-2DEB-CAC9022683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32F3D9-CF7F-FAFF-3D32-DF99DE05E43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BB563D-0552-1105-49F0-C16E2858F7A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D888B6-66B8-F4EC-6DE4-AFEDE67BA1B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79C805-822F-92F9-7E74-EDB2218CBBE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2026-07-08T13:09:46Z</dcterms:modified>
</cp:coreProperties>
</file>