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EFDC7-3C26-4444-85A4-AF983382D05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13922-5181-4B73-ACDD-566A1E7193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972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13922-5181-4B73-ACDD-566A1E7193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2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13922-5181-4B73-ACDD-566A1E7193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980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13922-5181-4B73-ACDD-566A1E7193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32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13922-5181-4B73-ACDD-566A1E7193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98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13922-5181-4B73-ACDD-566A1E7193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453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13922-5181-4B73-ACDD-566A1E71931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952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9D66F6-E23E-A399-36FB-C378063E3ED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21AE6D9-7ACA-22CA-9E23-33084CE04D3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E9F1AC8-B5AF-4584-2DE9-44718B6B022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304E40-5441-E4F4-BAD1-BDA18AB47A1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0F23EE2-FF76-19B8-7820-C8AFF89992B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6AB3E7-ECEB-6E87-ACF0-D4AC3BB747A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7F32E8C-00D0-860C-B6D7-0C4C9DB439A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299A30E-F999-91E8-DB29-BF271B778BF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58564F3-E0A0-A869-361B-980F405C4C5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2026-07-08T12:43:12Z</dcterms:modified>
</cp:coreProperties>
</file>