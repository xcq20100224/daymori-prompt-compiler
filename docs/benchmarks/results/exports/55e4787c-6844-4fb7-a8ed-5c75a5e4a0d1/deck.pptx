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F4EC5-4017-40F4-92E1-015A5D5C317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40656B-6207-40FC-8561-224CBF59E1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677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0656B-6207-40FC-8561-224CBF59E15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720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0656B-6207-40FC-8561-224CBF59E15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837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0656B-6207-40FC-8561-224CBF59E15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2707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0656B-6207-40FC-8561-224CBF59E15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6894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0656B-6207-40FC-8561-224CBF59E15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0498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0656B-6207-40FC-8561-224CBF59E15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569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F7B5A0C-AAD8-C07E-D781-6AD7F953037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4DED02D-EA34-C7A7-6C8F-73132A782BE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0768938-8E76-4AB9-AB70-9F640A17348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74F5CF-DA86-4E60-8E50-1101A231D62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F44C39F-0F80-4D5A-2179-1F9F5FCFDF3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EB055CF-6BC1-BB9A-F5AA-C712A733890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DAB40AB-9B6C-8EB6-CE61-CE028C2623D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28C24E3-5803-A188-5514-650F8C61980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962BC33-7BE3-DDC7-E4D4-B453C2C5B5F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Medium</vt:lpstr>
      <vt:lpstr>MiSans Normal</vt:lpstr>
      <vt:lpstr>等线</vt:lpstr>
      <vt:lpstr>等线 Light</vt:lpstr>
      <vt:lpstr>Arial</vt:lpstr>
      <vt:lpstr>MiSans</vt:lpstr>
      <vt:lpstr>MiSans Demibold</vt:lpstr>
      <vt:lpstr>MiSans ExtraLight</vt:lpstr>
      <vt:lpstr>MiSans Light</vt:lpstr>
      <vt:lpstr>MiSans Semibold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2026-07-08T12:13:15Z</dcterms:modified>
</cp:coreProperties>
</file>