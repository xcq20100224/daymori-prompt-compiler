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D069A-5379-43CC-BC24-FAA155B1AE7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ED2D9-5FF2-429B-82D7-50DA43A05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510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ED2D9-5FF2-429B-82D7-50DA43A051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38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ED2D9-5FF2-429B-82D7-50DA43A051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4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ED2D9-5FF2-429B-82D7-50DA43A051A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70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ED2D9-5FF2-429B-82D7-50DA43A051A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543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ED2D9-5FF2-429B-82D7-50DA43A051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42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ED2D9-5FF2-429B-82D7-50DA43A051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58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76D7FE-771F-FCF5-232E-529436471C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B6A82BE-50FC-B9AA-F39C-4822595D51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DEB443-24FF-8C14-3036-80FCEAEAAD8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C4DEF7-5930-1044-3169-BE9E6159961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755E9C-2B4D-A5F2-F6C6-D460462AF44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D90E94-E1BB-712C-C415-7599C51C62D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E86692-0BC6-BFD2-EF2C-F33AF2CC5B1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986A5C-C739-1A8D-4D58-5D2FFCACA9D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190A74-39FF-6C20-B93C-6BBDED3786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2026-07-09T02:14:28Z</dcterms:modified>
</cp:coreProperties>
</file>