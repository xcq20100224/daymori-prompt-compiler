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179E4A-FF75-4C13-960C-5E7C0E031430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184F4E-8774-45EE-8600-451AD0D10E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4346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84F4E-8774-45EE-8600-451AD0D10ED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27308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84F4E-8774-45EE-8600-451AD0D10ED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65485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84F4E-8774-45EE-8600-451AD0D10ED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83331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84F4E-8774-45EE-8600-451AD0D10ED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96006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84F4E-8774-45EE-8600-451AD0D10ED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24126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84F4E-8774-45EE-8600-451AD0D10ED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76776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5CA4804-9333-525F-FE91-083C5A45002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98A4388-60F9-D111-6A63-39D4813CA72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FB37301-C4B2-8A08-8542-714B3D03BAB2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5313CA5-CE5C-B29D-983B-F4CEE0DA1036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FA6B617-9719-7E16-A396-9698DCC3A68E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1A110A3-1191-28D1-0944-9CEB7D19DCCD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43062EA-1DC6-B9AC-04C0-10F6894D1AC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EE820BC-CF10-1E3C-E26B-47EB99FD412F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DD38F99-BAA7-A2E1-047E-86F774A351C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MiSans</vt:lpstr>
      <vt:lpstr>MiSans Demibold</vt:lpstr>
      <vt:lpstr>MiSans ExtraLight</vt:lpstr>
      <vt:lpstr>MiSans Light</vt:lpstr>
      <vt:lpstr>等线</vt:lpstr>
      <vt:lpstr>等线 Light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2026-07-07T08:41:36Z</dcterms:modified>
</cp:coreProperties>
</file>