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19A95-61E6-42A2-861C-C174A6A147B6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9EC3B-726B-4038-8447-DA4A7015E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33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772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324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802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858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05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621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28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39EC3B-726B-4038-8447-DA4A7015EED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69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导入：议论文论证方法为什么重要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FAE4CC7-6449-0678-2DBE-36AF469C72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</vt:lpstr>
      <vt:lpstr>MiSans Demibold</vt:lpstr>
      <vt:lpstr>等线 Light</vt:lpstr>
      <vt:lpstr>MiSans ExtraLight</vt:lpstr>
      <vt:lpstr>Arial</vt:lpstr>
      <vt:lpstr>MiSans Light</vt:lpstr>
      <vt:lpstr>MiSans Semibold</vt:lpstr>
      <vt:lpstr>思源黑体 CN Normal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2026-07-02T08:06:03Z</dcterms:modified>
</cp:coreProperties>
</file>