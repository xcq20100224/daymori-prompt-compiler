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7DA80-41E4-4B78-ADF4-BD40A9087EA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4FE35-8479-4DA6-B61E-16274CBC2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40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4FE35-8479-4DA6-B61E-16274CBC28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568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4FE35-8479-4DA6-B61E-16274CBC28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210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4FE35-8479-4DA6-B61E-16274CBC28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757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4FE35-8479-4DA6-B61E-16274CBC28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161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4FE35-8479-4DA6-B61E-16274CBC28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107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4FE35-8479-4DA6-B61E-16274CBC28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36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4FE35-8479-4DA6-B61E-16274CBC28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260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4FE35-8479-4DA6-B61E-16274CBC28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215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导入：酸碱中和反应为什么重要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建立酸碱中和反应学习动机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60E6493-5AEF-BA39-42B7-1D921DBA10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2026-07-02T08:22:04Z</dcterms:modified>
</cp:coreProperties>
</file>