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F151AB-7196-4A0E-BF66-F93497E1249F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FE222B-1C1D-4222-834D-00DCA93A6F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21242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FE222B-1C1D-4222-834D-00DCA93A6FA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02527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FE222B-1C1D-4222-834D-00DCA93A6FA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16231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FE222B-1C1D-4222-834D-00DCA93A6FA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3090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FE222B-1C1D-4222-834D-00DCA93A6FA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12683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FE222B-1C1D-4222-834D-00DCA93A6FA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35474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FE222B-1C1D-4222-834D-00DCA93A6FA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39951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CB2649E-7B8F-28E9-50D6-1E2E734F2BF7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266A728A-FFE8-6599-3B3C-F4C4800A9CC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4A03AE6-56F9-2113-6DC4-7706F1FA0B48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F88368E-B68C-D3E2-0451-D9DF0EE7172D}"/>
              </a:ext>
            </a:extLst>
          </p:cNvPr>
          <p:cNvSpPr txBox="1"/>
          <p:nvPr/>
        </p:nvSpPr>
        <p:spPr>
          <a:xfrm>
            <a:off x="1219200" y="445632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问题拆解 问题拆解 售前咨询、订单状态、退换货政策与基础售后进度通常具备标准答案，适合由</a:t>
            </a:r>
            <a:r>
              <a:rPr lang="en-US" altLang="zh-CN" sz="1000"/>
              <a:t>AI</a:t>
            </a:r>
            <a:r>
              <a:rPr lang="zh-CN" altLang="en-US" sz="1000"/>
              <a:t>客服优先承接。</a:t>
            </a:r>
          </a:p>
          <a:p>
            <a:r>
              <a:rPr lang="zh-CN" altLang="en-US" sz="1000"/>
              <a:t>人工团队应聚焦投诉处理、复杂异常与高价值客户沟通，以提升整体服务质量。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0438A6A-674F-30BC-41F8-B82C2407AE84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6C3D3ED-4DAE-5B9A-FE54-D06F4C2862DB}"/>
              </a:ext>
            </a:extLst>
          </p:cNvPr>
          <p:cNvSpPr txBox="1"/>
          <p:nvPr/>
        </p:nvSpPr>
        <p:spPr>
          <a:xfrm>
            <a:off x="1219200" y="187360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方案设计 方案设计 方案以知识库、意图识别、多轮对话、工单联动与人工转接为核心能力，先覆盖标准化问答场景，</a:t>
            </a:r>
          </a:p>
          <a:p>
            <a:r>
              <a:rPr lang="zh-CN" altLang="en-US" sz="1000"/>
              <a:t>再逐步接入质检分析与运营报表，形成可持续优化的服务闭环。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C3972C9-70E9-33E7-FFC0-5C418E1F747B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管理决策 管理决策 试点范围：明确首批渠道与服务场景边界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21F3C46-B496-DADC-F54D-4C932E54B3AF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 nodePh="1">
                                  <p:stCondLst>
                                    <p:cond delay="2200"/>
                                  </p:stCondLst>
                                  <p:endCondLst>
                                    <p:cond evt="begin" delay="0">
                                      <p:tn val="4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483</Words>
  <Application>Microsoft Office PowerPoint</Application>
  <PresentationFormat>宽屏</PresentationFormat>
  <Paragraphs>63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Light</vt:lpstr>
      <vt:lpstr>思源黑体 CN Normal</vt:lpstr>
      <vt:lpstr>MiSans Normal</vt:lpstr>
      <vt:lpstr>MiSans ExtraLight</vt:lpstr>
      <vt:lpstr>MiSans Medium</vt:lpstr>
      <vt:lpstr>等线 Light</vt:lpstr>
      <vt:lpstr>MiSans</vt:lpstr>
      <vt:lpstr>Arial</vt:lpstr>
      <vt:lpstr>MiSans Demibold</vt:lpstr>
      <vt:lpstr>MiSans Semibold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2026-07-06T02:31:31Z</dcterms:modified>
</cp:coreProperties>
</file>