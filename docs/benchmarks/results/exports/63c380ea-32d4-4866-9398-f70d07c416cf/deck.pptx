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A38B5-E56B-4235-8DC3-EA2CFFB15F0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CCF1F-2CC7-47B9-A20A-3F2E9F1A3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493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CCF1F-2CC7-47B9-A20A-3F2E9F1A38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085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CCF1F-2CC7-47B9-A20A-3F2E9F1A38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244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CCF1F-2CC7-47B9-A20A-3F2E9F1A38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6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CCF1F-2CC7-47B9-A20A-3F2E9F1A38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925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CCF1F-2CC7-47B9-A20A-3F2E9F1A38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262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CCF1F-2CC7-47B9-A20A-3F2E9F1A38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77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4E9DDF-DA82-DFEB-B1BE-031378F71B2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B6CF560-ED70-8280-2344-D185F1B18C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601818-5410-EB97-5228-2E15F9BB33A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F2B525-5249-7F1D-B6F7-93E927A123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14D465-D97E-A8B6-26C0-3631651084E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F06272-FBDC-1644-535A-853E047FB18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E9E746-E4E9-B7B9-1788-A0895891A6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936427-A9A8-DD98-6081-AD29D3E3708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2D291-026E-A1EA-D185-03F881D1588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2026-07-08T12:24:44Z</dcterms:modified>
</cp:coreProperties>
</file>