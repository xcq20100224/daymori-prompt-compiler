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12DCB2-E2DB-4601-845A-F1144675DD76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DAD752-FF93-45CE-80F1-713BAB5952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3078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企业数字化转型现状结构图 优先级重排。 图示：企业数字化转型现状结构图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AD752-FF93-45CE-80F1-713BAB59528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7257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企业数字化转型问题分层卡片 执行能力与反馈闭环四个层面。 先聚焦高频高影响环节， 再逐步覆盖复杂场景， 可显著降低试点风险。 图示： 企业数字化转型问题分层卡片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AD752-FF93-45CE-80F1-713BAB59528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454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企业数字化转型方案架构图 建设， 再通过迭代机制优化质 量， 形成可复制的执行闭环。 图示： 企业数字化转型方案架 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AD752-FF93-45CE-80F1-713BAB59528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863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AD752-FF93-45CE-80F1-713BAB59528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720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AD752-FF93-45CE-80F1-713BAB59528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138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DAD752-FF93-45CE-80F1-713BAB59528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072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企业数字化转型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4848E7D-FED0-1190-0015-A62A8804C36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企业数字化转型提案汇报 企业数字化转型提案汇报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86E6A99-E7C6-FE75-366A-0A041A58B19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0B574C4-9C93-6C3F-043F-E44CD38C5AA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02DC028-AA6E-3B68-CCE4-96E34E66D47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0F5581E-B2DF-29EC-55AF-EB1B11EFAB0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FA1274E-1286-83B0-6D07-1FB28F56A70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098FD0B-2867-43B2-1205-16A1D721D24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7E6E4F7-8BB0-41E4-BF89-71A7C8A55C7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4913ADF-7899-0BD9-3AB9-6018D46605E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05B9203-3133-73C2-FF71-D223086A9AB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E0BD3ED-4CCC-1A7F-18DC-70D573E10D9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30606F4-EC0E-A4EA-C5FE-CDF7671ED92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0AE6508-A1A2-517C-51E9-A37582BA391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12DE45F-1AC2-1B3C-D292-6CC63603C21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49814F4-BB0E-D5B6-957D-039EEFB98D3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441DCBD-67AD-AA1A-6553-51232F78FEF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272</Words>
  <Application>Microsoft Office PowerPoint</Application>
  <PresentationFormat>宽屏</PresentationFormat>
  <Paragraphs>35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Demibold</vt:lpstr>
      <vt:lpstr>MiSans Semibold</vt:lpstr>
      <vt:lpstr>等线 Light</vt:lpstr>
      <vt:lpstr>Arial</vt:lpstr>
      <vt:lpstr>思源黑体 CN Normal</vt:lpstr>
      <vt:lpstr>MiSans Normal</vt:lpstr>
      <vt:lpstr>MiSans ExtraLight</vt:lpstr>
      <vt:lpstr>MiSans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2026-07-08T14:30:42Z</dcterms:modified>
</cp:coreProperties>
</file>