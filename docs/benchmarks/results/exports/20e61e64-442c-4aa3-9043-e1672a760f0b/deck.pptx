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F75DC-C46A-4780-A3AC-002CA3E1C4F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B9AC8-85EE-4ACA-B3C7-C50C1B5352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4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65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814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75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29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911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B9AC8-85EE-4ACA-B3C7-C50C1B5352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61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529252-1974-0C14-4D36-51DEF8FFDE2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0EA012E-E469-42FE-DB53-2E548D406A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BF2AA4-7EEA-A5C9-95B4-510483053BC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EC49B9-67EE-3B65-F778-B8D78D69456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0FFA2D-E065-02D2-7C54-098A62F204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7598E6-1EBC-67FE-62C2-1A8BC5A68ED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CC6597-E58C-F65A-DD3C-1C740CE83F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231E6A-8C6B-CD2F-ECCE-13E13304484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B66C89-120A-8D96-8343-7965852B97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2026-07-09T04:22:57Z</dcterms:modified>
</cp:coreProperties>
</file>