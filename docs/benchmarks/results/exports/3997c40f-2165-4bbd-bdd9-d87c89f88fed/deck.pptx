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EC47D-13C0-4C60-8444-66B3E44CDEA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FA92F-0604-4823-B5C5-00C58681E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917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70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516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66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341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937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FA92F-0604-4823-B5C5-00C58681E3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486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B7A652-8659-539D-7FA9-C0D91FD1FE2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BE7260-CBF7-AC0D-4EC5-27824880CF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13BD0DB-D05D-4B03-10B5-05709B0D0BC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54C87E4-6408-9F47-A8C5-07A620D34BC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1135C1-365F-6481-7F3B-24C4A780C4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E763A1-E758-31A8-C51E-2D193871533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7DEDB5-4967-27A0-D44A-28EB3BD6236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35BA6BE-43C5-5979-8A20-D29F054E2B5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DA5BE67-3A48-0490-31FA-44F2CE06855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2026-07-08T12:18:33Z</dcterms:modified>
</cp:coreProperties>
</file>