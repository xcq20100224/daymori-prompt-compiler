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7B79D-781B-4477-955B-6C498B23223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A74E5-31F8-459A-8E20-B47989A3BA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53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1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07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002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856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45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5A74E5-31F8-459A-8E20-B47989A3BA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2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FE07B42-1D98-28C1-3FBA-C29A64C05B1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E6122A-CD42-AA86-AD4D-86627D414F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4A8C5C-D98D-9737-2CEE-D00384E408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04AA64-12AC-03AD-2658-1580BFFBB0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DC16E0-1EBA-69EF-9056-74A7BE0891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378F2C-B8F3-E4B6-433B-C67AFE766C2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F0EB03-E0BA-1413-2A84-F7F6026671A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81A3A4-1F7A-1F04-0FA0-DC4CFB49690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81540B-3D6D-DCDB-95FE-EF866571727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2026-07-08T04:49:34Z</dcterms:modified>
</cp:coreProperties>
</file>