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FA492-F04F-41A0-A792-DB2A11E7956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06DB7A-99FE-4A95-B49A-2D8F3E152B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83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6DB7A-99FE-4A95-B49A-2D8F3E152B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385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6DB7A-99FE-4A95-B49A-2D8F3E152B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066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6DB7A-99FE-4A95-B49A-2D8F3E152B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467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6DB7A-99FE-4A95-B49A-2D8F3E152B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868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6DB7A-99FE-4A95-B49A-2D8F3E152B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40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6DB7A-99FE-4A95-B49A-2D8F3E152B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1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7E39A2-5F2A-64CC-CD0F-2050E6FC9A2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C9744CF-D416-E94B-FB56-F471F7EA9B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0BC6EC2-6148-7B4D-4D24-C57C2BC3BED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081510-1271-3899-47FD-CFD24A4E22F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A3FA579-814B-2F54-97B7-3323ED81596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82FB57-4F99-5622-4B52-74F55153B4B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934A1A-D453-751C-3E82-5E2DCBA5090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EDAB49-934D-FB32-39F2-5B96E1BD0B8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6C98CE-41FE-1D42-C54B-DA4A0419489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2026-07-09T02:45:13Z</dcterms:modified>
</cp:coreProperties>
</file>