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C1D47-4BA3-44CF-99CB-E356E4AD2B7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BF7EB-03A1-4C3D-8F55-BA27305E5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066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BF7EB-03A1-4C3D-8F55-BA27305E58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973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BF7EB-03A1-4C3D-8F55-BA27305E58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241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BF7EB-03A1-4C3D-8F55-BA27305E58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03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BF7EB-03A1-4C3D-8F55-BA27305E58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325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BF7EB-03A1-4C3D-8F55-BA27305E58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873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BF7EB-03A1-4C3D-8F55-BA27305E58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722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08F835-E786-F7FF-F369-DAEB1B0FF19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6F92542-3686-4D74-44E0-DF3B145F7B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0A843F-4C42-9D22-47E6-CF455486F9B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C8DD9A-560E-97B6-7AF6-4303CFAE8E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0E2222-99CA-0B66-AD58-F12044EF68C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C30C54-6200-FA99-EA87-5CEEA05762B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A2C2D2-4679-57E7-CE80-F23B6D0C7FF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462B05-EC7F-CECB-45BA-6454B9D1BC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7BBF0E-F452-2F1C-5458-457CA94B623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F5CB4D5-2637-4458-92D0-384DE93BED8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6359A3-AA76-1C61-6578-97680E79E3B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B07BE4-D5B0-8E75-E591-3B00F5F11F9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E3CBF3-DEC3-3061-72F6-382D508BED1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D6CE9FE-0121-4807-D7EA-16A493976C5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3D5FBB-5AA0-CA74-443B-6800379C7DA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BFAD09-DD0B-A669-306F-EB5D0F2479B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ExtraLight</vt:lpstr>
      <vt:lpstr>等线 Light</vt:lpstr>
      <vt:lpstr>MiSans Semibold</vt:lpstr>
      <vt:lpstr>Arial</vt:lpstr>
      <vt:lpstr>MiSans</vt:lpstr>
      <vt:lpstr>MiSans Demibold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2026-07-08T14:31:19Z</dcterms:modified>
</cp:coreProperties>
</file>