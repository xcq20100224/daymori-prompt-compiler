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C4035B-7756-464E-B8D2-34BB667416E1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AA100-B32F-4F9E-BF8A-94C733C3BA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2776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AA100-B32F-4F9E-BF8A-94C733C3BAC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226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AA100-B32F-4F9E-BF8A-94C733C3BAC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567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AA100-B32F-4F9E-BF8A-94C733C3BAC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115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AA100-B32F-4F9E-BF8A-94C733C3BAC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9840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AA100-B32F-4F9E-BF8A-94C733C3BAC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9751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AA100-B32F-4F9E-BF8A-94C733C3BAC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19333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AA100-B32F-4F9E-BF8A-94C733C3BAC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7917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AA100-B32F-4F9E-BF8A-94C733C3BAC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946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导入：牛顿第二定律为什么重要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建立牛顿第二定律学习动机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81A7E57-9B56-DCCB-5D5F-7AB6968F894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Semibold</vt:lpstr>
      <vt:lpstr>等线 Light</vt:lpstr>
      <vt:lpstr>MiSans</vt:lpstr>
      <vt:lpstr>MiSans Demibold</vt:lpstr>
      <vt:lpstr>Arial</vt:lpstr>
      <vt:lpstr>MiSans Light</vt:lpstr>
      <vt:lpstr>思源黑体 CN Normal</vt:lpstr>
      <vt:lpstr>MiSans Normal</vt:lpstr>
      <vt:lpstr>MiSans Medium</vt:lpstr>
      <vt:lpstr>等线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2026-07-02T08:19:00Z</dcterms:modified>
</cp:coreProperties>
</file>