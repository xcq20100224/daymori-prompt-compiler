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C43E3-0C5F-4EBF-BF72-8EF54A16871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3B618-DD09-40E3-8C06-117493E918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54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83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319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56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51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486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762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512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3B618-DD09-40E3-8C06-117493E918F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683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导入：新品上市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90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天战役为什么重要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建立新品上市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90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天战役学习动机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8E3AC16-C1D5-FD87-5614-51968067AD2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MiSans</vt:lpstr>
      <vt:lpstr>MiSans Demibold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2026-07-02T08:11:29Z</dcterms:modified>
</cp:coreProperties>
</file>