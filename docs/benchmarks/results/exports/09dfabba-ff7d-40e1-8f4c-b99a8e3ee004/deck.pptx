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17DBD9-FBBA-4A03-8C03-1503A6C5A41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8EDFB0-24A1-456F-9B0C-EC4C0EDA7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676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EDFB0-24A1-456F-9B0C-EC4C0EDA7C5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197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EDFB0-24A1-456F-9B0C-EC4C0EDA7C5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44265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EDFB0-24A1-456F-9B0C-EC4C0EDA7C5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97938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EDFB0-24A1-456F-9B0C-EC4C0EDA7C5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66856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EDFB0-24A1-456F-9B0C-EC4C0EDA7C5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9428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EDFB0-24A1-456F-9B0C-EC4C0EDA7C5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6402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D6ADE55-7414-BAB3-BA67-E55719E6476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92383E6-27F2-1E51-8A88-8BE6D48CB1B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813539A-9F7D-0563-9433-6CEA1ADB553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49C015D-3831-1119-0EF2-F742F4979B2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813FDA9-7324-2E10-3C76-D47E1DCF481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8ADC526-94BB-0531-ADAA-496B198D01D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DB0C85A-D03D-2A39-61E4-1BD73A1347A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DB11133-C3A4-85A5-C7CE-9F15955F1FE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E01ADD3-D52B-8EEE-3DD8-DFED04909FC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MiSans Medium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2026-07-08T12:39:57Z</dcterms:modified>
</cp:coreProperties>
</file>