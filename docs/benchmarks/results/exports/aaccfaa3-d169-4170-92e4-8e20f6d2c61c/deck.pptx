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AB1B5-524D-40F3-AF3F-07CE429DBFB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2898-AA39-4464-976C-03043B1A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07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2898-AA39-4464-976C-03043B1A80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2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2898-AA39-4464-976C-03043B1A80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838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2898-AA39-4464-976C-03043B1A80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8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2898-AA39-4464-976C-03043B1A80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099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2898-AA39-4464-976C-03043B1A80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24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2898-AA39-4464-976C-03043B1A80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883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22FCCB-DE4B-4C6D-192B-E134872A2B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9F8F19E-9BE0-9D44-1E4C-1A1DAF4C448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D0229A-7E7E-6229-53AD-1DD6F6AAED2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04E182-23F4-F240-7EFC-BE859623E2D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127327-2E66-F864-B8D2-FD05594EBA7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B7E403-3A8E-5E82-E1B1-6A90F8E3519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3CB3BB-BEFA-1E0C-586A-0040B45A348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6B41C7-87AA-2BD6-9B29-90BC767C299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59DDBC-98E2-AD98-E9C1-28BFC50D52F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等线</vt:lpstr>
      <vt:lpstr>Arial</vt:lpstr>
      <vt:lpstr>MiSans Demibold</vt:lpstr>
      <vt:lpstr>MiSans Semibold</vt:lpstr>
      <vt:lpstr>MiSans Light</vt:lpstr>
      <vt:lpstr>等线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2026-07-08T04:50:19Z</dcterms:modified>
</cp:coreProperties>
</file>