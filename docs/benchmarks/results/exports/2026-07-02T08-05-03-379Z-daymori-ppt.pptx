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249D0F-5F2F-4196-BF14-EABBC34FEE1F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F8657-2714-4E14-B2BE-6507C9E2D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14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8657-2714-4E14-B2BE-6507C9E2D14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714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8657-2714-4E14-B2BE-6507C9E2D14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491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8657-2714-4E14-B2BE-6507C9E2D14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236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8657-2714-4E14-B2BE-6507C9E2D14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724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8657-2714-4E14-B2BE-6507C9E2D14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695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8657-2714-4E14-B2BE-6507C9E2D14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198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8657-2714-4E14-B2BE-6507C9E2D14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641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8657-2714-4E14-B2BE-6507C9E2D14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18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导入：一次函数为什么重要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建立一次函数学习动机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945D2B4-13F1-ECEF-F19B-886636DE98A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思源黑体 CN Normal</vt:lpstr>
      <vt:lpstr>MiSans Normal</vt:lpstr>
      <vt:lpstr>MiSans Medium</vt:lpstr>
      <vt:lpstr>等线</vt:lpstr>
      <vt:lpstr>Arial</vt:lpstr>
      <vt:lpstr>MiSans ExtraLight</vt:lpstr>
      <vt:lpstr>等线 Light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2026-07-02T08:04:38Z</dcterms:modified>
</cp:coreProperties>
</file>