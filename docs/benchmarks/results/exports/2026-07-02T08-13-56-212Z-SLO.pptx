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CA07E-2D40-4252-8A0A-7CB8DF5E454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22C6B-605E-4DA2-BEE3-47DB4145D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97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22C6B-605E-4DA2-BEE3-47DB4145D29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964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22C6B-605E-4DA2-BEE3-47DB4145D29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617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22C6B-605E-4DA2-BEE3-47DB4145D2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308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22C6B-605E-4DA2-BEE3-47DB4145D2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26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22C6B-605E-4DA2-BEE3-47DB4145D29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149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22C6B-605E-4DA2-BEE3-47DB4145D2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61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22C6B-605E-4DA2-BEE3-47DB4145D2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463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22C6B-605E-4DA2-BEE3-47DB4145D2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814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导入：服务稳定性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SLO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升级为什么重要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建立服务稳定性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SLO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升级学习动机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3451407-0DDC-B9E7-38EA-45202655C0E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2026-07-02T08:13:54Z</dcterms:modified>
</cp:coreProperties>
</file>