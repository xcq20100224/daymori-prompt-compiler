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FC368B-811D-4140-B404-D7DA195A13F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CC46F7-12A9-453F-8355-6130A42FE2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9799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CC46F7-12A9-453F-8355-6130A42FE29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38863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CC46F7-12A9-453F-8355-6130A42FE29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89488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CC46F7-12A9-453F-8355-6130A42FE29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67005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CC46F7-12A9-453F-8355-6130A42FE29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07737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CC46F7-12A9-453F-8355-6130A42FE29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50739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CC46F7-12A9-453F-8355-6130A42FE29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811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A2BF805-CAB0-884E-2DC2-9B9918AE90D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39956FD-4850-082D-A3A3-938DF091D3A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D726D45-C900-BFC6-0859-B95FC4F3853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E202144-5EC4-EF9B-521F-910276EF13A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DDF0A95-6FF5-7E44-E9EA-10BB4B763F1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A8E16C2-D066-BF72-8283-5F5F8FFB369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6798799-730A-BA9B-A48E-650EE4F103C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F6E668B-7725-8ED2-A67F-4FD95E70CBD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98D9351-E277-8517-9824-D72A778D1D9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561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等线</vt:lpstr>
      <vt:lpstr>MiSans ExtraLight</vt:lpstr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2026-07-08T04:35:17Z</dcterms:modified>
</cp:coreProperties>
</file>