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89DC3C-8AD7-488D-9BA6-22009413DF5B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CE4742-8B3D-4063-9FE7-5D92312D8A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93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E4742-8B3D-4063-9FE7-5D92312D8A1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493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E4742-8B3D-4063-9FE7-5D92312D8A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463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E4742-8B3D-4063-9FE7-5D92312D8A1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65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E4742-8B3D-4063-9FE7-5D92312D8A1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442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E4742-8B3D-4063-9FE7-5D92312D8A1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026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E4742-8B3D-4063-9FE7-5D92312D8A1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927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AI????????(???)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9CC5900-AFC7-85F4-6834-278135BD704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D05786A-2ED4-8FF9-1284-89FE560369A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BFAC1F-3050-8582-DB35-83C6A2D2E9D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885CAA3-A176-A60F-83EF-500158C4D169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售前咨询、订单状态、退换货政策与基础售后进度通常具备标准答案，适合由</a:t>
            </a:r>
            <a:r>
              <a:rPr lang="en-US" altLang="zh-CN" sz="1000"/>
              <a:t>AI</a:t>
            </a:r>
            <a:r>
              <a:rPr lang="zh-CN" altLang="en-US" sz="1000"/>
              <a:t>客服优先承接。</a:t>
            </a:r>
          </a:p>
          <a:p>
            <a:r>
              <a:rPr lang="zh-CN" altLang="en-US" sz="1000"/>
              <a:t>人工团队应聚焦投诉处理、复杂异常与高价值客户沟通，以提升整体服务质量。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3C70E1-96D6-71DD-8D5B-1A1C8CF1949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294515-77D5-F38F-E169-6516A46FD67C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方案设计 方案设计 方案以知识库、意图识别、多轮对话、工单联动与人工转接为核心能力，先覆盖标准化问答场景，</a:t>
            </a:r>
          </a:p>
          <a:p>
            <a:r>
              <a:rPr lang="zh-CN" altLang="en-US" sz="1000"/>
              <a:t>再逐步接入质检分析与运营报表，形成可持续优化的服务闭环。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8663398-DE17-9A4A-89D8-8DA7EA57041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管理决策 管理决策 第</a:t>
            </a:r>
            <a:r>
              <a:rPr lang="en-US" altLang="zh-CN" sz="1400"/>
              <a:t>1</a:t>
            </a:r>
            <a:r>
              <a:rPr lang="zh-CN" altLang="en-US" sz="1400"/>
              <a:t>阶段：确认试点范围与预算边界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D16E985-FA61-4905-E677-A2447C242D9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374</Words>
  <Application>Microsoft Office PowerPoint</Application>
  <PresentationFormat>宽屏</PresentationFormat>
  <Paragraphs>50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2026-07-06T01:58:09Z</dcterms:modified>
</cp:coreProperties>
</file>