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9DC3C-8AD7-488D-9BA6-22009413DF5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E4742-8B3D-4063-9FE7-5D92312D8A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93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93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6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65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44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02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E4742-8B3D-4063-9FE7-5D92312D8A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92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AI????????(???)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CC5900-AFC7-85F4-6834-278135BD704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D05786A-2ED4-8FF9-1284-89FE560369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BFAC1F-3050-8582-DB35-83C6A2D2E9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85CAA3-A176-A60F-83EF-500158C4D169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C70E1-96D6-71DD-8D5B-1A1C8CF1949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294515-77D5-F38F-E169-6516A46FD67C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663398-DE17-9A4A-89D8-8DA7EA5704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第</a:t>
            </a:r>
            <a:r>
              <a:rPr lang="en-US" altLang="zh-CN" sz="1400"/>
              <a:t>1</a:t>
            </a:r>
            <a:r>
              <a:rPr lang="zh-CN" altLang="en-US" sz="1400"/>
              <a:t>阶段：确认试点范围与预算边界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16E985-FA61-4905-E677-A2447C242D9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477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2026-07-06T01:56:29Z</dcterms:modified>
</cp:coreProperties>
</file>