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4B3FE-A92E-4C95-B563-9004A235253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1B60C-6F17-4B6F-B7C3-CE09C24B4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26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1B60C-6F17-4B6F-B7C3-CE09C24B4E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217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1B60C-6F17-4B6F-B7C3-CE09C24B4E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41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1B60C-6F17-4B6F-B7C3-CE09C24B4E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72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1B60C-6F17-4B6F-B7C3-CE09C24B4E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63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1B60C-6F17-4B6F-B7C3-CE09C24B4E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7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1B60C-6F17-4B6F-B7C3-CE09C24B4E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993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537DC5-1A28-7C8C-A66A-45AF9F2700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470C79-0080-286E-746E-B443C03D71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F4B2F6-4D20-1FF2-E42B-5ECC0145EC7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0F7B99-5488-E4E3-2600-CD675386374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0007AA-1E55-5285-58EC-6E7B3080BB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DB34AD-227F-2004-6B8C-A9F342FB9BE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1234B9-EA95-5EF9-CD1A-04F169CF42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368028-3E1B-73FD-F83B-56956E55121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209AB1-A5A2-6329-84AA-9F0EB1EBC2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2026-07-08T12:00:01Z</dcterms:modified>
</cp:coreProperties>
</file>