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9CC10-114A-45C4-B5DF-48F71B6F988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666B7-A150-43BA-98DB-918AB1868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14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666B7-A150-43BA-98DB-918AB18688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1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666B7-A150-43BA-98DB-918AB18688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53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666B7-A150-43BA-98DB-918AB18688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39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666B7-A150-43BA-98DB-918AB18688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17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666B7-A150-43BA-98DB-918AB18688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487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666B7-A150-43BA-98DB-918AB18688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16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553B5D-CA93-7143-DE0F-20131DAB2B1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4E29ACB-BA42-6CD7-38F1-7C6EBE7A64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06B803-4C60-2071-65DB-E683019043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E13614-16DB-9101-D795-F2A3D2260A2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821BA6-942F-5FC6-76F9-7595C6C7521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996F98-A259-0FA6-3B1F-930C6539B98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1436DF-7F14-2D9B-6C83-DFFEED92502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3B568F-95B9-7F02-475D-5159A76D589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73B03E-B852-BF47-1F8C-9B1005E757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Demibold</vt:lpstr>
      <vt:lpstr>MiSans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2026-07-08T12:33:39Z</dcterms:modified>
</cp:coreProperties>
</file>