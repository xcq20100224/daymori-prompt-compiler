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A0F1E-0987-4E71-BBDD-AD8265CDC758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7E44F-E84A-4D62-982F-19503373DC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058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7E44F-E84A-4D62-982F-19503373DCE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042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7E44F-E84A-4D62-982F-19503373DCE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283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7E44F-E84A-4D62-982F-19503373DCE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943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7E44F-E84A-4D62-982F-19503373DCE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743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7E44F-E84A-4D62-982F-19503373DCE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609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7E44F-E84A-4D62-982F-19503373DCE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89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CD7A559-FD0B-0437-5737-79ECD4578F9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4067279-07CC-06E4-3691-56FD4ED6BCB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79423AD-38B9-0E59-4893-E7E5FC27883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4A9254-170A-64F7-24B7-4E0B80F8250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4FB4277-E93F-D7D4-F45C-0206DBD6239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C99C726-8987-DC38-95B2-FA914D10A69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CE9C5CE-C126-018A-C96A-0802CCF3C85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5EFB4F0-094C-E617-AE31-E1E0795DFD2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C251EB5-DE13-1700-6D30-0300F6A1AD1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2026-07-09T04:33:44Z</dcterms:modified>
</cp:coreProperties>
</file>