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8598F-D842-46C1-BCB2-459EA6D3503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6437C-0ACC-4B5B-A844-84F35D7F55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96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6437C-0ACC-4B5B-A844-84F35D7F55B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693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ABTest1_1783519531809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6437C-0ACC-4B5B-A844-84F35D7F55B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92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6437C-0ACC-4B5B-A844-84F35D7F55B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465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6437C-0ACC-4B5B-A844-84F35D7F55B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482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6437C-0ACC-4B5B-A844-84F35D7F55B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562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6437C-0ACC-4B5B-A844-84F35D7F55B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738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6437C-0ACC-4B5B-A844-84F35D7F55B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922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ABTest1_1783519531809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3519531809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4504519-F562-6645-3684-A4329441A28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8351953180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783519531809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AF5247-55BB-7F1C-9089-D9F48A7E93A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397DEC-1688-0D3B-3A20-9CD62F3F332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B691291-1ED4-F317-9DDE-7B8775F3132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162FC0-945A-260F-035B-A16F9CDCA2D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4F03C3-DD6B-1D63-AEDD-0A7ABB35543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2026-07-08T14:07:37Z</dcterms:modified>
</cp:coreProperties>
</file>