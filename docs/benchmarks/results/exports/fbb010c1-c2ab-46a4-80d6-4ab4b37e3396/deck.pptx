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6E237-1BD2-4659-8A79-165BC973AE9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3ECB9-77FA-438B-A949-4345511D6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337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3ECB9-77FA-438B-A949-4345511D670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575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3ECB9-77FA-438B-A949-4345511D670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358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3ECB9-77FA-438B-A949-4345511D670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787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3ECB9-77FA-438B-A949-4345511D670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170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3ECB9-77FA-438B-A949-4345511D670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116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3ECB9-77FA-438B-A949-4345511D670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988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64D6390-20B3-D818-DD6C-6C85483E711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446269C-5CEB-8893-9CD1-2A3280A2D68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A8DD9B7-5ABE-B7AE-C26E-B10DA54EC66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D9F06B-0CBF-32FE-FCCA-A2FB10F481E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0DABCC2-2E1B-59FA-D4C1-3D5E08B8906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2473176-495F-904B-64C4-0DD1A78F43F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EE8BA65-054B-AF63-7D96-51A1F496250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E4E9C2-52BF-65BC-CFD7-2FBEB9ED6B5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73D4242-FF67-38AB-E6CC-72F2CEFB81E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 ExtraLight</vt:lpstr>
      <vt:lpstr>MiSans Light</vt:lpstr>
      <vt:lpstr>MiSans Semibold</vt:lpstr>
      <vt:lpstr>等线</vt:lpstr>
      <vt:lpstr>思源黑体 CN Normal</vt:lpstr>
      <vt:lpstr>等线 Light</vt:lpstr>
      <vt:lpstr>MiSans Medium</vt:lpstr>
      <vt:lpstr>MiSans Normal</vt:lpstr>
      <vt:lpstr>MiSans Demibold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2026-07-08T05:01:53Z</dcterms:modified>
</cp:coreProperties>
</file>