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8A9D6-8192-4450-A5C0-1A95D29A65B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6F536-468D-4BF2-B413-BBF4F1DE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0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2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574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50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49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720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F536-468D-4BF2-B413-BBF4F1DE17C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06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67132F-CAD6-C9BD-EA30-95CE5D72623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1CE292A-F336-E93B-17E7-76EBBDFF02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6A981A-97D9-2427-B21E-EF540B60AB9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5FCAE4-5DC1-FC96-EEE1-EB76E9CADB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68B580-8775-B5EF-1A63-60168F5D5A2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C4499E-2A92-272D-1BBB-FC9CCD525AA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3D913D-A829-A909-61E2-75DC554AFC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107449-87E0-08CE-3598-26CC144B3BB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CB87B6-E9D7-B51D-B915-E057C38D81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2026-07-08T13:14:24Z</dcterms:modified>
</cp:coreProperties>
</file>