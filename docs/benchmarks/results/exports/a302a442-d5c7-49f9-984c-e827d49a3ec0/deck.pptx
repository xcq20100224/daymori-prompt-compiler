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AA9260-8E17-4D77-90E9-A19CECB451F4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F35AEF-E29C-4FDA-9448-CDE9403180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198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35AEF-E29C-4FDA-9448-CDE94031807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463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35AEF-E29C-4FDA-9448-CDE94031807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165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35AEF-E29C-4FDA-9448-CDE94031807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01230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35AEF-E29C-4FDA-9448-CDE9403180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4316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35AEF-E29C-4FDA-9448-CDE9403180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777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F35AEF-E29C-4FDA-9448-CDE94031807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9179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8906147-54D2-B438-AF6E-31F4F802C7D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D70672F-1744-63D3-3158-C361CA7FCC4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DE7F2DE-2365-0F91-8ED1-7AB864C8B0D9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5B4053-FAE4-1D39-0232-129D417DCA1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1224856-BF1B-C123-B92B-24AA3CAD447C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1A4A340-7126-3846-555E-7B2DF816D60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A83977-C2DC-2A99-7613-269E2D69504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2BB47CE-8029-A848-B22D-2BA263BF50D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FC83380-2647-FD1D-0393-30E6ACD78CEE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607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2026-07-08T13:14:39Z</dcterms:modified>
</cp:coreProperties>
</file>