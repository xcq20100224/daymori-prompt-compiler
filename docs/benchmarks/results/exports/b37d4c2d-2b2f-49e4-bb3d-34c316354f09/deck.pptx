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4A2242-1C56-46CF-88D0-045791E205A0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2E1149-7A1F-45A4-A8D8-EFCEE91331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84376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企业数字化转型路线图现状结构图 需要先完成问题分层与优先级重排。 图示：企业数字化转型路线图现状结构图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2E1149-7A1F-45A4-A8D8-EFCEE9133166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20743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2E1149-7A1F-45A4-A8D8-EFCEE9133166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45098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2E1149-7A1F-45A4-A8D8-EFCEE9133166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37597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2E1149-7A1F-45A4-A8D8-EFCEE9133166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76260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2E1149-7A1F-45A4-A8D8-EFCEE9133166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41200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2E1149-7A1F-45A4-A8D8-EFCEE9133166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31247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7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企业数字化转型路线图</a:t>
            </a:r>
            <a:endParaRPr lang="zh-CN" altLang="en-US" sz="27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企业数字化转型路线图提案汇报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FFC00D6-5FFE-B30C-E548-6D35C5F6E021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企业数字化转型路线图提案汇报 企业数字化转型路线图提案汇报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5ACC7294-CA93-EE0B-2139-13BE816421EB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957149E4-2B98-CA6C-92B5-42A22978CAF8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3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40DD178-487A-E682-D990-C09952F58062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企业数字化转型路线图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B88B886-2C57-0CDA-0761-0D00A70FD99C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C2A3293-2406-D05E-DBA4-7EF550C1DDA5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3292A1C4-4962-8CFA-485B-F1DD5B9DBF27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B4A3B20A-9712-73FE-15CB-301023444C8A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3E0924D-DA7D-5772-1F82-247578C7D690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320</Words>
  <Application>Microsoft Office PowerPoint</Application>
  <PresentationFormat>宽屏</PresentationFormat>
  <Paragraphs>61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Normal</vt:lpstr>
      <vt:lpstr>等线</vt:lpstr>
      <vt:lpstr>等线 Light</vt:lpstr>
      <vt:lpstr>MiSans Demibold</vt:lpstr>
      <vt:lpstr>MiSans</vt:lpstr>
      <vt:lpstr>MiSans ExtraLight</vt:lpstr>
      <vt:lpstr>Arial</vt:lpstr>
      <vt:lpstr>MiSans Light</vt:lpstr>
      <vt:lpstr>MiSans Semibold</vt:lpstr>
      <vt:lpstr>思源黑体 CN Normal</vt:lpstr>
      <vt:lpstr>MiSans Medium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2026-07-08T12:10:38Z</dcterms:modified>
</cp:coreProperties>
</file>