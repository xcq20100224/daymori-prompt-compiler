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70A09-EF94-4982-811E-7EFDC3E7218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A450C-67CB-480A-851F-1BFE186FF1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31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A450C-67CB-480A-851F-1BFE186FF1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682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A450C-67CB-480A-851F-1BFE186FF1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06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A450C-67CB-480A-851F-1BFE186FF1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1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A450C-67CB-480A-851F-1BFE186FF1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59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A450C-67CB-480A-851F-1BFE186FF1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094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A450C-67CB-480A-851F-1BFE186FF1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16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252A4E-EEEB-5B4F-89B0-876AEC4764D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76BC62C-9097-4090-37C7-EDCE5E2F1D0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DFC513-F480-8E24-1754-656610E2805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F65A4C-AAEF-CF94-4C82-9C29E62E9D9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296C6A-4043-2039-77E1-899268CD88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62514D-BAC6-F0A0-E756-95CFD60218D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945314-EAD7-E646-9415-AB5AC9873A4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464311-7B41-82D8-212D-A6F5C09B28C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4A1167-912C-E228-0ECD-3C639053AB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2026-07-08T05:20:13Z</dcterms:modified>
</cp:coreProperties>
</file>