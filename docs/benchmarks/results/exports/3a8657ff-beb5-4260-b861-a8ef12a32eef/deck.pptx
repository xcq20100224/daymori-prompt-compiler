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F50437-5AE8-4580-AA19-9B8E3DD1479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065090-F279-4ED1-AE82-008F404399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882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供应链优化现状结构图 优先级重排。 图示：供应链优化现状结构图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065090-F279-4ED1-AE82-008F4043992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3502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供应链优化问题分层卡片 执行能力与反馈闭环四个层面。 先聚焦高频高影响环节， 再逐步覆盖复杂场景， 可显著降低试点风险。 图示： 供应链优化问题分层卡片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065090-F279-4ED1-AE82-008F4043992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951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供应链优化方案架构图 建设， 再通过迭代机制优化质 量， 形成可复制的执行闭环。 图示： 供应链优化方案架构图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065090-F279-4ED1-AE82-008F4043992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10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065090-F279-4ED1-AE82-008F4043992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341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065090-F279-4ED1-AE82-008F4043992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17176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065090-F279-4ED1-AE82-008F4043992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64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供应链优化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供应链优化提案汇报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8C84BFA-992D-CCAB-1C2E-313D897E578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供应链优化提案汇报 供应链优化提案汇报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供应链优化的核心约束与机会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E4906DD-7A47-0C27-2C44-E869752F4D8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DD5D791-0E3A-9DDE-AE69-DE6049D4D8A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 供应链优化当前在目标达成、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围绕供应链优化可将问题拆为</a:t>
            </a:r>
          </a:p>
          <a:p>
            <a:pPr algn="ctr"/>
            <a:r>
              <a:rPr lang="zh-CN" altLang="en-US" sz="1000"/>
              <a:t>目标定义、流程协同、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4113211-640F-021C-F27E-847FE312037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42E8B8C-EFA6-5CD1-AC30-7E6938D2265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围绕供应链优化可将问题拆为目标定义、流程协同、执行能力与反馈闭环四个层面。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供应链优化的分阶段落地方案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0B58BB1-BC7B-3FE1-9E45-F7C6912D63E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供应链优化方案建议采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用“目标对齐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能力建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设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效果验证”三层架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构，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D8FDC9B-7C45-A691-64FE-F48D855133D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阶段：明确供应链优化目标与边界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阶段：完成供应链优化试点并跟踪关键指标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建议围绕供应链优化建立统一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F3EC41F-AA43-360B-1DF1-EC7A2C6EBA8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4F92FB7-542E-BD67-3F26-09770959E47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价值评估 价值评估 建议围绕供应链优化建立统一指标集，至少覆盖效率、质量、成本与稳定性四类指标。</a:t>
            </a:r>
          </a:p>
          <a:p>
            <a:r>
              <a:rPr lang="zh-CN" altLang="en-US" sz="1000"/>
              <a:t>只有当关键指标持续改善，才进入下一阶段投入。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D204721-FB12-3C47-D538-04A791787D3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2E9506C-3011-D2D0-2563-91EC6F80E33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2897BF0-4FEA-E978-3ACB-E1D04B24003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4F98DB4-BA4A-0C87-18DE-AAEB94414F8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FC155BC-6215-BA91-EBAD-3D2D0614BBE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CD2D58-8AF8-179F-2019-9D253C3D848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04EF197-B272-E4BC-6223-E7A0CE1A9F9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547</Words>
  <Application>Microsoft Office PowerPoint</Application>
  <PresentationFormat>宽屏</PresentationFormat>
  <Paragraphs>58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</vt:lpstr>
      <vt:lpstr>MiSans ExtraLight</vt:lpstr>
      <vt:lpstr>等线 Light</vt:lpstr>
      <vt:lpstr>MiSans Demibold</vt:lpstr>
      <vt:lpstr>Arial</vt:lpstr>
      <vt:lpstr>MiSans Semibold</vt:lpstr>
      <vt:lpstr>思源黑体 CN Normal</vt:lpstr>
      <vt:lpstr>等线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2026-07-08T14:26:08Z</dcterms:modified>
</cp:coreProperties>
</file>