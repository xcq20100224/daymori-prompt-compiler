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对比图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流程图 </a:t>
            </a:r>
            <a:r>
              <a:rPr lang="en-US" altLang="zh-CN"/>
              <a:t>• </a:t>
            </a:r>
            <a:r>
              <a:rPr lang="zh-CN" altLang="en-US"/>
              <a:t>复盘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案例卡片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行动清单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proposal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场景演示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章节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02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02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CE0AEF-3D07-951A-3C1D-B7A6AD01D0A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</a:t>
            </a:r>
            <a:r>
              <a:rPr lang="en-US" altLang="zh-CN" sz="1400"/>
              <a:t>02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核心观点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-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要点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聚焦一个中心观点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E72E80-DCAF-6F60-523A-4B52F72F2FC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AI</a:t>
            </a:r>
            <a:r>
              <a:rPr lang="zh-CN" altLang="en-US"/>
              <a:t>客服降本增效方案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AI</a:t>
            </a:r>
            <a:r>
              <a:rPr lang="zh-CN" altLang="en-US" sz="1000"/>
              <a:t>客服降本增效方案 </a:t>
            </a:r>
            <a:r>
              <a:rPr lang="en-US" altLang="zh-CN" sz="1000"/>
              <a:t>- </a:t>
            </a:r>
            <a:r>
              <a:rPr lang="zh-CN" altLang="en-US" sz="1000"/>
              <a:t>要点</a:t>
            </a:r>
            <a:r>
              <a:rPr lang="en-US" altLang="zh-CN" sz="1000"/>
              <a:t>5</a:t>
            </a:r>
            <a:endParaRPr lang="zh-CN" altLang="en-US" sz="1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F921DB-47D8-67D9-1A94-68AC59B6D33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按目标选择最优解 按目标选择最优解 </a:t>
            </a:r>
            <a:r>
              <a:rPr lang="en-US" altLang="zh-CN" sz="1000"/>
              <a:t>• </a:t>
            </a:r>
            <a:r>
              <a:rPr lang="zh-CN" altLang="en-US" sz="1000"/>
              <a:t>优势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成本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06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06</a:t>
            </a:r>
            <a:endParaRPr lang="zh-CN" altLang="en-US" sz="10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60B37A-17FE-92D3-D0D1-DEB608B47B4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</a:t>
            </a:r>
            <a:r>
              <a:rPr lang="en-US" altLang="zh-CN" sz="1400"/>
              <a:t>06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7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流程闭环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启动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执行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EDF77E-B4BB-0935-F862-0C6327543DA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流程闭环 流程闭环 </a:t>
            </a:r>
            <a:r>
              <a:rPr lang="en-US" altLang="zh-CN" sz="1000"/>
              <a:t>• </a:t>
            </a:r>
            <a:r>
              <a:rPr lang="zh-CN" altLang="en-US" sz="1000"/>
              <a:t>启动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执行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案例背景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案例背景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B2B2DB-F7D0-0205-E697-893766334F8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AI</a:t>
            </a:r>
            <a:r>
              <a:rPr lang="zh-CN" altLang="en-US"/>
              <a:t>客服降本增效方案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18A684-74C6-4BA3-5B66-C89DD239D69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案例背景 案例背景 </a:t>
            </a:r>
            <a:r>
              <a:rPr lang="en-US" altLang="zh-CN" sz="1400"/>
              <a:t>• </a:t>
            </a:r>
            <a:r>
              <a:rPr lang="zh-CN" altLang="en-US" sz="1400"/>
              <a:t>案例背景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</a:p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</a:p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1400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下一步行动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85452B-F9A1-AABC-750D-969377B6BEE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000"/>
              <a:t>• </a:t>
            </a:r>
            <a:r>
              <a:rPr lang="zh-CN" altLang="en-US" sz="1000"/>
              <a:t>动作</a:t>
            </a:r>
            <a:r>
              <a:rPr lang="en-US" altLang="zh-CN" sz="1000"/>
              <a:t>1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动作</a:t>
            </a:r>
            <a:r>
              <a:rPr lang="en-US" altLang="zh-CN" sz="1000"/>
              <a:t>2...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BB7E8B-44D4-E252-4318-65E839B873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感谢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511</Words>
  <Application>Microsoft Office PowerPoint</Application>
  <PresentationFormat>宽屏</PresentationFormat>
  <Paragraphs>89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</vt:lpstr>
      <vt:lpstr>MiSans Demibold</vt:lpstr>
      <vt:lpstr>等线</vt:lpstr>
      <vt:lpstr>MiSans Light</vt:lpstr>
      <vt:lpstr>MiSans Semibold</vt:lpstr>
      <vt:lpstr>等线 Light</vt:lpstr>
      <vt:lpstr>思源黑体 CN Normal</vt:lpstr>
      <vt:lpstr>Arial</vt:lpstr>
      <vt:lpstr>MiSans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2026-07-03T03:45:47Z</dcterms:modified>
</cp:coreProperties>
</file>