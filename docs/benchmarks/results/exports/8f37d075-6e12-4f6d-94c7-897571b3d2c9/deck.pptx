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479C98-75B4-4FD7-A286-D90CC637752C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96D17E-B2C9-4100-B27B-86D3DAD2A2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355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用户增长运营方案现状结构图 先级重排。 图示：用户增长运营方案现状结构图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96D17E-B2C9-4100-B27B-86D3DAD2A23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5804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96D17E-B2C9-4100-B27B-86D3DAD2A23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108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用户增长运营方案方案架构图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96D17E-B2C9-4100-B27B-86D3DAD2A23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044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96D17E-B2C9-4100-B27B-86D3DAD2A23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99890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96D17E-B2C9-4100-B27B-86D3DAD2A23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3964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96D17E-B2C9-4100-B27B-86D3DAD2A23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9228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用户增长运营方案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用户增长运营方案提案汇报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54BD3F3-4B02-B32A-270A-9CD690783B31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用户增长运营方案提案汇报 用户增长运营方案提案汇报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用户增长运营方案的核心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7F3ACE0-6456-4829-43DB-F2A52FD77F7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03C3551-AFF5-5EFF-A69D-B7CCF80A5D5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用户增长运营方案当前在目标达成、资源配置与执行路径上存在明显瓶颈。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图示：用户增长运营方案问题分层卡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围绕用户增长运营方案可将问题拆为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用户增长运营方案的分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1134C17-7CAC-D39E-6D2F-997EBC35BC5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用户增长运营方案的分阶段落地方案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用户增长运营方案方案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阶段：明确用户增长运营方案目标与边界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完成用户增长运营方案试点并跟踪关键指标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建议围绕用户增长运营方案建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9D7A079-E279-9797-5581-280B3C187CB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D8497DA-5B4B-9972-26B6-364CEE5A930F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D1377F5-104F-2D80-CA71-65830C42D78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E510506-2485-5F23-4C38-DE232B2C05E2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D1008DB-44D4-70A1-9D90-EBFF2C2F53B6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思源黑体 CN Normal</vt:lpstr>
      <vt:lpstr>MiSans Medium</vt:lpstr>
      <vt:lpstr>MiSans Normal</vt:lpstr>
      <vt:lpstr>等线</vt:lpstr>
      <vt:lpstr>等线 Light</vt:lpstr>
      <vt:lpstr>Arial</vt:lpstr>
      <vt:lpstr>MiSans</vt:lpstr>
      <vt:lpstr>MiSans Demibold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2026-07-08T12:47:22Z</dcterms:modified>
</cp:coreProperties>
</file>