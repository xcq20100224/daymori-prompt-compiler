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E2EEF-1706-4A49-B19A-16E443BE135C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14CEE-2A82-4AFC-AA73-4CF1622B4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689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157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965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685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68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647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420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645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 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620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055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083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890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651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34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5025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093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证据：本章通过</a:t>
            </a:r>
            <a:r>
              <a:rPr lang="en-US" altLang="zh-CN"/>
              <a:t>2</a:t>
            </a:r>
            <a:r>
              <a:rPr lang="zh-CN" altLang="en-US"/>
              <a:t>组数据与</a:t>
            </a:r>
            <a:r>
              <a:rPr lang="en-US" altLang="zh-CN"/>
              <a:t>1</a:t>
            </a:r>
            <a:r>
              <a:rPr lang="zh-CN" altLang="en-US"/>
              <a:t>道例题验证 结论 </a:t>
            </a:r>
            <a:r>
              <a:rPr lang="en-US" altLang="zh-CN"/>
              <a:t>• </a:t>
            </a:r>
            <a:r>
              <a:rPr lang="zh-CN" altLang="en-US"/>
              <a:t>行动：先讲解后提问， 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6474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7307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842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4169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14CEE-2A82-4AFC-AA73-4CF1622B448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839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封面：牛顿第二定律课堂讲解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结论：本章聚焦封面：牛顿第二定律课堂讲解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证据：本章通过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组数据与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道例题验证结论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EFCBE8B-A7EA-7B45-1CDE-DC9AB04F5C0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412379-F4E6-109A-DB84-5CA7CBDF1A9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结论：本章聚焦目录与学习路径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结论：本章聚焦问题引入与知识回顾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证据：本章通过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道例题验证结论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281B42-1F06-D6E5-5CF3-6E50297C9AFF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593D59-8098-9E09-C13D-639AC2D5905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导入：从生活现象出发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5E413F-FBD0-A962-9494-04B05B6627B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证据：以</a:t>
            </a:r>
            <a:r>
              <a:rPr lang="en-US" altLang="zh-CN" sz="1000"/>
              <a:t>2</a:t>
            </a:r>
            <a:r>
              <a:rPr lang="zh-CN" altLang="en-US" sz="1000"/>
              <a:t>组数据和</a:t>
            </a:r>
            <a:r>
              <a:rPr lang="en-US" altLang="zh-CN" sz="1000"/>
              <a:t>1</a:t>
            </a:r>
            <a:r>
              <a:rPr lang="zh-CN" altLang="en-US" sz="1000"/>
              <a:t>道例题验证本页结论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CB5BFA-241F-7B64-C8AA-8D6A671BC2FF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二、实验探究与定律发现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A0E327-BEED-815F-1979-0D5539B469C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结论：本章聚焦实验探究与定律发现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证据：以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组数据和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道例题验证本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页结论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CDA818-F577-5E10-CCB8-CFC1CF9B7B1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定律推导：从数据到公式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FC51856-4450-8134-AD58-89BA775F581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公式详解：</a:t>
            </a:r>
            <a:r>
              <a:rPr lang="en-US" altLang="zh-CN" sz="1000"/>
              <a:t>F=ma</a:t>
            </a:r>
            <a:r>
              <a:rPr lang="zh-CN" altLang="en-US" sz="1000"/>
              <a:t>的深度理解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1AEB62-1893-8764-3F3E-8EFB1872FF9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D623BF4-6838-3D09-5F52-34537DC12F1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结论：本章聚焦例题应用：从理论到计算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C4D3476-22AC-EBD5-1051-E5B72207D82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三、例题应用：从理论到计算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F5A835B-4039-31EC-6BC0-99582C227620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339AC1-AA91-A030-C8F8-67E0822FA0C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例题</a:t>
            </a:r>
            <a:r>
              <a:rPr lang="en-US" altLang="zh-CN"/>
              <a:t>2</a:t>
            </a:r>
            <a:r>
              <a:rPr lang="zh-CN" altLang="en-US"/>
              <a:t>：斜面与摩擦力综合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2E22DF-66CE-A560-9255-EF54F25E945E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4A4242-B5C1-ED68-5B6C-85CE675DB77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选择题：判断对错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证据：以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道例题验证本页结论（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）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完成课堂闭环并布置迁移任务 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•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结论：</a:t>
            </a: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本章聚焦课堂总结与分层作业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...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结论：本章聚焦课堂总结与分层作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业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结论：本章聚焦课堂小结：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知识结构图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证据：本章通过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组数据与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道例题验证结论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E1F235-D068-3C3F-15D4-EDC16326D38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结论：本章聚焦课堂收束与下节预告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证据：本章通过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组数据与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道例题验证结论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1599</Words>
  <Application>Microsoft Office PowerPoint</Application>
  <PresentationFormat>宽屏</PresentationFormat>
  <Paragraphs>173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2026-07-03T02:27:31Z</dcterms:modified>
</cp:coreProperties>
</file>