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B5B7C-6037-4EF5-B318-8F469EDC8A1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99BAC-932D-4CE8-A8BB-0807EE3A52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7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99BAC-932D-4CE8-A8BB-0807EE3A52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599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99BAC-932D-4CE8-A8BB-0807EE3A52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0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99BAC-932D-4CE8-A8BB-0807EE3A52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13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99BAC-932D-4CE8-A8BB-0807EE3A52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49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99BAC-932D-4CE8-A8BB-0807EE3A52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55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99BAC-932D-4CE8-A8BB-0807EE3A52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731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0A4E79-73FD-271E-B33F-14299C19D79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756A3EB-5DD0-FF9B-BBD0-52BB6EA9D5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F1CBB15-F309-08A6-B15F-8405EAA8728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796F2F-6758-79FF-9439-C67CB7A92B1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04D2F7-59FC-44CC-1F7C-823FD99B415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8DF85A-FDF6-FBD5-8B09-61DBE71E8E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BBF400-21CB-285A-B48E-D158DA33220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1DC2C5-FE6F-8F27-4E7E-673D66C4FD0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E9778B-99E5-4F75-BE71-C5D955A626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2026-07-07T08:28:45Z</dcterms:modified>
</cp:coreProperties>
</file>