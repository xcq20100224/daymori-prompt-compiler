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A03D4-DC63-41B0-BB26-5DAF64914E6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EAA52-CF51-4A9D-BD8E-655FD551E4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29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172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889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179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20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85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22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937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0EAA52-CF51-4A9D-BD8E-655FD551E4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048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导入：光合作用为什么重要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建立光合作用学习动机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1D8C6E8-8F4E-CB79-8777-15358731BB0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MiSans Normal</vt:lpstr>
      <vt:lpstr>MiSans Medium</vt:lpstr>
      <vt:lpstr>等线</vt:lpstr>
      <vt:lpstr>Arial</vt:lpstr>
      <vt:lpstr>MiSans ExtraLight</vt:lpstr>
      <vt:lpstr>等线 Light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2026-07-02T08:03:37Z</dcterms:modified>
</cp:coreProperties>
</file>