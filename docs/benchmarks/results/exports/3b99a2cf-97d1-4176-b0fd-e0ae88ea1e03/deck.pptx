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A1E41-9219-46C0-8BA4-AC16315C177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0F958C-CDA8-4588-841B-50C4A3715B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8948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F958C-CDA8-4588-841B-50C4A3715B5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244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F958C-CDA8-4588-841B-50C4A3715B5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1236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F958C-CDA8-4588-841B-50C4A3715B5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91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F958C-CDA8-4588-841B-50C4A3715B5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605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F958C-CDA8-4588-841B-50C4A3715B5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1653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F958C-CDA8-4588-841B-50C4A3715B5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2848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2469C9F-065C-4E4E-94C9-23088147E3A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8EE9903-E6CA-9693-2B28-AF6CACC3F41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9113646-F986-C503-180D-85413217D31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BFBACB-00DC-7AB1-4109-8272EA64E9D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85EC7E2-4696-7169-352E-B686A3D3B7F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91F411E-F709-9F14-1930-6BB9E21A395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1DB11ED-A2E7-6AF9-E644-89635785C0D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BC9E38E-9AE9-F732-180F-D0DE04948D0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9B566F0-E14A-2901-10CB-88229FF0AF6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 Semibold</vt:lpstr>
      <vt:lpstr>思源黑体 CN Normal</vt:lpstr>
      <vt:lpstr>等线</vt:lpstr>
      <vt:lpstr>MiSans Medium</vt:lpstr>
      <vt:lpstr>等线 Light</vt:lpstr>
      <vt:lpstr>MiSans Normal</vt:lpstr>
      <vt:lpstr>MiSans Demibold</vt:lpstr>
      <vt:lpstr>MiSans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2026-07-08T04:55:49Z</dcterms:modified>
</cp:coreProperties>
</file>