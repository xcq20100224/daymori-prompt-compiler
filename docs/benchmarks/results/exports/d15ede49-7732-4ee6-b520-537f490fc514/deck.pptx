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A1486-9DD2-4F53-BC53-6AAB872B02D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A4BDB-03F0-42D8-AA3C-456C6AF20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15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4BDB-03F0-42D8-AA3C-456C6AF209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169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4BDB-03F0-42D8-AA3C-456C6AF209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42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4BDB-03F0-42D8-AA3C-456C6AF209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107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4BDB-03F0-42D8-AA3C-456C6AF209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48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4BDB-03F0-42D8-AA3C-456C6AF209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816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4BDB-03F0-42D8-AA3C-456C6AF209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3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4748A8-F2B4-C1CA-A7BD-C41D60DD418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65722C1-F06B-4E80-5727-4A3E934C834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86ED5C-230B-9362-F216-10ED904D5E4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F442BE-DF72-E285-18EF-A69E83A5CCD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4475BD-CD56-267B-29E6-FFFB519519E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1ACA21-4A07-DF5E-1CD3-92F7F1623B1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CA0805-0DDC-38F5-339D-AA099ABDFEA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FE1137-1603-8B66-F37C-DD1A6E21D1F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F914D8-B938-4D26-EC43-F167D3C1F42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MiSans Demibold</vt:lpstr>
      <vt:lpstr>等线 Light</vt:lpstr>
      <vt:lpstr>MiSans Semibold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2026-07-08T13:11:47Z</dcterms:modified>
</cp:coreProperties>
</file>