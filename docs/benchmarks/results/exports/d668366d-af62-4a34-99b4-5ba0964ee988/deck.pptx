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EA96A-02E1-4DD7-B0C9-A948B2CA773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F1DCB-8A84-4C82-8F18-8FEC3D8058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44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F1DCB-8A84-4C82-8F18-8FEC3D8058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681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F1DCB-8A84-4C82-8F18-8FEC3D8058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209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F1DCB-8A84-4C82-8F18-8FEC3D8058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657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F1DCB-8A84-4C82-8F18-8FEC3D8058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959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F1DCB-8A84-4C82-8F18-8FEC3D80588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483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F1DCB-8A84-4C82-8F18-8FEC3D80588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60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5FB693-8845-6F3B-B78B-6F3B37BCD2E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E9AB5E2-0495-B5A7-8284-BFD16CF7872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D1FCFC6-0457-FA70-58BE-0F41E77AF33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C57D10-B834-2C4D-7F31-95DEA7FCDF3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2C14A7-2F58-556D-2473-5A9B7713E41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3E505B-08C8-7A4B-7B54-AF48EBEAE06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1E7E57-A321-876B-D614-D63B6AA900F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3395C4-A82B-DC85-9DE4-50AB5A682C2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CE4261-75A1-BB6A-32CB-20205A38161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2026-07-07T08:10:56Z</dcterms:modified>
</cp:coreProperties>
</file>