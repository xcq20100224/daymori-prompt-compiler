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2AA97-A64D-43E1-8412-2D2235B64FC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3474F-0E7A-42D0-B6EB-E9A23A59FB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4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78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90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942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366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311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281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862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3474F-0E7A-42D0-B6EB-E9A23A59FB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217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建立新品上市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90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天战役学习动机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2026-07-02T05:28:01Z</dcterms:modified>
</cp:coreProperties>
</file>