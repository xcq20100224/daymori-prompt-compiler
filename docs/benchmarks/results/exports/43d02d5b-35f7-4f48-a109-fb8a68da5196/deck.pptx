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EAF515-6660-4D30-A6AA-5CB677578AEC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026E5-E066-4348-959B-B20CEC8644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684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026E5-E066-4348-959B-B20CEC8644A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835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026E5-E066-4348-959B-B20CEC8644A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699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026E5-E066-4348-959B-B20CEC8644A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06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026E5-E066-4348-959B-B20CEC8644A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782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026E5-E066-4348-959B-B20CEC8644A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156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026E5-E066-4348-959B-B20CEC8644A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562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A2A34B-7C75-855B-4AE3-894EF0A828E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AB8A2EE-261B-5C93-781D-5EA4DA21312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041A63D-1825-9EBF-35CD-4696E36DCCB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9A09DE-E8C5-1718-1993-C171224E18A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B904084-4DB9-CAA6-BB4E-A7F224CEED9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8EAF05-A068-5190-6637-F0F4024C68B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EB0A33-5E21-C182-D8FA-8F555BF4DCE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48E8F56-2B54-71D5-1B57-E695FE45860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E6E667-FB45-9B82-505A-28756BE7A1F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2026-07-07T08:10:46Z</dcterms:modified>
</cp:coreProperties>
</file>