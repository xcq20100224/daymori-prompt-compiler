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</p:sldIdLst>
  <p:sldSz cx="12192000" cy="6858000"/>
  <p:notesSz cx="6858000" cy="9144000"/>
  <p:embeddedFontLst>
    <p:embeddedFont>
      <p:font typeface="MiSans" panose="02010600030101010101" charset="-122"/>
      <p:regular r:id="rId11"/>
      <p:bold r:id="rId12"/>
    </p:embeddedFont>
    <p:embeddedFont>
      <p:font typeface="MiSans Demibold" panose="02010600030101010101" charset="-122"/>
      <p:bold r:id="rId13"/>
    </p:embeddedFont>
    <p:embeddedFont>
      <p:font typeface="MiSans ExtraLight" panose="02010600030101010101" charset="-122"/>
      <p:regular r:id="rId14"/>
    </p:embeddedFont>
    <p:embeddedFont>
      <p:font typeface="MiSans Light" panose="02010600030101010101" charset="-122"/>
      <p:regular r:id="rId15"/>
    </p:embeddedFont>
    <p:embeddedFont>
      <p:font typeface="MiSans Medium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ACBB93-D67C-4F21-B597-1DFB728801D5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A54E3B-AD1C-4EA1-B316-2A6ADEF119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70063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导入要快 </a:t>
            </a:r>
            <a:r>
              <a:rPr lang="en-US" altLang="zh-CN"/>
              <a:t>• </a:t>
            </a:r>
            <a:r>
              <a:rPr lang="zh-CN" altLang="en-US"/>
              <a:t>行动：本节前</a:t>
            </a:r>
            <a:r>
              <a:rPr lang="en-US" altLang="zh-CN"/>
              <a:t>5</a:t>
            </a:r>
            <a:r>
              <a:rPr lang="zh-CN" altLang="en-US"/>
              <a:t>分钟完成情境提问与口头反馈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A54E3B-AD1C-4EA1-B316-2A6ADEF1191A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7491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目标量化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A54E3B-AD1C-4EA1-B316-2A6ADEF1191A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91000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概念先行 </a:t>
            </a:r>
            <a:r>
              <a:rPr lang="en-US" altLang="zh-CN"/>
              <a:t>• </a:t>
            </a:r>
            <a:r>
              <a:rPr lang="zh-CN" altLang="en-US"/>
              <a:t>行动：第</a:t>
            </a:r>
            <a:r>
              <a:rPr lang="en-US" altLang="zh-CN"/>
              <a:t>15</a:t>
            </a:r>
            <a:r>
              <a:rPr lang="zh-CN" altLang="en-US"/>
              <a:t>分钟组织同桌互查概念表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A54E3B-AD1C-4EA1-B316-2A6ADEF1191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05383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规律证据化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A54E3B-AD1C-4EA1-B316-2A6ADEF1191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35708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步骤固定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A54E3B-AD1C-4EA1-B316-2A6ADEF1191A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07444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例题拆解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A54E3B-AD1C-4EA1-B316-2A6ADEF1191A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75824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场景连接 </a:t>
            </a:r>
            <a:r>
              <a:rPr lang="en-US" altLang="zh-CN"/>
              <a:t>• </a:t>
            </a:r>
            <a:r>
              <a:rPr lang="zh-CN" altLang="en-US"/>
              <a:t>行动：末段小组复盘并记录</a:t>
            </a:r>
            <a:r>
              <a:rPr lang="en-US" altLang="zh-CN"/>
              <a:t>1</a:t>
            </a:r>
            <a:r>
              <a:rPr lang="zh-CN" altLang="en-US"/>
              <a:t>条改进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A54E3B-AD1C-4EA1-B316-2A6ADEF1191A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38926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闭环收束 </a:t>
            </a:r>
            <a:r>
              <a:rPr lang="en-US" altLang="zh-CN"/>
              <a:t>B</a:t>
            </a:r>
            <a:r>
              <a:rPr lang="zh-CN" altLang="en-US"/>
              <a:t>组综合</a:t>
            </a:r>
            <a:r>
              <a:rPr lang="en-US" altLang="zh-CN"/>
              <a:t>2</a:t>
            </a:r>
            <a:r>
              <a:rPr lang="zh-CN" altLang="en-US"/>
              <a:t>题，下节开场讲错题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A54E3B-AD1C-4EA1-B316-2A6ADEF1191A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13933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导入：勾股定理为什么重要</a:t>
            </a:r>
            <a:endParaRPr lang="zh-CN" altLang="en-US" sz="2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建立勾股定理学习动机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结论：先明确问题场景再进入知识点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证据：课前抽测常见错误率在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30%-45%...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A839E657-BAF7-738E-1DF1-8847A9783A4C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学习目标与标准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统一术语和单位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结论：先统一定义再做推理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证据：定义清晰时解题正确率通常提升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20%...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核心概念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关键规律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方法步骤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例题精讲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连接真实场景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结论：知识点必须落到可观察现象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证据：至少给出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条观察数据并计算均值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实验或应用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总结与作业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回收核心结论和高频错因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证据：快测目标正确率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&gt;=80%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行动：课后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组基础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3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题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261</Words>
  <Application>Microsoft Office PowerPoint</Application>
  <PresentationFormat>宽屏</PresentationFormat>
  <Paragraphs>56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MiSans Semibold</vt:lpstr>
      <vt:lpstr>等线 Light</vt:lpstr>
      <vt:lpstr>MiSans</vt:lpstr>
      <vt:lpstr>MiSans Demibold</vt:lpstr>
      <vt:lpstr>Arial</vt:lpstr>
      <vt:lpstr>MiSans Light</vt:lpstr>
      <vt:lpstr>思源黑体 CN Normal</vt:lpstr>
      <vt:lpstr>MiSans Normal</vt:lpstr>
      <vt:lpstr>MiSans Medium</vt:lpstr>
      <vt:lpstr>等线</vt:lpstr>
      <vt:lpstr>MiSans ExtraLight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2026-07-02T08:33:19Z</dcterms:modified>
</cp:coreProperties>
</file>