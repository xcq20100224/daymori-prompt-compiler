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2E7D57"/>
            </a:solidFill>
            <a:ln w="25400" cap="flat">
              <a:solidFill>
                <a:srgbClr val="2E7D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triangle"/>
            <c:size val="6"/>
            <c:spPr>
              <a:solidFill>
                <a:srgbClr val="2E7D57"/>
              </a:solidFill>
              <a:ln w="9525" cap="flat">
                <a:solidFill>
                  <a:srgbClr val="2E7D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营收同比18%</c:v>
                  </c:pt>
                  <c:pt idx="1">
                    <c:v>毛利率环比2.3%</c:v>
                  </c:pt>
                  <c:pt idx="2">
                    <c:v>重点产品贡献62%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5</c:v>
                </c:pt>
                <c:pt idx="2">
                  <c:v>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2E7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渠道效率差异31%</c:v>
                  </c:pt>
                  <c:pt idx="1">
                    <c:v>交付延迟21%</c:v>
                  </c:pt>
                  <c:pt idx="2">
                    <c:v>复购不足42%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21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B5E3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企业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17191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2026Q2经营复盘总览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明确经营结论与决策请求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EBDDC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关键要点：营收同比18% ｜ 利润率提升2.3% ｜ 下季度聚焦高毛利产品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本页结论：明确经营结论与决策请求；关键抓手：营收同比18%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Lazyman风格-模板字体图表联动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目标与范围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目标：统一统计口径与边界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本页结论：统一统计口径与边界；关键抓手：覆盖三条业务线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覆盖三条业务线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口径按财务月结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窗口为Q2自然季度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范围示意图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时间轴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演讲备注：边界清晰后再看数据。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Lazyman风格-模板字体图表联动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关键数据趋势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目标：解释指标变化原因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本页结论：解释指标变化原因；关键抓手：营收同比18%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营收同比18%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毛利率环比2.3%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重点产品贡献62%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折线图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对比柱状图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演讲备注：目标-结果-原因顺序讲述。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Lazyman风格-模板字体图表联动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问题与对策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目标：聚焦高优先级问题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本页结论：聚焦高优先级问题；关键抓手：渠道效率差异31%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渠道效率差异31%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交付延迟21%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复购不足42%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建议素材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鱼骨图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对策矩阵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演讲备注：每个问题对应动作与负责人。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Lazyman风格-模板字体图表联动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191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行动计划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目标：形成可执行里程碑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BFAF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本页结论：形成可执行里程碑；关键抓手：30天修复渠道短板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30天修复渠道短板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F6F1EA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60天优化交付流程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90天复购提升到35%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FE7DB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E3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路线图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• 责任分工表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F2EEE8"/>
          </a:solidFill>
          <a:ln w="12700">
            <a:solidFill>
              <a:srgbClr val="DCC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演讲备注：收束到时间点与验收标准。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DCCB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Lazyman风格-模板字体图表联动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Lazyman风格-模板字体图表联动 - 企业</dc:title>
  <dc:subject>企业</dc:subject>
  <dc:creator>Daymori</dc:creator>
  <cp:lastModifiedBy>Daymori</cp:lastModifiedBy>
  <cp:revision>1</cp:revision>
  <dcterms:created xsi:type="dcterms:W3CDTF">2026-06-28T10:43:05Z</dcterms:created>
  <dcterms:modified xsi:type="dcterms:W3CDTF">2026-06-28T10:43:05Z</dcterms:modified>
</cp:coreProperties>
</file>