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B0455-D62C-45D9-87B0-F46F3A29419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F4B61-2361-4DF0-9F3D-AFD2E5F63B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179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F4B61-2361-4DF0-9F3D-AFD2E5F63B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83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F4B61-2361-4DF0-9F3D-AFD2E5F63B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48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F4B61-2361-4DF0-9F3D-AFD2E5F63B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795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F4B61-2361-4DF0-9F3D-AFD2E5F63B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91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F4B61-2361-4DF0-9F3D-AFD2E5F63B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517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F4B61-2361-4DF0-9F3D-AFD2E5F63B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03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66E580-850F-CA56-CAD4-FE020DD613F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B306E48-CFAE-055F-C675-647EF951BD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8BD8BC-579A-2BF1-732A-7A045035306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49CB32-A1D7-001F-D4FB-91DE14FF304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8240CF-EF38-1BB9-4681-0B611395776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FB851C-5A37-02BA-29D4-47D5CB0EB88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B802C9-7DD2-FDD9-6120-F794D719E7B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068E6F-94C4-5C1E-35DA-BF5C61EBFF6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5E1E38-8951-4B83-9C6E-1399FCD8F64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2026-07-09T04:37:51Z</dcterms:modified>
</cp:coreProperties>
</file>