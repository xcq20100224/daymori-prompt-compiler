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85D93F-90D0-4E77-84F3-2FFF39627063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73ADE4-3206-4401-A89A-6CE4B366F4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7849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3ADE4-3206-4401-A89A-6CE4B366F47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56586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3ADE4-3206-4401-A89A-6CE4B366F47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68394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3ADE4-3206-4401-A89A-6CE4B366F47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06966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3ADE4-3206-4401-A89A-6CE4B366F47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18173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3ADE4-3206-4401-A89A-6CE4B366F47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10849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3ADE4-3206-4401-A89A-6CE4B366F47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40818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3ADE4-3206-4401-A89A-6CE4B366F47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51395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3ADE4-3206-4401-A89A-6CE4B366F47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9066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建立一次函数学习动机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247</Words>
  <Application>Microsoft Office PowerPoint</Application>
  <PresentationFormat>宽屏</PresentationFormat>
  <Paragraphs>51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2026-07-02T05:26:43Z</dcterms:modified>
</cp:coreProperties>
</file>