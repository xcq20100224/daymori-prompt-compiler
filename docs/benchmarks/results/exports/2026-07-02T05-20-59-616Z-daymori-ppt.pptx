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BF2C9-5148-433B-B16E-36E2F3B74F5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BAA5B5-B06D-4B5F-BA57-D3459CB57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850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AA5B5-B06D-4B5F-BA57-D3459CB571D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983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AA5B5-B06D-4B5F-BA57-D3459CB571D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880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AA5B5-B06D-4B5F-BA57-D3459CB571D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524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AA5B5-B06D-4B5F-BA57-D3459CB571D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26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AA5B5-B06D-4B5F-BA57-D3459CB571D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044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AA5B5-B06D-4B5F-BA57-D3459CB571D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203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AA5B5-B06D-4B5F-BA57-D3459CB571D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274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BAA5B5-B06D-4B5F-BA57-D3459CB571D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109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建立光合作用学习动机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2026-07-02T05:20:59Z</dcterms:modified>
</cp:coreProperties>
</file>