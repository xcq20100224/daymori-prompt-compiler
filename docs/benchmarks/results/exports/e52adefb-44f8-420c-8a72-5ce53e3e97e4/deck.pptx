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C2347C-BF1A-4A0A-A058-56920F9559D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8FBA1-1DF2-4DF7-ADEF-F201CA57D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442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先级重排。 图示：用户增长策略现状结构图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8FBA1-1DF2-4DF7-ADEF-F201CA57D11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302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8FBA1-1DF2-4DF7-ADEF-F201CA57D1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272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8FBA1-1DF2-4DF7-ADEF-F201CA57D11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932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8FBA1-1DF2-4DF7-ADEF-F201CA57D11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223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8FBA1-1DF2-4DF7-ADEF-F201CA57D11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95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D8FBA1-1DF2-4DF7-ADEF-F201CA57D11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92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485E7A-EE6E-E351-B03D-6444D705BCC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 用户增长策略提案汇报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C7B412E-7879-2A06-22E0-E1DA28A72FE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502CE34-1EB5-7E41-DD69-0C39DC99BB6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用户增长策略当前在目标达成、资源配置与执行路径上存在明显瓶颈。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围绕用户增长策略可将问题拆为目标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4DB086-C6B0-0FEF-6250-EFFAC939FCC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用户增长策略方案建议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效果验证”三层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用户增长策略方案架构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阶段：明确用户增长策略目标与边界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完成用户增长策略试点并跟踪关键指标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建议围绕用户增长策略建立统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10614FB-9699-2A97-3582-85695B61E2E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B41B06-A999-5679-222C-0B3D28F2B09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3B41DC7-55AB-83C1-9AF9-715C47E51F1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48DCA8E-45D3-7AE1-2CAA-A6BFBF76A00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AEA9231-48DF-7F48-2A19-62FAAF10BA1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2026-07-08T10:15:45Z</dcterms:modified>
</cp:coreProperties>
</file>