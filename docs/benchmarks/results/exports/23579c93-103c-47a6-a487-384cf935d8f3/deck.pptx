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2ECF82-7C58-4157-9F16-3BD7EBC1CE1E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0C63E2-315D-4B25-8708-9BA09E2BB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278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C63E2-315D-4B25-8708-9BA09E2BB23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1249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C63E2-315D-4B25-8708-9BA09E2BB23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40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C63E2-315D-4B25-8708-9BA09E2BB23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606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C63E2-315D-4B25-8708-9BA09E2BB23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1594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C63E2-315D-4B25-8708-9BA09E2BB23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643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C63E2-315D-4B25-8708-9BA09E2BB23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935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BB28DD7-A9CE-ADB0-5D92-2D1F2A7BEB9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5B47456-8E96-D0EF-5DDD-3F3BCA2DEF3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057D2BD-4423-48C1-05DE-20B5C45D356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8D8D18E-F9EE-25EE-E897-B527A3F4DEC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94B4450-A216-BCAA-4F90-1D69385F95E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51D4AE0-1325-FD04-D601-476C195B4EA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04A6517-49A3-9CEF-0267-C7B85A0A5CB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0E84A49-1964-4A00-E398-D8184596BE9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C3A4878-2B08-22BC-8B5A-E80E06EFB0D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2026-07-09T04:34:51Z</dcterms:modified>
</cp:coreProperties>
</file>