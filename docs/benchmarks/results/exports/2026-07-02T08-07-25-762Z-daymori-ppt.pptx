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0617-1491-4877-98DE-BB5810A1DAF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6E94D-7665-4DA2-A8C6-0E5275CBEE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703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7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741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622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57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88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02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26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6E94D-7665-4DA2-A8C6-0E5275CBEE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6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导入：现在完成时为什么重要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B25DA10-7D03-5CD9-51ED-6A4BE5DDB24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思源黑体 CN Normal</vt:lpstr>
      <vt:lpstr>等线 Light</vt:lpstr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2026-07-02T08:07:24Z</dcterms:modified>
</cp:coreProperties>
</file>