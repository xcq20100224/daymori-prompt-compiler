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2095B-4741-4F77-9E80-58E8DF1A25F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49F46-D54B-46C2-B15B-86C3417EF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43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9F46-D54B-46C2-B15B-86C3417EF6B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851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9F46-D54B-46C2-B15B-86C3417EF6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30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9F46-D54B-46C2-B15B-86C3417EF6B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1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9F46-D54B-46C2-B15B-86C3417EF6B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521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9F46-D54B-46C2-B15B-86C3417EF6B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272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49F46-D54B-46C2-B15B-86C3417EF6B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586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AC22E6-9E19-97B7-B125-C7413A80B8A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BAD6A82-C41D-3589-9543-0D45036B98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6DCFD5-EBF4-6E3F-6BAE-E1C2D893D9D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9A3D45-8CE0-E22B-AF8C-73851F7ED2E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A2328C5-B075-209A-50D1-EBDBA6A08B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E6CC17-20DA-BE3F-1B9F-31B374CA421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9E9091-90F5-34A0-D03E-C23E830408F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A0308CF-8883-3BF8-3905-1E353BC830B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0F5B1F-289B-1102-A9D1-BA1F0C953D8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2026-07-08T13:02:50Z</dcterms:modified>
</cp:coreProperties>
</file>