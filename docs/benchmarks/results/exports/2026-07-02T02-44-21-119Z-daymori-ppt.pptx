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4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先提问后归纳，控制</a:t>
            </a:r>
            <a:r>
              <a:rPr lang="en-US" altLang="zh-CN"/>
              <a:t>90</a:t>
            </a:r>
            <a:r>
              <a:rPr lang="zh-CN" altLang="en-US"/>
              <a:t>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板书公式并强调单位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让一名学生板演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引导学生口述趋势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联系生活经验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强调方向性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5</a:t>
            </a:r>
            <a:r>
              <a:rPr lang="zh-CN" altLang="en-US"/>
              <a:t>分钟限时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</a:t>
            </a:r>
            <a:r>
              <a:rPr lang="zh-CN" altLang="en-US"/>
              <a:t>秒总结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导入：从运动到受力</a:t>
            </a:r>
          </a:p>
        </p:txBody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引导学生理解力改变运动状态</a:t>
            </a:r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力是改变物体运动状态的原因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同一质量下受力越大加速度越大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课堂提问：踢出的球为何会减速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导入：情境导入｜从运动到力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引出加速度与力的定性关系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 ｜ 证据：小车在光滑平面速度从0变2m/s需施加0.5N推力 ｜ 行动：提问“操场上足球踢出后为何减速？”本节前3min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本页结论：引出加速度与力的定性关系；关键抓手：结论：力是改变物体运动状态的原因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公式：</a:t>
            </a:r>
            <a:r>
              <a:rPr lang="en-US" altLang="zh-CN"/>
              <a:t>F=ma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表示合力，单位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表示质量，单位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表示加速度，单位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m/s²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建立三者关系与单位一致性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目标：建立牛顿第二定律的认知路径并明确应用标准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本页结论：建立牛顿第二定律的认知路径并明确应用标准；关键抓手：结论：力、质量、加速度三者成比例关系，核心公式F=ma。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结论：力、质量、加速度三者成比例关系，核心公式F=ma。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证据：课本实测数据：m=2kg时，a=0.5m/s²对应F=1N；a=1.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行动：前3分钟板书展示本页目标，并强调公式中F、m、a的单位一致性；建议在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结论：力、质量、加速度三者成比例关系，核心公...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证据：课本实测数据：m=2kg时，a=0.5...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行动：前3分钟板书展示本页目标，并强调公式中...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板书目标清单（含公式F=ma及单位换算提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例题：已知</a:t>
            </a:r>
            <a:r>
              <a:rPr lang="en-US" altLang="zh-CN"/>
              <a:t>F</a:t>
            </a:r>
            <a:r>
              <a:rPr lang="zh-CN" altLang="en-US"/>
              <a:t>求</a:t>
            </a:r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m=4kg, F=20N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代入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a=F/m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a=5m/s²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并核对单位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会用公式进行一步计算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目标：理解定律的文字表述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本页结论：理解定律的文字表述；关键抓手：结论：物体加速度与合外力成正比，与质量成反比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结论：物体加速度与合外力成正比，与质量成反比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证据：相同拉力下m=1kg a=2m/s², m=2kg a=1m/s²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行动：请一名学生朗读定律，本节5min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结论：物体加速度与合外力成正比，与质量成反比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证据：相同拉力下m=1kg a=2m/s²,...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行动：请一名学生朗读定律，本节5min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定律文字框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质量-加速度对比表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演讲备注：强调比例关系，避免混淆比例和反比例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变量关系</a:t>
            </a:r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不变时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成正比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不变时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成反比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读图比较两组实验数据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理解正比和反比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目标：建立公式与各物理量的映射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本页结论：建立公式与各物理量的映射；关键抓手：结论：F→合力(N), m→质量(kg), a→加速度(m/s²)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结论：F→合力(N), m→质量(kg), a→加速度(m/s²)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证据：1N=1kg·m/s² 单位推导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行动：板演公式各字母含义，本节7min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结论：F→合力(N), m→质量(kg), 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证据：1N=1kg·m/s² 单位推导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行动：板演公式各字母含义，本节7min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公式F=ma动画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演讲备注：强调F是合力，单位统一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惯性与质量</a:t>
            </a:r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质量越大惯性越大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同力作用下大质量更难加速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生活案例：空车与满载车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区分质量与惯性概念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目标：理解1N的物理含义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本页结论：理解1N的物理含义；关键抓手：结论：使1kg物体产生1m/s²加速度的力为1N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结论：使1kg物体产生1m/s²加速度的力为1N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证据：2kg物体获得2m/s²需4N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行动：提问“0.5kg苹果落地加速度？”，本节8min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结论：使1kg物体产生1m/s²加速度的力为...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证据：2kg物体获得2m/s²需4N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行动：提问“0.5kg苹果落地加速度？”，本...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1N力感受图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演讲备注：结合生活实例，让学生用手感受1N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受力分析</a:t>
            </a:r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同向力相加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反向力相减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画受力箭头图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合力方向决定加速度方向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目标：区分质量和惯性的概念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本页结论：区分质量和惯性的概念；关键抓手：结论：质量越大，惯性越大，运动状态越难改变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结论：质量越大，惯性越大，运动状态越难改变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证据：空车vs满载车，相同制动力下减速距离差3.2m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行动：让学生举例生活中惯性现象，本节10min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结论：质量越大，惯性越大，运动状态越难改变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证据：空车vs满载车，相同制动力下减速距离差...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行动：让学生举例生活中惯性现象，本节10mi...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货车刹车对比图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演讲备注：联系生活场景，解释质量是惯性量度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课堂练习</a:t>
            </a:r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m=2kg,F=6N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m=3kg,a=4m/s²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提交后同桌互评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独立完成</a:t>
            </a:r>
            <a:r>
              <a:rPr lang="en-US" altLang="zh-CN" sz="1400"/>
              <a:t>2</a:t>
            </a:r>
            <a:r>
              <a:rPr lang="zh-CN" altLang="en-US" sz="1400"/>
              <a:t>道计算题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目标：学会合力的矢量合成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本页结论：学会合力的矢量合成；关键抓手：结论：同向力相加，反向力相减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结论：同向力相加，反向力相减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证据：水平拉力10N，摩擦力3N，合力7N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行动：板演一个简单受力分析图，本节12min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结论：同向力相加，反向力相减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证据：水平拉力10N，摩擦力3N，合力7N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行动：板演一个简单受力分析图，本节12min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水平桌面物体受力图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演讲备注：强调方向性，箭头标注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/>
              <a:t>小结与作业</a:t>
            </a:r>
          </a:p>
        </p:txBody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ctr">
            <a:noAutofit/>
          </a:bodyPr>
          <a:lstStyle/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回顾公式与单位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整理错题并写反思</a:t>
            </a:r>
          </a:p>
          <a:p>
            <a:pPr marL="0" indent="0">
              <a:buNone/>
            </a:pPr>
            <a:r>
              <a:rPr lang="en-US" altLang="zh-CN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400" b="1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预习下一节内容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 wrap="square" lIns="76200" tIns="50800" rIns="76200" bIns="50800">
            <a:noAutofit/>
          </a:bodyPr>
          <a:lstStyle/>
          <a:p>
            <a:r>
              <a:rPr lang="zh-CN" altLang="en-US" sz="1400"/>
              <a:t>完成知识回顾与布置</a:t>
            </a:r>
          </a:p>
        </p:txBody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目标：应用F=ma计算水平运动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本页结论：应用F=ma计算水平运动；关键抓手：结论：物体质量4kg，受20N力，a=5m/s²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结论：物体质量4kg，受20N力，a=5m/s²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证据：F=20N, m=4kg, 得a=5m/s²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行动：学生板演计算过程，本节15min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结论：物体质量4kg，受20N力，a=5m/...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证据：F=20N, m=4kg, 得a=5m...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行动：学生板演计算过程，本节15min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例题1题干及图示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演讲备注：观察学生单位是否统一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宽屏</PresentationFormat>
  <Paragraphs>199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yeli jiang</cp:lastModifiedBy>
  <cp:revision>3</cp:revision>
  <dcterms:created xsi:type="dcterms:W3CDTF">2026-06-29T05:00:47Z</dcterms:created>
  <dcterms:modified xsi:type="dcterms:W3CDTF">2026-07-02T02:44:20Z</dcterms:modified>
</cp:coreProperties>
</file>