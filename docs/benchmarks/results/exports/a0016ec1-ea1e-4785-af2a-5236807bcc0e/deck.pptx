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DAAA03-9768-4281-997D-15CFF6834072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33C48-36C9-4532-8F0A-86FD69B0F0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190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070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3531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822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12672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97580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33C48-36C9-4532-8F0A-86FD69B0F08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375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3C2484-58CA-6D0A-C42B-42E3D70F5490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CDB70E5-A4FC-957F-BD23-8206A683820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1CFCF6-7BC0-8E08-FBC7-82A6CEEEF33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B9648B-046B-E46A-7167-801F5ABC6E7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09C0E6D-B387-EAD6-4B4B-A20927109FD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A0B219A-6636-8AFE-FD85-529B8BA39DFC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E442B96-8294-927D-6F1F-FEF42B4E441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5E95997-31AC-8B62-D19F-60BCA2392444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ED06C0-FA60-546A-9586-571C910F561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MiSans Demibold</vt:lpstr>
      <vt:lpstr>等线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2026-07-09T02:12:15Z</dcterms:modified>
</cp:coreProperties>
</file>