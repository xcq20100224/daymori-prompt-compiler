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6309B-F501-4219-ACDC-7C6B7DE89C2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D671E-0096-4829-95A7-EC5D86B8C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77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D671E-0096-4829-95A7-EC5D86B8C3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47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D671E-0096-4829-95A7-EC5D86B8C3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109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D671E-0096-4829-95A7-EC5D86B8C3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977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D671E-0096-4829-95A7-EC5D86B8C3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562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D671E-0096-4829-95A7-EC5D86B8C3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48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D671E-0096-4829-95A7-EC5D86B8C3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643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587B00-4207-39FA-7997-1657DFFDF1F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4E6DDA1-9526-5E10-137D-EBD595A87C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4E018C8-0C31-DE6D-C34F-C4C45130D50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998FF0-C95E-42D9-2FA7-F571FBA661F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D3C53B-EDE1-9E7D-BEAE-102AC2F7F54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B9D41D-2DE9-6E3F-698A-20651DC225F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29D903-AECA-8C1D-FFA7-37EA442CE2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C2CE91-0C12-A251-64EC-612B84EBD76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A48C2C-3C64-AABC-A05A-3DB0959DA9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9A5ED7-6BB1-199C-005B-77E033307D3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5D667B-2B89-14FC-E50B-E45EF5CFD81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B19A232-607D-CF36-E518-4F3748F5636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07D3D72-F164-D53A-E9F4-2F5F8533C0F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931285-1B45-9BB6-0C76-1C61763573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0F7AFE0-0623-C88F-3511-809168E615B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2026-07-08T14:05:52Z</dcterms:modified>
</cp:coreProperties>
</file>