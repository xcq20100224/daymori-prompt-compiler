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B8AE8-1271-411F-9CAA-B3C476B70D9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7B299-9D32-41AA-BFB0-6DC5975BC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285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需要先完成问题分层与优先级重排。 图示：供应链数字化转型方案现状结构图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7B299-9D32-41AA-BFB0-6DC5975BC48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907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7B299-9D32-41AA-BFB0-6DC5975BC48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752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7B299-9D32-41AA-BFB0-6DC5975BC48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975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7B299-9D32-41AA-BFB0-6DC5975BC48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759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7B299-9D32-41AA-BFB0-6DC5975BC48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63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7B299-9D32-41AA-BFB0-6DC5975BC48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124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DFF84E-5137-7BC3-13DF-23DDD931E1F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 供应链数字化转型方案提案汇报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58DEB62-2463-336C-457D-DBB755DBE05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4DD479-CE0D-A621-C113-926DA2C2614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AF80AF-925A-90FF-DD99-A378E400FCD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阶段：明确供应链数字化转型方案目标与边界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完成供应链数字化转型方案试点并跟踪关键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建议围绕供应链数字化转型方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CE50AC3-0B67-A6E2-67DA-5AB8B441692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C45BD9-9C07-F35A-97A4-20C5FFBFC32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CF1522-EF5B-3A57-3C14-4B2D130EA9D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09B242-A657-E23A-83DF-8484CECB44B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8D697E-1897-E15E-7C3B-5FED87F92D8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2026-07-08T10:26:36Z</dcterms:modified>
</cp:coreProperties>
</file>