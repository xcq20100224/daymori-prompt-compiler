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65EDB-3F76-4468-80E7-9F7824E3B05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6478D-CF44-4271-BDC7-3DBEC85BE5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8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88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883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8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74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525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6478D-CF44-4271-BDC7-3DBEC85BE5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26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F8560D-006C-FA88-9E2B-706082399A5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131F382-5D1F-211A-8E4A-9349A88153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9A1DCC-8E04-E57A-884D-218E6FCF814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6B3473-F716-A0A8-6103-B549632C8EF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23804A-7AFD-26C6-1CDF-15E833E20CC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792811-DCA1-099D-0F44-BEF51A51E95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2F0433-8E17-AA5F-4E11-46D1D27E86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0B09BE-1F66-028B-9A6D-3AACEF6D6BC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4E0E68-C596-C871-8A66-F16A3FD428D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DDA8E4-489C-8F85-710E-A53E827268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ACF7FC-5503-7499-3EF1-7386119528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D5B555-DE37-E0DA-F66A-1253B957FE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BB7A14-3C63-B360-A965-3054CB95563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63E5CA8-55BA-FB24-BCEB-BF43E1AA046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D0010E-172C-610E-B082-82258FA12E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FC2890F-9EA7-114C-A39E-0778EFAD566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2026-07-08T14:08:25Z</dcterms:modified>
</cp:coreProperties>
</file>