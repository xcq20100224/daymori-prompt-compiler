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28A6A-5898-4F93-BBE7-E8B0693C6E6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64F02-55C4-484C-8653-FB839ECFF0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802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64F02-55C4-484C-8653-FB839ECFF0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866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64F02-55C4-484C-8653-FB839ECFF0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669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64F02-55C4-484C-8653-FB839ECFF0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258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64F02-55C4-484C-8653-FB839ECFF0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7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64F02-55C4-484C-8653-FB839ECFF0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449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64F02-55C4-484C-8653-FB839ECFF06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3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1461C5-414F-45C1-5617-53C9650266C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106FCAE-103D-956C-3995-2127DF6EBB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6639113-6F46-88DC-09F4-D7CA8241A6F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8D41C4-1FF4-B284-3BF3-83A03DBC226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1BFD6D-1A02-37F0-0D27-5AB837AB078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B20360-6CED-5331-D2C7-6FFD912E1FC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DFF765B-0123-3EB4-3D55-0B0D9A96D3D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A8619D-898C-489B-D40F-E3C4B9D0C08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778E66-4712-87FE-5DFB-0C80BE8B3F8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思源黑体 CN Normal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2026-07-08T05:40:21Z</dcterms:modified>
</cp:coreProperties>
</file>