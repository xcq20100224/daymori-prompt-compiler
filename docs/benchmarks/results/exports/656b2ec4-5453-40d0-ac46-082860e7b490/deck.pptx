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A133C-4197-46F3-922D-8E1B8E43E2D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C21F-8396-4AF5-84A5-68111F4F6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6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4C21F-8396-4AF5-84A5-68111F4F67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17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4C21F-8396-4AF5-84A5-68111F4F67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48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4C21F-8396-4AF5-84A5-68111F4F67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763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4C21F-8396-4AF5-84A5-68111F4F67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074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4C21F-8396-4AF5-84A5-68111F4F67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794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4C21F-8396-4AF5-84A5-68111F4F67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23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538281-DFA8-BB8F-1898-589B9D97312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62C815-A27C-C1CF-B1D4-B295BEEF113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8FA591-83A6-62C7-14AE-A44311CBF74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E707BF-260E-68D2-4373-F488B5CCA49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7D6F7E-A3FD-7F5A-1AD2-0E023AA764C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24B21A-1249-7B64-F017-ECDF75658CB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05C7D4-9258-A885-80A8-855D79F0F4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0798CE-AFBB-BF10-EEB6-DFA03EBE0A0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161201-B6A9-8BC9-70B5-CD119B134C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2026-07-08T12:12:30Z</dcterms:modified>
</cp:coreProperties>
</file>