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6AF35-1EF8-4F9B-B71F-E1DC7EFFF1B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F4866-F30F-4D06-A01F-A84D1287A0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555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0F4866-F30F-4D06-A01F-A84D1287A07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935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0F4866-F30F-4D06-A01F-A84D1287A07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160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0F4866-F30F-4D06-A01F-A84D1287A07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466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0F4866-F30F-4D06-A01F-A84D1287A07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756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0F4866-F30F-4D06-A01F-A84D1287A07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593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0F4866-F30F-4D06-A01F-A84D1287A07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766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CC681C-F9C2-17EE-FFE2-4E343721EBE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7445E01-D1AF-D35A-D1B1-2C48AEC67B5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6AF03D-0A51-9E1A-BF39-E4277D75211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D70ACB-2433-3119-2CE2-EF9DE84315E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60AEE5-43BD-7F98-EA8E-F718110F9A0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207FAF-0FF0-6D1F-3F7E-0503D361C71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5D90B1-59BC-A914-1BF4-0016EEB9536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7401A7-1E8C-ABE2-A397-FDA38E6AE08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079257-EADE-91C1-EBCE-C3CC59DC223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2026-07-08T12:15:00Z</dcterms:modified>
</cp:coreProperties>
</file>