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054CC-C6F7-440A-A005-53E147740A6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585E4-52E8-455B-A8D7-374EC3608D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079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585E4-52E8-455B-A8D7-374EC3608DA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53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585E4-52E8-455B-A8D7-374EC3608DA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157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585E4-52E8-455B-A8D7-374EC3608DA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459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585E4-52E8-455B-A8D7-374EC3608DA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487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585E4-52E8-455B-A8D7-374EC3608DA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748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585E4-52E8-455B-A8D7-374EC3608DA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84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7C91BAC-8834-1574-A7CA-89850029808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3734735-564D-0317-4504-446DAF6A1CC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B6E62C5-3CC1-6169-A3AE-213DC7A0570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343725-3AF2-732C-2428-61FEA931317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3F3BA79-A0D8-A852-6FAE-BB8535FEBE1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6A653B-8665-C7B0-7DA9-0E3D48580A5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F153FE3-8D0C-383C-2664-A8A1069E289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FD0DD5C-18B5-0DBC-CF25-DE567D09609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4144B15-6BC2-FF5F-1C0D-D0DF3C89277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等线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2026-07-07T07:51:50Z</dcterms:modified>
</cp:coreProperties>
</file>