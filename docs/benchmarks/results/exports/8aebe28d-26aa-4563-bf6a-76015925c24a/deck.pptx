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1BFAA-5A86-4AD5-AD61-D9A826CB858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E426E-EA6C-4E5B-96A9-EA7E01ED9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7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836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47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71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2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17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E426E-EA6C-4E5B-96A9-EA7E01ED97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688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65746C-1551-5920-3B89-BF545415A7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50E63D-84F3-4929-F6F8-3973857AB3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60EE5B-FC3D-B0FE-7D9A-B4D8F89F1E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8572D5-2D68-3435-0168-6E57AB38C0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0FE775-C1F0-D107-303F-6F0B79F32C3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84B91B-5E43-AE38-B539-25AC7EC99DB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21B4F1E-F336-52C3-F07D-34A049BCA4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A53E87-7EB3-CBB0-8C2E-E22969C9A3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E2801F-BAE7-9734-D02F-AD9A0146E89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2026-07-09T03:15:09Z</dcterms:modified>
</cp:coreProperties>
</file>