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B207C-3EA7-4412-91B7-652FE62FB328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1BB25-7315-4DCD-91C7-A180C4A566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2012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1BB25-7315-4DCD-91C7-A180C4A5668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03290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1BB25-7315-4DCD-91C7-A180C4A5668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85802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1BB25-7315-4DCD-91C7-A180C4A5668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78173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1BB25-7315-4DCD-91C7-A180C4A5668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61619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1BB25-7315-4DCD-91C7-A180C4A5668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32202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1BB25-7315-4DCD-91C7-A180C4A5668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4422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D4EFF04-64FE-24FF-2B8D-D0010BF9C248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970959E-79BA-C0CF-6153-3C78BE29642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14A4B1F-63D1-694D-07F1-035F09710008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AAD5427-102F-D7B4-5846-B1C819981AB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9FBB675-560D-C4C4-5E59-D2DC726AFC72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8C0DCC9-E992-123F-B6A4-236D787CE49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AA37E2B-C349-86BA-88A9-72DEAC6E8440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E5FFC3A-C4DE-F51A-4230-6D89CD67FFB5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4A690F9-C31D-026C-AF0B-B2448B89911E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2026-07-07T08:22:08Z</dcterms:modified>
</cp:coreProperties>
</file>