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0EECD-BC0A-40A2-8858-D5092454C4A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04E59B-3619-443D-8507-BA6632A0F9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744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4E59B-3619-443D-8507-BA6632A0F91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98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4E59B-3619-443D-8507-BA6632A0F91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3253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4E59B-3619-443D-8507-BA6632A0F91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486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4E59B-3619-443D-8507-BA6632A0F91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2784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4E59B-3619-443D-8507-BA6632A0F91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58669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4E59B-3619-443D-8507-BA6632A0F91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820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049E081-BC6B-E080-14F2-A6F5DB378CF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9B91A02-C288-6E97-7A7D-1B898072810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4793D28-B691-A12B-A3C2-16ADE65C9A0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8AD1BE2-2E44-60C5-B863-F837B387004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362730D-8A51-2C3A-41BA-01A194D0D78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D28037B-7999-824F-1C1E-6B44057FCFB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D4F6E06-BEBA-916A-546D-5F2216F9989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9CB835A-4D8C-F21C-EF7D-8D403DBC748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8EF3D89-DF85-340A-784B-E14C01AB8A6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Normal</vt:lpstr>
      <vt:lpstr>MiSans Semibold</vt:lpstr>
      <vt:lpstr>等线</vt:lpstr>
      <vt:lpstr>Arial</vt:lpstr>
      <vt:lpstr>MiSans Medium</vt:lpstr>
      <vt:lpstr>思源黑体 CN Normal</vt:lpstr>
      <vt:lpstr>MiSans ExtraLight</vt:lpstr>
      <vt:lpstr>等线 Light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2026-07-08T04:31:30Z</dcterms:modified>
</cp:coreProperties>
</file>