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??:?????????...</c:v>
                  </c:pt>
                  <c:pt idx="1">
                    <c:v>??:?????????...</c:v>
                  </c:pt>
                  <c:pt idx="2">
                    <c:v>??:??????1??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??:?????????...</c:v>
                  </c:pt>
                  <c:pt idx="1">
                    <c:v>??:????2kg??...</c:v>
                  </c:pt>
                  <c:pt idx="2">
                    <c:v>??:?????????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??:??F?m?a??...</c:v>
                  </c:pt>
                  <c:pt idx="1">
                    <c:v>??:????????</c:v>
                  </c:pt>
                  <c:pt idx="2">
                    <c:v>??:?????????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??:?????????...</c:v>
                  </c:pt>
                  <c:pt idx="1">
                    <c:v>??:?????????...</c:v>
                  </c:pt>
                  <c:pt idx="2">
                    <c:v>??:????????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??:?????????...</c:v>
                  </c:pt>
                  <c:pt idx="1">
                    <c:v>??:F?2N?4N,a...</c:v>
                  </c:pt>
                  <c:pt idx="2">
                    <c:v>??:????????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??:a?F???,?m...</c:v>
                  </c:pt>
                  <c:pt idx="1">
                    <c:v>??:?????????...</c:v>
                  </c:pt>
                  <c:pt idx="2">
                    <c:v>??:?????????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??:?????????...</c:v>
                  </c:pt>
                  <c:pt idx="1">
                    <c:v>??:kg?g?????...</c:v>
                  </c:pt>
                  <c:pt idx="2">
                    <c:v>??:???????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1000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??:?????????</c:v>
                  </c:pt>
                  <c:pt idx="1">
                    <c:v>??:???????a?</c:v>
                  </c:pt>
                  <c:pt idx="2">
                    <c:v>??:?????????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2F24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关键要点：??:????????? ｜ ??:???????????????? ｜ ??:?????????????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本页结论：??????；关键抓手：??:?????????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本页结论：??????；关键抓手：??:???????????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??:???F=ma??????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??:???????2?????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本页结论：??????；关键抓手：??:???????????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??:??????1??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本页结论：??????；关键抓手：??:?????????????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??:????2kg???????1kg?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目标：??F=ma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本页结论：??F=ma；关键抓手：??:?????????F=ma?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??:?????????F=ma?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??:1N=1kg�m/s�?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本页结论：??????；关键抓手：??:?????????????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本页结论：??????；关键抓手：??:??F?m?a???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??:??F?m?a???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本页结论：?????；关键抓手：??:??????????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??:F?2N?4N,a????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本页结论：??????；关键抓手：??:a?F???,?m????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??:a?F???,?m????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??1:??F?m?a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本页结论：????；关键抓手：??:??????????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??:F=6N,m=2kg,a=3m/s�?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??2:??a?m?F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本页结论：????；关键抓手：??:????F=ma?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??:????F=ma?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??:m=1.5kg,a=4m/s�,F=6N?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??3:????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本页结论：????；关键抓手：??:???????????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??4:????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本页结论：?????；关键抓手：??:???-??-??????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??:???-??-??????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??:??5?????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???1:????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本页结论：?????；关键抓手：??:????????????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??:kg?g?????1000??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???2:????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本页结论：?????；关键抓手：??:?????????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本页结论：????；关键抓手：??:??????????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??:3?????/?????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??:3???????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????B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本页结论：????；关键抓手：??:????????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3A322B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??:2????????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2F29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本页结论：??????；关键抓手：??:F=ma???????????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8EFE6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??:F=ma???????????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4E4D4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??:??-??-???????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8EFE6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2F241D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2F24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目标：????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本页结论：????；关键抓手：??:?????????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8EFE6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4E4D4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??:????????????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8EFE6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??:??????????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2F241D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????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2F24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?????? - ??</dc:title>
  <dc:subject>??</dc:subject>
  <dc:creator>Daymori</dc:creator>
  <cp:lastModifiedBy>Daymori</cp:lastModifiedBy>
  <cp:revision>1</cp:revision>
  <dcterms:created xsi:type="dcterms:W3CDTF">2026-06-29T04:40:32Z</dcterms:created>
  <dcterms:modified xsi:type="dcterms:W3CDTF">2026-06-29T04:40:32Z</dcterms:modified>
</cp:coreProperties>
</file>