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0540F-3EEB-4154-8A3E-FF2F692BBE9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097A6-0B89-4C17-8992-515502B628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9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564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545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37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728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44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097A6-0B89-4C17-8992-515502B628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60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6550B1-B5FF-3DF1-E497-F1DEE86FA3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8B44A6A-A945-129A-C0D0-637ECB0C31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15A782-BEDD-4407-C770-05FE5824920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84F0A7-4C25-A164-E5FB-4B755324C1A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628B74-0E0B-8209-2C0F-BA1B7929117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DD81B7-CBB0-42F3-BB96-2015029CA70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9BC3E4-E8B0-ED70-6748-BDE519FAF83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190911-1D11-EDFE-0FCF-58CA6F0C8EF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8EAF1D-B22C-0426-F5C6-F77B81498D6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2026-07-08T12:23:58Z</dcterms:modified>
</cp:coreProperties>
</file>