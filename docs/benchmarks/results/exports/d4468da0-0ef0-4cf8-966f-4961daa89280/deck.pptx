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95A4-2DDD-4413-9483-0A9F7183121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659B9-3E68-415D-8B87-88328C8BB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42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659B9-3E68-415D-8B87-88328C8BB0A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87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659B9-3E68-415D-8B87-88328C8BB0A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21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659B9-3E68-415D-8B87-88328C8BB0A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195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659B9-3E68-415D-8B87-88328C8BB0A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117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659B9-3E68-415D-8B87-88328C8BB0A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19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659B9-3E68-415D-8B87-88328C8BB0A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2B4161-8B56-BB83-6B47-7E66B5556B1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9A0E14-20B2-1731-84B1-942EF17FD9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AE43B1-6E83-E2BC-F105-C64F720D5C0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2DF421-B4F1-5B5D-1393-A1F581340E2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1F3890-EF78-AFD9-7BA4-C1AAC96258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B432FC-9C15-9E2D-4DD6-9B003B77A80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794309-470D-7624-E76C-E8E466E3B5D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F985A8-2396-69BF-9964-817B38CA678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52859F-3F0A-16A5-2FF6-FD6E3FDCC6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MiSans Semibold</vt:lpstr>
      <vt:lpstr>等线 Light</vt:lpstr>
      <vt:lpstr>MiSans</vt:lpstr>
      <vt:lpstr>MiSans Demibold</vt:lpstr>
      <vt:lpstr>MiSans Light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2026-07-08T13:01:01Z</dcterms:modified>
</cp:coreProperties>
</file>