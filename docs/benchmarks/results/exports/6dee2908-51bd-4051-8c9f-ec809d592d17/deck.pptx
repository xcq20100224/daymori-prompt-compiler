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491EE-F35B-42C4-8326-DB774F57A1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20736-03D2-4EE2-B9A2-34391F36F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210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34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89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34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938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20736-03D2-4EE2-B9A2-34391F36F5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A250F3-E1E5-8807-ADC8-D26A2A68F1B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A13A1-F638-787B-3CB6-410855A695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5B323D-6672-2B15-9A28-A47450226D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3D7412-2B54-25FC-B702-FA7C5B6641E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1C2347-2066-1FF5-DAFD-F504F77F8D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C4F76-CA40-7D1D-04A5-1ED81219FE5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E0A512-B8B5-EF88-9367-30699ED658C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553C57-BEBB-C879-4866-1921068FEF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55E575-C584-7C3C-443D-C2DD4098C1A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2026-07-08T04:30:45Z</dcterms:modified>
</cp:coreProperties>
</file>