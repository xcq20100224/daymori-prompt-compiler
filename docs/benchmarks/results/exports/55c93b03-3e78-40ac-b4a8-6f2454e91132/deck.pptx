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0D3F1-5F67-4DDD-911C-46AAA5A5659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FA04E-8346-4836-8A0D-6289DCB79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265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FA04E-8346-4836-8A0D-6289DCB7942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983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FA04E-8346-4836-8A0D-6289DCB7942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879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FA04E-8346-4836-8A0D-6289DCB7942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134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FA04E-8346-4836-8A0D-6289DCB7942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330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FA04E-8346-4836-8A0D-6289DCB794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391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FA04E-8346-4836-8A0D-6289DCB7942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315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C35207-9A7F-ED25-B3A8-6FA96BBF0B5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A4FCA21-BCBF-23ED-206E-4F8EB6B26B6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00A027-1BF3-90AB-9C18-10A0D08713B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5D666E-2E81-9049-FB57-AC7F8B7AC9B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13D9FE-F4DE-415F-53E9-A3C349B9B0F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03F364-59B9-ABD5-9CD5-3935B8BE34B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5248493-4B36-1C65-C94E-1DBB8456188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6D54F7-698F-2F1D-3DCD-943DFB37E09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16D643-2736-6DCA-366B-8D224B766B3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2026-07-07T07:46:54Z</dcterms:modified>
</cp:coreProperties>
</file>