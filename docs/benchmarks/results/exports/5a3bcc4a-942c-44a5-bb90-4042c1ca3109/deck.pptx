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A0DE0-DFE3-4EFB-9FD2-0CA1A5C76AF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4E17F-AFEB-42EE-84C5-FB2F00920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568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先级重排。 图示：客户留存提升方案现状结构图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4E17F-AFEB-42EE-84C5-FB2F009207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6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4E17F-AFEB-42EE-84C5-FB2F009207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29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4E17F-AFEB-42EE-84C5-FB2F009207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400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4E17F-AFEB-42EE-84C5-FB2F009207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442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4E17F-AFEB-42EE-84C5-FB2F009207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545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4E17F-AFEB-42EE-84C5-FB2F009207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947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D302A7-4EF0-2AE0-E6FB-44F7B3FB4F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 客户留存提升方案提案汇报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A22D081-8AA4-203D-06A3-AAB01EAD9A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119F580-5BD6-FFF2-B00D-2C281E51B4C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客户留存提升方案当前在目标达成、资源配置与执行路径上存在明显瓶颈。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围绕客户留存提升方案可将问题拆为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AF3A2B-D683-5CF6-FF5B-F2B975ED4B3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客户留存提升方案方案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阶段：明确客户留存提升方案目标与边界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完成客户留存提升方案试点并跟踪关键指标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建议围绕客户留存提升方案建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C66446-C133-8123-4CC9-8A527859308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EB19D1-F95D-72DD-344D-AF3DEB19CF2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81D81FB-D859-3ADC-FAC2-C90FC4C28A0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67456C-74D3-89B6-EB70-8A12152FAA8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EA260F-AE14-62BA-7FA1-A9237A21C53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2026-07-08T10:23:09Z</dcterms:modified>
</cp:coreProperties>
</file>