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67AF2-D2A9-4570-8A9E-0A0148B4E26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57807-7AE3-4A1B-8AEF-9D17105F1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341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57807-7AE3-4A1B-8AEF-9D17105F1A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99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57807-7AE3-4A1B-8AEF-9D17105F1A4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395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57807-7AE3-4A1B-8AEF-9D17105F1A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119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57807-7AE3-4A1B-8AEF-9D17105F1A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606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57807-7AE3-4A1B-8AEF-9D17105F1A4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095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57807-7AE3-4A1B-8AEF-9D17105F1A4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226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57807-7AE3-4A1B-8AEF-9D17105F1A4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310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57807-7AE3-4A1B-8AEF-9D17105F1A4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974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导入：牛顿第二定律为什么重要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8F4D603-38E0-B881-9774-73A80B58DA7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2026-07-02T08:00:37Z</dcterms:modified>
</cp:coreProperties>
</file>