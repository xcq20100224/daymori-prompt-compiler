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888D8-1821-4C39-A25C-432BB4C6903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FF8939-CAC8-41DC-8C33-6FBB5DE4D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347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FF8939-CAC8-41DC-8C33-6FBB5DE4DB3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341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FF8939-CAC8-41DC-8C33-6FBB5DE4DB3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385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FF8939-CAC8-41DC-8C33-6FBB5DE4DB3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655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FF8939-CAC8-41DC-8C33-6FBB5DE4DB3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254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FF8939-CAC8-41DC-8C33-6FBB5DE4DB3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517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FF8939-CAC8-41DC-8C33-6FBB5DE4DB3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358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B1C977-396F-35E8-DF08-0855E5E3D6B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FD8D31D-A029-7077-2509-1696B145FA4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15F5DEC-40CD-24BA-74D8-9A0C533751B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1C1C57-C8FD-36E3-BD97-967E958BA26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849FDA-325E-6012-B817-2AF2CB32A88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1BC852D-15E2-95B5-B8C8-2FA7D6FCA58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1420FF4-5AAA-FF27-A385-2FA92DC350B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736C777-4F97-F6AE-2341-89BB57B5444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1D406CE-7BBE-32B3-90DF-1123307DA28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ExtraLight</vt:lpstr>
      <vt:lpstr>MiSans</vt:lpstr>
      <vt:lpstr>等线 Light</vt:lpstr>
      <vt:lpstr>MiSans Demibold</vt:lpstr>
      <vt:lpstr>MiSans Light</vt:lpstr>
      <vt:lpstr>MiSans Normal</vt:lpstr>
      <vt:lpstr>MiSans Semibold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2026-07-08T12:56:45Z</dcterms:modified>
</cp:coreProperties>
</file>