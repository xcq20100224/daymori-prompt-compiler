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28369-2CB1-4C68-A5D7-9282BC4D1CD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3CAF9-DB5F-45EA-B020-24D05C1B9C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074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3CAF9-DB5F-45EA-B020-24D05C1B9C6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9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3CAF9-DB5F-45EA-B020-24D05C1B9C6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705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3CAF9-DB5F-45EA-B020-24D05C1B9C6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995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3CAF9-DB5F-45EA-B020-24D05C1B9C6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6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3CAF9-DB5F-45EA-B020-24D05C1B9C6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430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3CAF9-DB5F-45EA-B020-24D05C1B9C6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207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562E2E0-A7EC-A8AA-0360-77F8610B200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289DDDF-1C21-AA74-DF2D-641228CC399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E95379-84CA-8F56-85AE-B732C83C69C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FCB6CF-23B0-5945-2B48-72F5EC1157C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3F0952-5877-E583-E5B8-CDDB0B76D29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65AE17-7261-D75A-E0A3-644B08B82C5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65784FD-26FF-0683-7FF2-E690804F242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36D56F7-94D7-A29F-561C-E1CE128C207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BC9FAF-A1DB-1B72-F5F6-EB43F63E16A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2026-07-08T11:31:43Z</dcterms:modified>
</cp:coreProperties>
</file>