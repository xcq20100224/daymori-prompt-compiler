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016734-5624-48A2-9E91-55B740404C6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F0517-26FA-4887-BB11-29346A2302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754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F0517-26FA-4887-BB11-29346A23029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04700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F0517-26FA-4887-BB11-29346A23029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046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F0517-26FA-4887-BB11-29346A23029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868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F0517-26FA-4887-BB11-29346A23029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69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F0517-26FA-4887-BB11-29346A23029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706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F0517-26FA-4887-BB11-29346A23029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312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FC64C50-E65D-CFE3-6651-3307B17C2AD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F6A05DB-FFC3-890B-A743-03A6DAFBD2D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DEEAEBE-E59A-AA4F-5B84-238CEFA9336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9D38D41-EF0D-E6AF-E60B-F68153D9415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69A3499-591B-0BE6-2739-07EC861BDC7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E21D104-ED08-A595-17AF-294517500B2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31ECFF6-91A2-4499-B319-810F8AD11C4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2461A94-9F48-C314-BDD6-7ABF5C1D0C5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F198A5-843E-A487-00B1-964B13B88D6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等线</vt:lpstr>
      <vt:lpstr>MiSans Medium</vt:lpstr>
      <vt:lpstr>MiSans Normal</vt:lpstr>
      <vt:lpstr>等线 Light</vt:lpstr>
      <vt:lpstr>Arial</vt:lpstr>
      <vt:lpstr>MiSans Demibold</vt:lpstr>
      <vt:lpstr>MiSans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2026-07-08T13:05:57Z</dcterms:modified>
</cp:coreProperties>
</file>