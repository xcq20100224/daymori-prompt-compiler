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D7BA3-437E-4535-A7CB-62A64575921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453EA-8CD9-40D6-BB8E-5568DFF2B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519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453EA-8CD9-40D6-BB8E-5568DFF2B26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563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453EA-8CD9-40D6-BB8E-5568DFF2B26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811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453EA-8CD9-40D6-BB8E-5568DFF2B26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766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453EA-8CD9-40D6-BB8E-5568DFF2B26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951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453EA-8CD9-40D6-BB8E-5568DFF2B26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527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453EA-8CD9-40D6-BB8E-5568DFF2B26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108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170CAF-B3E0-A66C-E2C7-A4D74815580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5D39539-0B51-112B-6AC1-73294C07E1C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85A519F-A412-9439-E8F0-D54CC569651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FFB795-8C0F-D9B4-8B84-B44136801A8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FA2D67E-2F62-021A-12A7-1AB73C05381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906D36-CEEA-8454-7120-73270F02EC9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C2DCB0-7EEA-852B-F7DE-310A5D66ACB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14C8965-3036-30B6-FFC5-6BDD8432E90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067D37-B4DA-8705-C8A1-78D9B34B838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2026-07-09T04:19:06Z</dcterms:modified>
</cp:coreProperties>
</file>