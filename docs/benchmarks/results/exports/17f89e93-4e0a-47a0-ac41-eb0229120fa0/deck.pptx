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2AE27-B83B-4D11-A135-0656AD273616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2C7E7-06F8-423B-B53C-0A703D12B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181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2C7E7-06F8-423B-B53C-0A703D12BE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238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2C7E7-06F8-423B-B53C-0A703D12BE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14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2C7E7-06F8-423B-B53C-0A703D12BE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296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2C7E7-06F8-423B-B53C-0A703D12BE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578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2C7E7-06F8-423B-B53C-0A703D12BE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87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2C7E7-06F8-423B-B53C-0A703D12BE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542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5F7EEF-D428-DA64-187C-07BF71CAEA5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AC37C43-E706-FB26-967D-A580D99E2C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ABAD28D-36A7-887E-F928-EDF5E1D1265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A5A32D-BBA5-9D7A-AC8E-76B13FD43EF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9397A8-1853-70BE-9B42-89055C0D531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BC5A6B-05EB-29B3-BFE6-7500EFE8C76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84E430E-FE71-B17B-0D55-BC21CB5FCC2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F76D54-E15E-953B-904F-08367665B59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644471-F7AB-DF24-6018-8D07BD8392A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Medium</vt:lpstr>
      <vt:lpstr>MiSans Normal</vt:lpstr>
      <vt:lpstr>MiSans</vt:lpstr>
      <vt:lpstr>MiSans Demibold</vt:lpstr>
      <vt:lpstr>MiSans ExtraLight</vt:lpstr>
      <vt:lpstr>Arial</vt:lpstr>
      <vt:lpstr>MiSans Light</vt:lpstr>
      <vt:lpstr>MiSans Semibold</vt:lpstr>
      <vt:lpstr>等线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2026-07-09T02:18:37Z</dcterms:modified>
</cp:coreProperties>
</file>