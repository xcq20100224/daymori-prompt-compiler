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C23D3-74A9-4A11-9B5C-C50BF3980E8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EF23F-DE95-4D87-A5C1-E211E7913F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14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492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699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029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19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57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EF23F-DE95-4D87-A5C1-E211E7913F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488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FBD04C-F7CB-55F3-222F-8E8B8023E0A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C8D01A-0203-20DC-A528-9F5DD79891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8E5265-2B21-BA15-E59D-F589E65F247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7FFC21-5FF3-2A11-E94B-1793CB98506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663989-0A29-380D-D981-9AF4FCC7A66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6B5E6E-27D2-F406-B5C4-7C3BE78CA17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CCF922-AFF7-EE89-2388-D040F8F8DA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22B1D-A285-77ED-5C6D-AD1DAFBBD1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B92C86-890B-D1E7-5945-34FA8F94F49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2026-07-08T04:58:04Z</dcterms:modified>
</cp:coreProperties>
</file>