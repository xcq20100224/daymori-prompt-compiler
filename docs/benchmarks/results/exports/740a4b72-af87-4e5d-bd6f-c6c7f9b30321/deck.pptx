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51796-4CD5-4A8B-B11E-7DA7F198085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B8872-59D9-4C70-BAE0-A1F3A0822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40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ABTest0_1783519287562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B8872-59D9-4C70-BAE0-A1F3A0822E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598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19287562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B8872-59D9-4C70-BAE0-A1F3A0822E9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491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8351928756 2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B8872-59D9-4C70-BAE0-A1F3A0822E9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912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B8872-59D9-4C70-BAE0-A1F3A0822E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642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B8872-59D9-4C70-BAE0-A1F3A0822E9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56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B8872-59D9-4C70-BAE0-A1F3A0822E9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60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ABTest0_1783519287562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ABTest0_1783519287562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ABTest0_17835192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87562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B04F2A2-71E5-53E8-6A79-5D1B73BDEE9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6A9C257-B382-0BE6-D794-205E93BEB75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ABTest0_1783519287562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ABTest0_1783519287562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3519287562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3134022-381C-72DD-2B70-8DDE486CED3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439A32-137C-6C05-8E9E-C152600249C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ABTest0_1783519287562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ABTest0_1783519287562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77F4E7-9A55-01B4-BF7A-1DC53645FF9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ABTest0_1783519287562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8351928756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27658-DAF2-46DB-E998-B635EED801E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928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783519287562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B93F06-2132-86E7-CDBD-452BFEC22C2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FEDB23-E28E-AFF9-5B75-8622C2DF2FA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11C543-FB18-A0F2-A3C4-61852DDB412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5F1978-21F3-E285-15AA-44DB59BF848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965DB83-04CE-5628-14E0-D61AC0DFFB0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AAA05BE-84A9-4DC6-951E-A544A4786C1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05F611-2D45-EDBC-2E82-EEEF931AC5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3C3B1F-023E-CF91-81E7-E002EA7AF3E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2026-07-08T14:02:35Z</dcterms:modified>
</cp:coreProperties>
</file>