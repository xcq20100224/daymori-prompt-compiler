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第</a:t>
            </a:r>
            <a:r>
              <a:rPr lang="en-US" altLang="zh-CN" sz="1000"/>
              <a:t>2</a:t>
            </a:r>
            <a:r>
              <a:rPr lang="zh-CN" altLang="en-US" sz="1000"/>
              <a:t>页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F25F6F8-8194-8705-C4F1-3660C7A29B2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本章目标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E9599D-A342-4869-9CC0-474F610F56B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D710A8-0E73-9050-B8D2-6DEE0207BFF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CEF5D3-AB71-44A7-F297-4E7A2CF47A1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连接旧知 连接旧知 </a:t>
            </a:r>
            <a:r>
              <a:rPr lang="en-US" altLang="zh-CN" sz="1400"/>
              <a:t>• </a:t>
            </a:r>
            <a:r>
              <a:rPr lang="zh-CN" altLang="en-US" sz="1400"/>
              <a:t>无合力则匀速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本章目标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B42804-0928-9FEF-A1A4-4B051963222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观察规律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定时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a∝F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D7D1BD-E475-F002-82D5-89EA461B940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观察规律 观察规律 </a:t>
            </a:r>
            <a:r>
              <a:rPr lang="en-US" altLang="zh-CN" sz="1400"/>
              <a:t>• m</a:t>
            </a:r>
            <a:r>
              <a:rPr lang="zh-CN" altLang="en-US" sz="1400"/>
              <a:t>定时 </a:t>
            </a:r>
            <a:r>
              <a:rPr lang="en-US" altLang="zh-CN" sz="1400"/>
              <a:t>a∝F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归纳关系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得到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EEE2A2-C8DF-6E54-5AC4-46E5D942C82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F0B8B6-24FF-F143-4ADF-270D443611F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归纳关系 归纳关系 </a:t>
            </a:r>
            <a:r>
              <a:rPr lang="en-US" altLang="zh-CN" sz="1400"/>
              <a:t>• </a:t>
            </a:r>
            <a:r>
              <a:rPr lang="zh-CN" altLang="en-US" sz="1400"/>
              <a:t>得到 </a:t>
            </a:r>
            <a:r>
              <a:rPr lang="en-US" altLang="zh-CN" sz="1400"/>
              <a:t>F=ma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 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C5598C-8E96-7409-7F92-0C3367B5D19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0CE4D6E-AA2D-2351-7D97-7218C5BDA8B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 </a:t>
            </a:r>
            <a:r>
              <a:rPr lang="en-US" altLang="zh-CN">
                <a:cs typeface="思源黑体 CN Normal" panose="020B0400000000000000" charset="-122"/>
              </a:rPr>
              <a:t>1 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标准代入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a=F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/m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1F435E-2D02-7582-F33D-15F89C85373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标准代入 标准代入 </a:t>
            </a:r>
            <a:r>
              <a:rPr lang="en-US" altLang="zh-CN" sz="1400"/>
              <a:t>• a=F</a:t>
            </a:r>
            <a:r>
              <a:rPr lang="zh-CN" altLang="en-US" sz="1400"/>
              <a:t>合</a:t>
            </a:r>
            <a:r>
              <a:rPr lang="en-US" altLang="zh-CN" sz="1400"/>
              <a:t>/m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4BE02D-4E15-CE26-E99A-9B84EABDF7C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 </a:t>
            </a:r>
            <a:r>
              <a:rPr lang="en-US" altLang="zh-CN"/>
              <a:t>2 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E7D510-7510-B16B-C9FF-D50E12CAB29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E9B861-E783-410F-2AFF-FBBA5003C8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规范表达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步骤完整才稳定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8C61EF-1EE8-D572-1695-7DC93679A43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规范表达 规范表达 </a:t>
            </a:r>
            <a:r>
              <a:rPr lang="en-US" altLang="zh-CN" sz="1400"/>
              <a:t>• </a:t>
            </a:r>
            <a:r>
              <a:rPr lang="zh-CN" altLang="en-US" sz="1400"/>
              <a:t>步骤完整才稳定</a:t>
            </a: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本章目标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本章目标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8161AE2-43B5-6590-8B53-677CEB9D7B8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本章目标</a:t>
            </a:r>
            <a:endParaRPr lang="id-ID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80D67E-1803-4BC6-BB1B-F4A9A75A761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1191</Words>
  <Application>Microsoft Office PowerPoint</Application>
  <PresentationFormat>宽屏</PresentationFormat>
  <Paragraphs>175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2026-07-03T03:08:06Z</dcterms:modified>
</cp:coreProperties>
</file>