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34829-F85C-4B01-BC4E-A452BB822C8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54227-62D6-4A51-8A0B-FBF8559AE6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449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54227-62D6-4A51-8A0B-FBF8559AE68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050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54227-62D6-4A51-8A0B-FBF8559AE68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735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54227-62D6-4A51-8A0B-FBF8559AE68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269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54227-62D6-4A51-8A0B-FBF8559AE68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313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54227-62D6-4A51-8A0B-FBF8559AE68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273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54227-62D6-4A51-8A0B-FBF8559AE68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129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5C2D6E-F247-C67B-1089-4D145BFDEC6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A9C130-5CC6-7B22-DEA1-1BFD93B6013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33C7626-50C1-6F44-6340-92D170E2654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204018-7C28-704B-F0B5-BB0980C9BCC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B5DCC90-5794-3814-817D-10CE29A33CF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74354A-C572-1F2D-AE82-9655361978D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EB89DB-E8C8-E598-2AD8-0146F42910E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6D293AD-D545-9514-51A7-2A8150B4EC1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2B3879-F8E1-CF87-5AD4-5775DFDAA9E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 Light</vt:lpstr>
      <vt:lpstr>Arial</vt:lpstr>
      <vt:lpstr>思源黑体 CN Normal</vt:lpstr>
      <vt:lpstr>MiSans Normal</vt:lpstr>
      <vt:lpstr>MiSans ExtraLight</vt:lpstr>
      <vt:lpstr>MiSans Medium</vt:lpstr>
      <vt:lpstr>MiSans</vt:lpstr>
      <vt:lpstr>等线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2026-07-08T04:58:17Z</dcterms:modified>
</cp:coreProperties>
</file>