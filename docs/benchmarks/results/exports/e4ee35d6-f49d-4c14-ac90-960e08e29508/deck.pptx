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5BC28-8D23-4C39-81D4-9872F61E060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A18ED-2B80-48B1-AAE1-A8EC8C99A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30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18ED-2B80-48B1-AAE1-A8EC8C99A4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0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18ED-2B80-48B1-AAE1-A8EC8C99A4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661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18ED-2B80-48B1-AAE1-A8EC8C99A4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699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18ED-2B80-48B1-AAE1-A8EC8C99A4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020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18ED-2B80-48B1-AAE1-A8EC8C99A4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076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18ED-2B80-48B1-AAE1-A8EC8C99A4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156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260C95-F87A-C4D6-4EFB-209296DFAA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DD55D1E-1969-4FC4-640A-17C57434D81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4D7593-389B-1452-3A6E-272A935E893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02D922-4B3D-3AC8-D200-C452306DB41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4A785C-A318-BB5F-ECF3-85902088001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D485F5-05DF-54AC-E978-18EC0505DEE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FE5FEB-5634-DFCB-4960-03A3FFB4B81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C0D7C1-56F8-E70F-548C-BC368312D73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FFA275-981A-02F2-61E3-56D8E87E176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 Demibold</vt:lpstr>
      <vt:lpstr>Arial</vt:lpstr>
      <vt:lpstr>MiSans Light</vt:lpstr>
      <vt:lpstr>思源黑体 CN Normal</vt:lpstr>
      <vt:lpstr>MiSans Normal</vt:lpstr>
      <vt:lpstr>MiSans Medium</vt:lpstr>
      <vt:lpstr>MiSans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2026-07-08T05:13:55Z</dcterms:modified>
</cp:coreProperties>
</file>