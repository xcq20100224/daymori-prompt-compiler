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449B5-219B-491A-ACC1-05C7C4A2842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4612F-22F7-4E3E-8B3B-CC1F322E03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7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4612F-22F7-4E3E-8B3B-CC1F322E03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765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4612F-22F7-4E3E-8B3B-CC1F322E03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67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4612F-22F7-4E3E-8B3B-CC1F322E03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32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4612F-22F7-4E3E-8B3B-CC1F322E03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975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4612F-22F7-4E3E-8B3B-CC1F322E03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666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4612F-22F7-4E3E-8B3B-CC1F322E03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681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0EA6A1-9089-A55E-0810-8AE66A91BDF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075294-B325-9124-8636-BDA0AAEEC5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75B699-78F0-355B-7C17-84FE5B24FB5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F00123-97F8-EA4A-93DB-B7D7565B4E1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F21EE4-EEB1-AFC8-5C5D-3825664E9C6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A4CE90-0CD2-2B76-4A43-EA487D5E290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5CB25F-410E-489A-FC04-AC63FDBC56C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296073-CC27-0E1C-1699-6A27748EDF4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3B5CD8-77B7-CAD8-B4D0-521FB9411F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2026-07-08T10:17:16Z</dcterms:modified>
</cp:coreProperties>
</file>