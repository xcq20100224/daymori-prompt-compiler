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43534-F31A-4FA4-AD3B-9EF1DF96617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C63D1-0003-4173-8131-DB3DD2C7F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92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ABTest0_1783519138351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C63D1-0003-4173-8131-DB3DD2C7F8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84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19138351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C63D1-0003-4173-8131-DB3DD2C7F8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72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8351913835 1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C63D1-0003-4173-8131-DB3DD2C7F8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809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C63D1-0003-4173-8131-DB3DD2C7F8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90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C63D1-0003-4173-8131-DB3DD2C7F8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436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C63D1-0003-4173-8131-DB3DD2C7F8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234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ABTest0_1783519138351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ABTest0_1783519138351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ABTest0_17835191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38351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C37AF97-0973-ECC9-2066-E4699EE7DE1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12B86B-3B24-856B-AFA1-3194ABC6B0E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ABTest0_1783519138351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ABTest0_1783519138351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3519138351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E27AF6-27C7-FB92-443A-2D9F70DF1FC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BE34C4-62FC-61BE-8756-0B87E2259CC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ABTest0_1783519138351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ABTest0_1783519138351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8AFF7B-6A70-641A-14E6-253F603AB16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ABTest0_1783519138351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8351913835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6C3FB9-EB4D-6A0D-4C67-CE69681B867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913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783519138351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3A1AE9-9E20-38BA-AC6D-E4AFF165B1B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3B160F-E8DC-FA84-0532-3F872AD8B1A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D6CBB6-FDE5-AB3C-92A3-41FAE0C8110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8CDBFB-2E45-AE42-DFA0-45953558AE5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9AEDD5-FDBD-0597-AACB-32327B949E1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A205DE-FE22-38F6-2867-0F621133D03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2BA89F-DDA9-E645-6F9D-A289D41254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6C247A6-CC9D-7BB5-5955-BCF7C47E4F6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2026-07-08T13:59:23Z</dcterms:modified>
</cp:coreProperties>
</file>