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1CBD3-73CF-4F47-BC97-10F666E2188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C0539-3DD1-4F76-9AB6-27F23CA0E6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318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C0539-3DD1-4F76-9AB6-27F23CA0E6F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260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C0539-3DD1-4F76-9AB6-27F23CA0E6F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179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C0539-3DD1-4F76-9AB6-27F23CA0E6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356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C0539-3DD1-4F76-9AB6-27F23CA0E6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125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C0539-3DD1-4F76-9AB6-27F23CA0E6F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25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C0539-3DD1-4F76-9AB6-27F23CA0E6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445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C0539-3DD1-4F76-9AB6-27F23CA0E6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361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C0539-3DD1-4F76-9AB6-27F23CA0E6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984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2026-07-02T05:20:10Z</dcterms:modified>
</cp:coreProperties>
</file>