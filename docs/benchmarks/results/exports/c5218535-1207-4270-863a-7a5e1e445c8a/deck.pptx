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CF135-7808-49A6-BE16-532E127049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424EE-9C4F-4322-926C-256C1790E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57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958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751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45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72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3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424EE-9C4F-4322-926C-256C1790E1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31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0CCDF0-84E8-3606-EC85-41983F8A582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AF403B-1E66-0117-CEBA-9219662C4E6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C59F91-A625-AFD1-64CE-1440C3A3515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D69DC9-FE06-A6AA-B217-5B68BDFA103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E5F88C-948D-EF7B-DDBE-6EA05978693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F5AB42-467B-CC98-472C-4EC7C4B95A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3F69A7-3469-6B73-2101-6FD8C1380E3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06150B-A869-5596-420E-366F81AD15D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C4A429-4BDD-059D-200E-F99C71FE3E4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2026-07-08T12:50:22Z</dcterms:modified>
</cp:coreProperties>
</file>