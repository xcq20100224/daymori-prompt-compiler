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1CD2AA-8567-41C5-98DD-695CC61E7FD9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525F1F-A9E9-44B2-AB0A-472522BB07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1861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用户增长策略现状结构图 图示：用户增长策略现状结构图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25F1F-A9E9-44B2-AB0A-472522BB073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4982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用户增长策略问题分层卡片 执行动作与里程碑安排， 帮助读者快速理解问题背景、 方案价值与下一步推进优先级。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25F1F-A9E9-44B2-AB0A-472522BB073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5399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25F1F-A9E9-44B2-AB0A-472522BB073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0276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25F1F-A9E9-44B2-AB0A-472522BB073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76574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方案价值与下一步推进优先级。 图示： 试点指标仪表盘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25F1F-A9E9-44B2-AB0A-472522BB073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7837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25F1F-A9E9-44B2-AB0A-472522BB073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225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用户增长策略提案汇报：强调风险可控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3818BA4-77F1-A048-6783-2E57B7B2BF7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用户增长策略提案汇报：强调风险可控 用户增长策略提案汇报：强调风险可控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用户增长策略的核心约束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61B0894-87C7-D5F2-8D3A-7C24AF7F8AE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783BBAF-9B8C-3D88-4892-D5EEF6ACA46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用户增长策略的核心约束与机会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图示：用户增长策略问题分层卡片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用户增长策略的分阶段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7986599-20B7-9DC1-FCA2-E0D2780054F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用户增长策略的分阶段落地方案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用户增长策略方案架构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阶段：定义用户增长策略的风险分级与兜底规则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灰度试点用户增长策略并监控异常告警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阶段：在风险可控前提下扩大覆盖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0956DE2-9F9A-36D6-0556-77103F76CF7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942DAD2-A6EC-820C-FC0C-0417D37DB3D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BB7F4DE-3FDA-1157-7464-58400129FD9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DD57E99-630D-A37C-1B66-02B4DF4CA0F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158473F-4CBA-38D2-560B-19C23F61D66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368</Words>
  <Application>Microsoft Office PowerPoint</Application>
  <PresentationFormat>宽屏</PresentationFormat>
  <Paragraphs>67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2026-07-09T04:44:24Z</dcterms:modified>
</cp:coreProperties>
</file>