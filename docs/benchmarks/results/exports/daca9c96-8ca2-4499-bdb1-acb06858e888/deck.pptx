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B7AF-5713-45EF-AE7D-BCC77376E49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5EC1B-1407-4B9E-86BF-8E2070FE3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01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09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766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91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859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47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5EC1B-1407-4B9E-86BF-8E2070FE32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4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9535EA-5F65-77F6-79DE-3D7136433E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9094471-03F4-BBC6-077C-90AB65487A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42882A-12F6-F015-6F0D-BDE028DF8CB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2F6D3-F525-67EB-3028-AF357C3839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AB380C-DE89-77E7-A244-F176B0CE9F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958727-4AC3-3250-2C6E-77318C05E4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CAA4DA-8CF8-B596-872F-2CD1769A01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4CF58E-B369-AEC0-0F20-C48AB641ADA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E6A933-67D5-0F7B-DEBF-CC207ADA81C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2026-07-09T04:38:56Z</dcterms:modified>
</cp:coreProperties>
</file>