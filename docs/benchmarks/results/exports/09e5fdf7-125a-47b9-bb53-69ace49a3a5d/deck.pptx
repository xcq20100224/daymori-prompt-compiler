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049DC7-417C-4C5C-ACD8-1D339855911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37A6D-6C65-4B25-8B45-3155EC82CC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0250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0852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85760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60581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2731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67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C37A6D-6C65-4B25-8B45-3155EC82CC9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1473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31D00E-5749-B680-74B0-9D5F00F4C4A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B2A797A-45C2-EA09-0CB4-80043AFBFDB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4AAFBAE-790F-5372-6723-F049156D759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98A4D47-11D8-AD62-0578-A50D0475750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F9E711D-0D00-1F7B-0B97-494388938089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2A79B02-79CC-3646-D2B1-C237186BC40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9701D8-0963-C091-88C0-0175E9CC3B6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F73FE81-11C9-4E10-E5B4-55BEB9D2404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985C553-79E6-C0D9-B98F-16A4D7E8645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Arial</vt:lpstr>
      <vt:lpstr>MiSans Demibold</vt:lpstr>
      <vt:lpstr>MiSans Light</vt:lpstr>
      <vt:lpstr>MiSans Normal</vt:lpstr>
      <vt:lpstr>MiSans Semibold</vt:lpstr>
      <vt:lpstr>等线</vt:lpstr>
      <vt:lpstr>MiSans Medium</vt:lpstr>
      <vt:lpstr>思源黑体 CN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2026-07-08T05:15:04Z</dcterms:modified>
</cp:coreProperties>
</file>