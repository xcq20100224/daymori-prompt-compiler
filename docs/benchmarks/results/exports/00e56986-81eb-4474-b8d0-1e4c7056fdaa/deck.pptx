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312A2F-261A-4E59-B071-D96FA2CD574E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AA57B-DF6A-421D-83AD-48DFEFE3B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506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新产品上市计划现状结构图 新产品上市计划现状结构图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AA57B-DF6A-421D-83AD-48DFEFE3B96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339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新产品上市计划问题分层卡片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AA57B-DF6A-421D-83AD-48DFEFE3B96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190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AA57B-DF6A-421D-83AD-48DFEFE3B96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367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AA57B-DF6A-421D-83AD-48DFEFE3B96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37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AA57B-DF6A-421D-83AD-48DFEFE3B96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459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CAA57B-DF6A-421D-83AD-48DFEFE3B96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543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新产品上市计划提案汇报：成本结构优化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0C1C79-8C84-6339-1FEF-A99538D0B71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新产品上市计划提案汇报：成本结构优化 新产品上市计划提案汇报：成本结构优化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新产品上市计划的核心约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3249531-B592-CFFA-038E-8636DEE3022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E8215E7-5A37-2F88-1492-FE69A6518EE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新产品上市计划当前问题并非单点故障，而是流程协同与质量兜底不足。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若直接大规模上线，可能引发体验波动，应先通过小范围试点验证风险边界。 图示：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图示：新产品上市计划问题分层卡片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围绕新产品上市计划应拆解“数据层、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模型层、编排层、运营层”能力缺口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新产品上市计划的分阶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BEA448-628C-AA85-313A-EA2731F13F1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新产品上市计划方案架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阶段：建立新产品上市计划成本基线与分层口径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提升新产品上市计划自动化覆盖并压降人工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建议围绕新产品上市计划建立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7553559-D231-BE87-07C1-51A730CED39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5F31B7-267B-F009-F3D7-B0B17E7BB05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7E34C1B-F9A5-AB62-C4BB-CAE65C0850F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542AE8A-AAF4-A8EE-0AF4-84061EE16BA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4B497C7-F979-832D-7448-20D4E29E896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463</Words>
  <Application>Microsoft Office PowerPoint</Application>
  <PresentationFormat>宽屏</PresentationFormat>
  <Paragraphs>75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2026-07-09T04:45:48Z</dcterms:modified>
</cp:coreProperties>
</file>