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2B6F96-AA04-4813-8F15-D20A98DDEAC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DBB5B-5CCD-410A-A8EC-90E01FB786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785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DBB5B-5CCD-410A-A8EC-90E01FB786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9002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DBB5B-5CCD-410A-A8EC-90E01FB786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1973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DBB5B-5CCD-410A-A8EC-90E01FB786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493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DBB5B-5CCD-410A-A8EC-90E01FB786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6102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DBB5B-5CCD-410A-A8EC-90E01FB786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5437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8DBB5B-5CCD-410A-A8EC-90E01FB786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733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9A8417E-C003-55F9-4314-2DF9FDD5BA2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BA345E1-3272-82BE-3D5F-581A8692B1A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7855EE8-9669-5A6C-D76F-4B3EE819F88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D16F2E-80AF-383C-D1E0-E7B56CEF5F7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12E2CB8-8A63-ACF3-A335-B245367CEB3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92D0584-9097-DC73-3872-C90098463348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4CF83D0-21A6-F323-68B7-BDDF05B506B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5C6BD4E-F2D0-2482-1B06-40536685000C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BE98A4-0193-1CD4-3193-12FB0D3E14D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2026-07-07T08:12:06Z</dcterms:modified>
</cp:coreProperties>
</file>