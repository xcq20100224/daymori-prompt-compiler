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6394C-45CB-4CB9-8AF8-172D03FF001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0F41D-8C17-4E2F-A359-CE37EA811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620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0F41D-8C17-4E2F-A359-CE37EA811E0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858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0F41D-8C17-4E2F-A359-CE37EA811E0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421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0F41D-8C17-4E2F-A359-CE37EA811E0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239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0F41D-8C17-4E2F-A359-CE37EA811E0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467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0F41D-8C17-4E2F-A359-CE37EA811E0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502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0F41D-8C17-4E2F-A359-CE37EA811E0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098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B157ACD-50D8-E57E-D409-206372C4BC8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6FC7741-FF36-58C6-5947-DC2D4658999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E8C0613-AA97-DE45-2C68-3F72D429D30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AB7108-7072-1876-FEB0-191C1D81A43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A99D6DD-CF3D-5B5C-E418-B5FA124A529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12A123-49E4-079A-9986-FA0A7948593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703ACC-5038-603A-7236-AAEF044049B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B0F4116-94CA-9797-11C6-AAC22C5E18B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C510A1A-DF7C-59C3-217C-A18D22A63F1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2026-07-08T12:20:37Z</dcterms:modified>
</cp:coreProperties>
</file>