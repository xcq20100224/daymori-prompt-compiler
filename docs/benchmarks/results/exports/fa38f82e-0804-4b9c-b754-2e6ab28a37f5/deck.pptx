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9DF66-2E5C-49CD-A771-A856C63DAD3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4CBFD-CF5D-4C97-B96C-A43A748FD7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85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4CBFD-CF5D-4C97-B96C-A43A748FD7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855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4CBFD-CF5D-4C97-B96C-A43A748FD7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091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4CBFD-CF5D-4C97-B96C-A43A748FD7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737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4CBFD-CF5D-4C97-B96C-A43A748FD7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783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4CBFD-CF5D-4C97-B96C-A43A748FD7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36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4CBFD-CF5D-4C97-B96C-A43A748FD7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259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28828F-C16E-A6CB-9271-E91D1D601AC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3B0BF3E-E3D3-4255-ADBB-5C3178B2338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E11239-1C6F-1FD7-BFA5-4578857AA9E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AACAC4-17BE-2017-DA66-D2A4B0028E4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1EE2A8-46B1-9157-A332-900581F80B5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CF3C78-00A8-C561-46E2-DC0CBB15D8F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0F7500-EE27-93E7-3504-907B4F30F64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8885246-10BD-A788-1ED2-615A2905D44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06CC45-257C-35CA-E4E3-05ACA7A3F17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Arial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2026-07-08T04:41:08Z</dcterms:modified>
</cp:coreProperties>
</file>