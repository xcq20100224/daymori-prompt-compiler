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543CC-E488-4146-89B2-E83FFA2FB5D9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F0815-0118-4AD2-84DF-09C4CB87E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502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F0815-0118-4AD2-84DF-09C4CB87EFE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710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知识库缺口、监控盲区”四类问题， 先补齐兜底机制， 再逐步扩大自动化覆盖范围。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F0815-0118-4AD2-84DF-09C4CB87EF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662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在每个关键节点设置回 退机制， 确保效率提升不以服务 质量为代价。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F0815-0118-4AD2-84DF-09C4CB87EF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751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F0815-0118-4AD2-84DF-09C4CB87EF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569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F0815-0118-4AD2-84DF-09C4CB87EF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61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F0815-0118-4AD2-84DF-09C4CB87EF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077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客服降本增效方案提案汇报：强调风险可控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9AC7AD-74CC-0B84-F3FB-068A33FEFB9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客服降本增效方案提案汇报：强调风险可控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客服降本增效方案提案汇报：强调风险可控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AA00034-D040-3E80-1D07-72824DDA97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82E43C-E1C7-8B1F-F12C-3DE09F31712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客服降本增效方案需重点拆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解“误判风险、转人工滞后、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CD7A17-B972-7B72-B586-908A2278624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建议采用“分级策略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+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人工兜底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+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实时告警”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客服降本增效方案的风险分级与兜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灰度试点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客服降本增效方案并监控异常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阶段：在风险可控前提下扩大覆盖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E48F6C-8880-8F4D-B293-DEE6B8134EC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9DCFDA-C08C-2CB0-1B0F-958D0D67D06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A36DA2-0AED-D11F-228F-D5C9A2BE4EE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838748B-7016-65A2-1821-81CB5636BE5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37E79F-B758-3D89-FDDA-800F9DF181F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515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2026-07-09T04:55:20Z</dcterms:modified>
</cp:coreProperties>
</file>