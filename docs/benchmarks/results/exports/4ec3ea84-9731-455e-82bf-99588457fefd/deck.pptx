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05430E-E6D3-4238-9007-9C078A424AA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172FB-9B8A-4885-92BC-62EAE034D8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756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17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470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810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0081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3800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172FB-9B8A-4885-92BC-62EAE034D83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513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95972E-2377-B302-3D61-08B8EF094ED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2576A01-962F-F8A6-EC2F-454BF8C20D9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F6EAA9-3993-6A0A-C51F-4FC7A1BEEC0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690F2B-73DA-4D42-ABF7-1BD160379B5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791F1E-A8C9-2419-87AF-84F805AB959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59804FA-F60F-8828-CDF5-D0E8C0EFB9C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EC0DE9-6C51-99FD-0230-FA94B66DBB3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DD04E3-EE56-C037-5843-A889EA15B4C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1A14023-8087-F946-0C8A-C7C51D18696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2026-07-08T12:35:26Z</dcterms:modified>
</cp:coreProperties>
</file>