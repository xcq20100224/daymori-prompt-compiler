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2C909-3F44-4AC9-A96F-D3C45DF1253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BF5D2-9F0B-415A-A598-F695306E0B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412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F5D2-9F0B-415A-A598-F695306E0BE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79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F5D2-9F0B-415A-A598-F695306E0BE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259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F5D2-9F0B-415A-A598-F695306E0BE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671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F5D2-9F0B-415A-A598-F695306E0BE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957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F5D2-9F0B-415A-A598-F695306E0BE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4152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F5D2-9F0B-415A-A598-F695306E0BE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25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F5D2-9F0B-415A-A598-F695306E0BE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501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BF5D2-9F0B-415A-A598-F695306E0BE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58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建立客户留存提升方案学习动机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2026-07-02T05:27:49Z</dcterms:modified>
</cp:coreProperties>
</file>