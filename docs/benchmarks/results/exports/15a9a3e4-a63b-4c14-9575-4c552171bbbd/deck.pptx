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4199A-494D-46E0-BE7F-E6C8D46822B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D3C0D-CA59-40D6-90CC-FB7EFFB131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410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D3C0D-CA59-40D6-90CC-FB7EFFB131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299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D3C0D-CA59-40D6-90CC-FB7EFFB131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900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D3C0D-CA59-40D6-90CC-FB7EFFB131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514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D3C0D-CA59-40D6-90CC-FB7EFFB131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38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D3C0D-CA59-40D6-90CC-FB7EFFB131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52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D3C0D-CA59-40D6-90CC-FB7EFFB131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078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2A418D-3245-37FC-0874-F1593C7FB9C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4F8C959-795D-B96A-56C7-5567272DDE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2A410B-D598-0F33-8191-D8E73C2B34F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CBCFE0-8E0C-F961-211B-9BD505872A6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4FBE3F-0476-B46C-906B-0D016A9F43A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44650E-C893-22FD-4CF8-A7BE6C02A2A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84F6D7-EF7E-87C4-F872-C6EFB49ECFC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CE3086-CE37-95A2-45D6-4C5003FC33B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106F76-189F-7CC6-2C7B-289095ACB2A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2026-07-07T08:38:32Z</dcterms:modified>
</cp:coreProperties>
</file>