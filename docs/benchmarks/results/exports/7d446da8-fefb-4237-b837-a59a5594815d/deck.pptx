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核心判断</c:v>
                  </c:pt>
                  <c:pt idx="1">
                    <c:v>关键证据</c:v>
                  </c:pt>
                  <c:pt idx="2">
                    <c:v>执行动作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当前流程存在重复沟通和响...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高频标准化问题</c:v>
                  </c:pt>
                  <c:pt idx="1">
                    <c:v>低频复杂问题</c:v>
                  </c:pt>
                  <c:pt idx="2">
                    <c:v>所有场景同时推进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核心问题已被结构化识别</c:v>
                  </c:pt>
                  <c:pt idx="1">
                    <c:v>方案具备分阶段落地路径</c:v>
                  </c:pt>
                  <c:pt idx="2">
                    <c:v>收益指标可持续跟踪验证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明确里程碑与负责人</c:v>
                  </c:pt>
                  <c:pt idx="1">
                    <c:v>完成试点并跟踪指标</c:v>
                  </c:pt>
                  <c:pt idx="2">
                    <c:v>复盘优化后规模化推广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17320" y="868680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1737360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2340864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944368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目标：核心要点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本页重点：核心要点；课堂抓手：核心判断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关键证据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目标：当前流程存在重复沟通和响应延迟。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本页重点：当前流程存在重复沟通和响应延迟。；课堂抓手：当前流程存在重复沟通和响应延迟。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当前流程存在重复沟通和响应延迟。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演讲备注：示例图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目标：如果目标是先降本，应该优先推进哪一类场景？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本页重点：如果目标是先降本，应该优先推进哪一类场景？；课堂抓手：高频标准化问题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高频标准化问题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低频复杂问题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所有场景同时推进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演讲备注：练习卡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目标：形成统一结论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本页重点：形成统一结论；课堂抓手：核心问题已被结构化识别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核心问题已被结构化识别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方案具备分阶段落地路径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收益指标可持续跟踪验证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演讲备注：总结图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新员工安全培训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新员工安全培训 - 培训</dc:title>
  <dc:subject>培训</dc:subject>
  <dc:creator>Daymori</dc:creator>
  <cp:lastModifiedBy>Daymori</cp:lastModifiedBy>
  <cp:revision>1</cp:revision>
  <dcterms:created xsi:type="dcterms:W3CDTF">2026-07-06T01:02:36Z</dcterms:created>
  <dcterms:modified xsi:type="dcterms:W3CDTF">2026-07-06T01:02:36Z</dcterms:modified>
</cp:coreProperties>
</file>