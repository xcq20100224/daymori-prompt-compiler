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176742-17CF-4814-9521-F99BB6D60757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D4B639-BE73-4E5B-B82D-29FF24D86C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21576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D4B639-BE73-4E5B-B82D-29FF24D86CD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4028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运营层”能力缺口， 先打通知识与工单系统， 再优化策略引擎与反馈学习流程。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D4B639-BE73-4E5B-B82D-29FF24D86CD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49062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执行动作与里程碑安排， 帮助读者快速理解问题 背景、 方案价值与下一步推进 优先级。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D4B639-BE73-4E5B-B82D-29FF24D86CD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30930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 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D4B639-BE73-4E5B-B82D-29FF24D86CD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68720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D4B639-BE73-4E5B-B82D-29FF24D86CDF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05848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D4B639-BE73-4E5B-B82D-29FF24D86CDF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16608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客服降本增效方案提案汇报：成本结构优化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64EB63C-1833-0691-7B5E-AF598F5AE349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客服降本增效方案提案汇报：成本结构优化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客服降本增效方案提案汇报：成本结构优化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D9DAF8DD-B0E9-A633-F023-9C8F3D74C016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C2AC8519-9816-D812-1AA0-1693CB204053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客服降本增效方案当前问题并非单点故障，而是流程协同与质量兜底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不足。若直接大规模上线，可能引发体验波动，应先通过小范围试点验证风险边界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客服降本增效方案应拆解“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数据层、模型层、编排层、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ADE829D-55EE-BEAA-DA53-A5DC8CB012F7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本页提供可直接用于汇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报的业务说明，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系统覆盖场景现状、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关键判断、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阶段：建立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客服降本增效方案成本基线与分层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客服降本增效方案自动化覆盖并压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阶段：按成本收益曲线持续优化投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案建立收益看板，至少覆盖单次服务成本、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一次解决率、平均响应时长与满意度，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按周复盘并动态调整资源投入。 图示：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68435B9-1A29-58B5-07B7-A251B8E81B76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CD8D737-7CD8-00F1-118C-49C7781E34D2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BB64628-48E9-A401-DCD8-DD9EEC2B84E7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41B9771-78F7-B0EE-64CA-D47B35815F69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E4F064B-BAAB-37B0-411D-851E45C3C548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604</Words>
  <Application>Microsoft Office PowerPoint</Application>
  <PresentationFormat>宽屏</PresentationFormat>
  <Paragraphs>80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MiSans Normal</vt:lpstr>
      <vt:lpstr>MiSans Medium</vt:lpstr>
      <vt:lpstr>等线 Light</vt:lpstr>
      <vt:lpstr>MiSans ExtraLight</vt:lpstr>
      <vt:lpstr>Arial</vt:lpstr>
      <vt:lpstr>MiSans Semibold</vt:lpstr>
      <vt:lpstr>MiSans</vt:lpstr>
      <vt:lpstr>MiSans Demibold</vt:lpstr>
      <vt:lpstr>等线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2026-07-09T04:38:41Z</dcterms:modified>
</cp:coreProperties>
</file>