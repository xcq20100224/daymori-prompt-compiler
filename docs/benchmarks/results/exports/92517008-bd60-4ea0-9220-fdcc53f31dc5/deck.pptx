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3F3667-E32D-4362-BE68-E1F00FCD668C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146AF2-CDAE-4B41-AEB9-8874FE51F2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9224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核心</a:t>
            </a:r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46AF2-CDAE-4B41-AEB9-8874FE51F2A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87948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ABTest1_1783519260466</a:t>
            </a:r>
            <a:r>
              <a:rPr lang="zh-CN" altLang="en-US"/>
              <a:t>现状结构图 效率与可持续性将同步承压，需要先完成问题分层与优先级重排。 图示： </a:t>
            </a:r>
            <a:r>
              <a:rPr lang="en-US" altLang="zh-CN"/>
              <a:t>ABTest1_1783519260466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46AF2-CDAE-4B41-AEB9-8874FE51F2A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6120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ABTest1_1783519260466</a:t>
            </a:r>
            <a:r>
              <a:rPr lang="zh-CN" altLang="en-US"/>
              <a:t>问题分层卡片 义、流程协同、 执行能力与反馈闭环四个层面。 先聚焦高频高影响环节， 再逐步覆盖复杂场景， 可显著降低试点风险。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46AF2-CDAE-4B41-AEB9-8874FE51F2A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08106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ABTest1_1783519260466</a:t>
            </a:r>
            <a:r>
              <a:rPr lang="zh-CN" altLang="en-US"/>
              <a:t>方案架构图 验证”三层架构， 先完成基线与关键能力 建设， 再通过迭代机制优化质 量， 形成可复制的执行闭环。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46AF2-CDAE-4B41-AEB9-8874FE51F2A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70550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46AF2-CDAE-4B41-AEB9-8874FE51F2A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772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46AF2-CDAE-4B41-AEB9-8874FE51F2A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16393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46AF2-CDAE-4B41-AEB9-8874FE51F2A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7879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ABTest1_1783519260466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ABTest1_1783519260466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提案汇报 内容由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ABTest1_178</a:t>
            </a:r>
          </a:p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3519260466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的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C424FFC-4C80-ACC0-A82C-A6747A2D66F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ABTest1_1783519260466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当前在目标达成、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资源配置与执行路径上存在明显瓶颈。若继续沿用现有方式，成本、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ABTest1_17835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19260466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问题分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ABTest1_178351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9260466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可将问题拆为目标定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ABTest1_17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8351926046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6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…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8351926046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6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8351926046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6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ABTest1_178351926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ABTest1_178351926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ABTest1_1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783519260466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5C45DFB-6719-E233-B0E5-53508BFF498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5A76DDB-A9B3-A881-E413-307BAB0B5C2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B3BA38F-F191-4E6F-8149-B1C25333D7C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BEE650B-E91B-B926-C39B-26EBBF99D6F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6405F3C-B12E-E983-902B-745935BD124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439</Words>
  <Application>Microsoft Office PowerPoint</Application>
  <PresentationFormat>宽屏</PresentationFormat>
  <Paragraphs>84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Arial</vt:lpstr>
      <vt:lpstr>MiSans Medium</vt:lpstr>
      <vt:lpstr>MiSans Normal</vt:lpstr>
      <vt:lpstr>等线</vt:lpstr>
      <vt:lpstr>等线 Light</vt:lpstr>
      <vt:lpstr>MiSans</vt:lpstr>
      <vt:lpstr>MiSans Demibold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2026-07-08T14:02:00Z</dcterms:modified>
</cp:coreProperties>
</file>