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10A64-1B5C-4A6F-9243-5F2CFD2D0B5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2BC73-4A86-4644-A69F-1449C0C17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0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65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50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482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50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9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2BC73-4A86-4644-A69F-1449C0C171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708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972CF6-0C6F-7036-AAF2-82E6C54DA9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C19C0E-8A8A-B7FD-10D1-4BD2DD7103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EC5E84B-12AE-36CD-EDFF-66F7C76B56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87150A-0D28-4D2C-D992-25E8C7842CC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C79625-C8C5-27B5-CD4D-F01465F081D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CD24A5-7C5D-71BE-FFBD-5258B0A2E67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AA176A-3836-EEBB-6D05-47FFE5E07A1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FB186A-43D1-617A-D30E-BA98C1BE12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CDFA3A-ACF2-7041-2583-EE0B5953805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2026-07-08T10:15:06Z</dcterms:modified>
</cp:coreProperties>
</file>