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4E29C1-0671-4D81-A923-8AC3C20AF555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4BD5C-B17F-430D-9614-340E673528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271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BD5C-B17F-430D-9614-340E6735281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433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BD5C-B17F-430D-9614-340E6735281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3401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BD5C-B17F-430D-9614-340E6735281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3157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BD5C-B17F-430D-9614-340E6735281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94608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BD5C-B17F-430D-9614-340E6735281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1880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F4BD5C-B17F-430D-9614-340E6735281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693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5786C80-5840-63DB-F252-8F9942794C9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6D0641E-CC6E-51DA-2A99-E106E2688A2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543529-A449-FA0F-B02A-540F90E28A8B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D073EBE-7084-21FE-5522-81A300D2B56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425036D-C4AB-A8D8-3190-8986F15B8F58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2339C21-5865-B738-07B2-504B387DA7F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3CCBE77-BB36-E55D-DB7A-BE8675909136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42E8EC-AD8C-8380-6C1D-FAFB44DF690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E70848E-2CBF-7163-2CE3-30DEEBF014A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2026-07-08T12:34:49Z</dcterms:modified>
</cp:coreProperties>
</file>