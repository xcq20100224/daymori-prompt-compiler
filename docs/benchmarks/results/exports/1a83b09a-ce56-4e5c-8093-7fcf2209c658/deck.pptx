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C6FAB-E70B-43D7-8879-08E8E9DC5A4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AAACF-7929-4B64-B629-B2C7690034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37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AAACF-7929-4B64-B629-B2C7690034E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57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AAACF-7929-4B64-B629-B2C7690034E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363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AAACF-7929-4B64-B629-B2C7690034E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634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AAACF-7929-4B64-B629-B2C7690034E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785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AAACF-7929-4B64-B629-B2C7690034E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228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AAACF-7929-4B64-B629-B2C7690034E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596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905C9B-4185-B07D-9A10-E06FC8947E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F8FC7F-8EF7-37CB-6BE9-3BC5FC5DCC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00414C-E598-8626-DDE5-92DF3D84C94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1C4167-50AF-1567-1AF4-B62410B12E1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39F40D-698F-68D9-555C-708126F31BC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628D95-3710-D2A2-625C-4709312021C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7AC7DC-68E0-9079-939A-FD8D11B791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095988-ADF2-A9A7-DA2F-9EE6FC9E40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043C99-2E41-D400-D68A-7AF7E44D2F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2026-07-08T12:33:02Z</dcterms:modified>
</cp:coreProperties>
</file>