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B355F8-09CB-46D9-8598-31794C8058F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55F97-1E5E-4A65-8F72-92D98D0173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349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55F97-1E5E-4A65-8F72-92D98D0173D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30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55F97-1E5E-4A65-8F72-92D98D0173D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28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55F97-1E5E-4A65-8F72-92D98D0173D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633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55F97-1E5E-4A65-8F72-92D98D0173D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788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55F97-1E5E-4A65-8F72-92D98D0173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731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955F97-1E5E-4A65-8F72-92D98D0173D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0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4C6D06-2954-42D7-33DE-34EE022A378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04A4E55-B497-90AE-B6E4-1F76351BEC3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FBC9B42-6EBA-7127-A7F0-FDF4F3843D9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9AA463-9FAA-7057-2A97-5D9EFE55E45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CC76B2-44F4-8FC2-24FB-D14FB29C43A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AC1465-7959-4487-BCB1-3AD9E3E4F2D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4C23F4-F9E4-0312-3F12-8AECE35BD26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505D5E0-AAE8-30CA-A1A2-831AF016EE5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F70513D-C41E-6AAA-3330-6455561BB22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等线</vt:lpstr>
      <vt:lpstr>MiSans Light</vt:lpstr>
      <vt:lpstr>等线 Light</vt:lpstr>
      <vt:lpstr>MiSans Semibold</vt:lpstr>
      <vt:lpstr>Arial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2026-07-08T11:46:22Z</dcterms:modified>
</cp:coreProperties>
</file>