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2C10C-766B-4BDD-B5E2-ACF599C3149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4CF4C-0F79-4A6B-B119-F26F7F7A0D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166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4CF4C-0F79-4A6B-B119-F26F7F7A0DC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446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4CF4C-0F79-4A6B-B119-F26F7F7A0DC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129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4CF4C-0F79-4A6B-B119-F26F7F7A0DC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971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4CF4C-0F79-4A6B-B119-F26F7F7A0DC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338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4CF4C-0F79-4A6B-B119-F26F7F7A0DC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77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4CF4C-0F79-4A6B-B119-F26F7F7A0DC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770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C9844FD-8010-E002-65DA-AD6F0F84CE1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FEDB1B8-0E74-C3F4-2A28-4F481C7B562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111E3E3-50B2-800B-DDD8-3592F0C4914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646466E-DD1A-06E3-BB4F-834C1A7D82C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02164D-E007-9F92-B6EB-179C652A06A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232A8E-2AA8-5584-EE0D-9EBBC2BEFC2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076919-F71E-EDEF-C9CC-7CCF794230A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86C3E43-FAE3-A4A4-7D7E-34063836880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BD8C241-C062-A187-FD87-BB2989D0455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F945EB0-D912-B303-262C-DC0D1C17606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1B90D65-864A-D8B3-E2AA-A731767C536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63477F8-7521-6101-A26D-88AA26CDEA7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B236301-C342-CBAD-2DB0-53AEAF63A57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70CD7BF-A15F-65A9-2E27-88D1B0D8799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AB2BA85-6279-D532-BB83-02557894E05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思源黑体 CN Normal</vt:lpstr>
      <vt:lpstr>等线 Light</vt:lpstr>
      <vt:lpstr>MiSans Normal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2026-07-08T14:17:31Z</dcterms:modified>
</cp:coreProperties>
</file>