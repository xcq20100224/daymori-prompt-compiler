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642DF-0647-4500-A750-7CC8DC787269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1A022-B844-4270-8474-10AD22D8B4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88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79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584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97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05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05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234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147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A022-B844-4270-8474-10AD22D8B4F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74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建立供应链降本计划学习动机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2026-07-02T05:27:43Z</dcterms:modified>
</cp:coreProperties>
</file>