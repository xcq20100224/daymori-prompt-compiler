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E04E5-98ED-4A17-AD20-BE0D204F045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7FBDB-2BCD-464F-8A0E-9DEBD6003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15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233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144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50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489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57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FBDB-2BCD-464F-8A0E-9DEBD6003B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066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D379BD-C6B9-7616-90BE-E1AF75645C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B88A980-D394-1016-2F25-9DD7BC9E68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C61A95-E12C-CBF2-83DE-B9F44311BB8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876576-B8BD-E48C-873B-DA7E20A60C6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5EE819-7BB2-D37C-9B26-0C038AA91D7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91BE41-93B9-1FBE-3F6F-D7D0F757F1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9F4747-A691-5DB3-4753-B333AEE738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BDF581-3DF2-3971-F23A-738C00A167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5A51AF-767F-DAAF-3B65-0EAFA2DE1D4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Arial</vt:lpstr>
      <vt:lpstr>等线</vt:lpstr>
      <vt:lpstr>等线 Light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2026-07-08T05:14:23Z</dcterms:modified>
</cp:coreProperties>
</file>