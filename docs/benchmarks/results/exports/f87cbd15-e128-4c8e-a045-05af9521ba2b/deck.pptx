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68FF1-5369-4AD3-A8B4-5976F83B50E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FF223-BF5A-4F50-9C71-E62FAB15AA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448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FF223-BF5A-4F50-9C71-E62FAB15AA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860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FF223-BF5A-4F50-9C71-E62FAB15AA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269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FF223-BF5A-4F50-9C71-E62FAB15AA5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165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FF223-BF5A-4F50-9C71-E62FAB15AA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06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FF223-BF5A-4F50-9C71-E62FAB15AA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258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FF223-BF5A-4F50-9C71-E62FAB15AA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214BF4-D0C6-A0A6-A479-CC5FE640B00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81F322E-1158-4D5F-CFBC-D290671689B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721F98-C9E0-78D9-D04D-08334AA24F9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162559-8282-1882-0211-C4E6C624917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A3C3A5-B4DC-DA29-25CC-EB6E9E7736F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617C2C-2335-07E5-995C-2BE955C3900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6F5948-067E-3359-DE3E-2BF15B94049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DF7677-2877-D291-46E1-63E34A3995E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2EDFBC-0435-9040-E5EB-BB344810926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2026-07-08T12:14:03Z</dcterms:modified>
</cp:coreProperties>
</file>