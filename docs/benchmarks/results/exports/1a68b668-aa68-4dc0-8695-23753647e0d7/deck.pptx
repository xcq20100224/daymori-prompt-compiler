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FB27-35CC-46DE-899B-53015749F74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617A-3156-464E-87C5-68731E03A0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03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9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465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687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555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364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617A-3156-464E-87C5-68731E03A0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435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3EC004-18E0-2B51-2864-88E4D6D085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102BCF-28B7-BC0F-967E-6F08753129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CC657B-CE9D-8DD2-27B8-1ED9164F709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B24D8C-405D-CF8B-58ED-A322C0BEB8B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D2559F-D0E9-831E-E401-4154DB2D0C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6D0C1F-0D08-0A0B-427C-C0D16E8389B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6F7751-0BB2-3952-128E-CFC9FBC27AA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2C71D4-6E71-C694-1CC3-AC4084BDC8B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663FB9-E980-07A4-9B2B-DA4F60A2478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2026-07-08T10:23:28Z</dcterms:modified>
</cp:coreProperties>
</file>