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770E0-6B68-4FA9-A24E-B7FA8377BAC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38C63-E155-42B9-B608-FE68A322A0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471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38C63-E155-42B9-B608-FE68A322A0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382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38C63-E155-42B9-B608-FE68A322A0B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792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38C63-E155-42B9-B608-FE68A322A0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253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38C63-E155-42B9-B608-FE68A322A0B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090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38C63-E155-42B9-B608-FE68A322A0B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470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38C63-E155-42B9-B608-FE68A322A0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670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38C63-E155-42B9-B608-FE68A322A0B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661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38C63-E155-42B9-B608-FE68A322A0B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958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建立酸碱中和反应学习动机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2026-07-02T05:26:15Z</dcterms:modified>
</cp:coreProperties>
</file>