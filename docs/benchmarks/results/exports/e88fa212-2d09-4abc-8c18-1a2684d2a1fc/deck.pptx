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2EC87-9D43-4162-8A24-7B5D3EEBB4B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9FCDD-B13E-4741-80FD-84A5DC1722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948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9FCDD-B13E-4741-80FD-84A5DC1722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081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9FCDD-B13E-4741-80FD-84A5DC1722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988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9FCDD-B13E-4741-80FD-84A5DC1722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974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9FCDD-B13E-4741-80FD-84A5DC1722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702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9FCDD-B13E-4741-80FD-84A5DC1722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903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9FCDD-B13E-4741-80FD-84A5DC1722A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09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94CDDF-65F0-1C0E-E73E-5BF0A962DDB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CC67B13-2CC0-1F2C-6184-E2AC08C5BB5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ADE4B5-FE5C-2DA6-FE74-03A4B1DBA17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90A4DD-A9FD-54A4-D401-0ACFBED0941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A562E3-B7C8-3BB1-6BCC-9E412E294C6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1BE9AE-DE5C-65FC-5B87-813F294B2F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C679C9-2026-8312-FDDF-469185A0229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13CD712-0451-C4AA-D515-FC796F9B2D0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5F7E03-E5DE-5E97-1296-0A43FDD4274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等线</vt:lpstr>
      <vt:lpstr>MiSans ExtraLight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2026-07-08T13:15:42Z</dcterms:modified>
</cp:coreProperties>
</file>