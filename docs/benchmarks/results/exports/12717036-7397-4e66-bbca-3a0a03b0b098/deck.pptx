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D3EB7-3D65-4EE6-A7C8-BA094526FC7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7B173-39C7-42D6-9B83-78D3592CCF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764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7B173-39C7-42D6-9B83-78D3592CCF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426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7B173-39C7-42D6-9B83-78D3592CCF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318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7B173-39C7-42D6-9B83-78D3592CCF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073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7B173-39C7-42D6-9B83-78D3592CCF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91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7B173-39C7-42D6-9B83-78D3592CCF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86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7B173-39C7-42D6-9B83-78D3592CCF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60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EB7016-752E-6CA3-B7D8-1B22FF52C1F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C3EA38F-5E24-1B8D-2B4A-F49242E69C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47CBCF-A58B-EB3E-4594-8195638DA34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9DFC56-E187-254A-E450-14B5BE5F7A7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2ADFF2-F690-CFC3-821A-3060AA9A679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DF9569-C365-10C5-DF8E-2F253EA329B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256B64-0BF1-01EE-A699-6F015CC8926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AAEED1-7AF9-0A43-451B-A9D7DB3D92D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D2224C-A11B-B4D0-00A7-BA8D9252966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2026-07-08T12:41:43Z</dcterms:modified>
</cp:coreProperties>
</file>