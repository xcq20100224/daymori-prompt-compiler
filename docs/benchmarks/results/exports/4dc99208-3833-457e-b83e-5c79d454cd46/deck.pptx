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FAC963-5D7B-47A1-83B3-6488B1A165B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B0E54-2C76-4E10-9B4E-072A33EB1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19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B0E54-2C76-4E10-9B4E-072A33EB111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309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B0E54-2C76-4E10-9B4E-072A33EB111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778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B0E54-2C76-4E10-9B4E-072A33EB111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60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B0E54-2C76-4E10-9B4E-072A33EB111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7032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B0E54-2C76-4E10-9B4E-072A33EB111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661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B0E54-2C76-4E10-9B4E-072A33EB111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471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D3E0601-1306-1E9A-11C6-3853916C38D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15C509F-1E80-2F4C-C3CE-EC5C87A9DC4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AC2226-7C21-652F-382C-79189420C1A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1EED6D2-F0F1-082C-2A98-EA4B9DFEBF2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D9E0F04-064E-3778-3B06-ED21B728F6B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7074043-8D23-0208-1D04-27A18955387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FEF04E5-3AF5-75D7-FC6A-33986E9847E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EFFAA5E-676F-047C-CBE0-3E40035EFD6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30E4761-ED47-6A72-F533-477208650B9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Light</vt:lpstr>
      <vt:lpstr>等线</vt:lpstr>
      <vt:lpstr>MiSans Medium</vt:lpstr>
      <vt:lpstr>等线 Light</vt:lpstr>
      <vt:lpstr>Arial</vt:lpstr>
      <vt:lpstr>MiSans Semibold</vt:lpstr>
      <vt:lpstr>思源黑体 CN Normal</vt:lpstr>
      <vt:lpstr>MiSans</vt:lpstr>
      <vt:lpstr>MiSans Demibold</vt:lpstr>
      <vt:lpstr>MiSans Normal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2026-07-08T12:00:58Z</dcterms:modified>
</cp:coreProperties>
</file>