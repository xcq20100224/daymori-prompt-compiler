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10EE7-1492-4E59-8FDF-A468309A83E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04218-E728-40CC-AC30-5009A4EA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10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736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813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968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84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07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309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70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04218-E728-40CC-AC30-5009A4EA9E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337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8C63B8-26CF-7F10-670D-D5AC26ED39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Light</vt:lpstr>
      <vt:lpstr>思源黑体 CN Normal</vt:lpstr>
      <vt:lpstr>等线</vt:lpstr>
      <vt:lpstr>Arial</vt:lpstr>
      <vt:lpstr>MiSans Normal</vt:lpstr>
      <vt:lpstr>MiSans ExtraLight</vt:lpstr>
      <vt:lpstr>MiSans Medium</vt:lpstr>
      <vt:lpstr>MiSans</vt:lpstr>
      <vt:lpstr>MiSans Demibold</vt:lpstr>
      <vt:lpstr>等线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2026-07-02T08:06:47Z</dcterms:modified>
</cp:coreProperties>
</file>