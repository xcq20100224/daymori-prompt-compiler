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DD66E-3A76-4C6B-B15E-0F573BF033A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4ACCF-0861-4DF6-A049-00E99AB4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58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2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058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37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904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97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4ACCF-0861-4DF6-A049-00E99AB4FE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05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BC6A0D-9A34-B421-1289-629E02F91A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D9FBA4-533D-42C7-EBFA-DE9B82A99F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C97B55-E6A3-CD42-2CED-E5CCFBB5481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3895E6-762D-978A-A7D4-DD899186AE0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CD2981-F281-33BE-1953-8E53FA4C889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070CFA-3A51-E48C-CC01-50D988CE12D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35209E-4F1B-5CC5-F58D-FBACE5DCBF7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B068F9-1507-48BE-D254-9766D1EED97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D5DA2C-DD10-8E13-CB61-CAB8AF90B51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2026-07-08T12:20:23Z</dcterms:modified>
</cp:coreProperties>
</file>