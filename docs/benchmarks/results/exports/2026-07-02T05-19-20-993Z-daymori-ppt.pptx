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5039-0C08-4E62-B668-6F793B0A078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F1BE9-76C5-4FC5-B749-4B7B9DA24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3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505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415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103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73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004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423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16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F1BE9-76C5-4FC5-B749-4B7B9DA24E2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84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2026-07-02T05:19:20Z</dcterms:modified>
</cp:coreProperties>
</file>