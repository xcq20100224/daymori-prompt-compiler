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15A93-E7A0-47C4-ABF9-D46581CF6A4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26030-A542-4FA2-BD6C-3E3960C346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67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咖啡店选址方案现状结构图 先级重排。 图示：咖啡店选址方案现状结构图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26030-A542-4FA2-BD6C-3E3960C3462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037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26030-A542-4FA2-BD6C-3E3960C346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909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26030-A542-4FA2-BD6C-3E3960C346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446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26030-A542-4FA2-BD6C-3E3960C346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89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26030-A542-4FA2-BD6C-3E3960C346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552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26030-A542-4FA2-BD6C-3E3960C346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718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咖啡店选址方案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咖啡店选址方案提案汇报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2E18CB-30A2-70C8-55B2-EDA06F8B974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咖啡店选址方案提案汇报 咖啡店选址方案提案汇报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咖啡店选址方案的核心约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C12BA1C-6A2E-BD15-6181-9E0629684FD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1E355D-E17C-BCF5-F3C6-F689704ADFD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咖啡店选址方案当前在目标达成、资源配置与执行路径上存在明显瓶颈。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图示：咖啡店选址方案问题分层卡片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围绕咖啡店选址方案可将问题拆为目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咖啡店选址方案的分阶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0508CC-4835-A1D6-DD45-17D837595C3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咖啡店选址方案方案建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咖啡店选址方案方案架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阶段：明确咖啡店选址方案目标与边界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完成咖啡店选址方案试点并跟踪关键指标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建议围绕咖啡店选址方案建立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7EC5DF-8A2D-E7AB-6173-EE554729B5A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C2427A-C449-D5CF-743E-B3CC29DB9C6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58AE15-0F51-81BD-76FF-1E0246B8CAE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36BA3D4-5DD8-BBCC-B879-496A4EF83A7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98E282-5767-CFE5-940E-3AB7367C2B1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等线</vt:lpstr>
      <vt:lpstr>MiSans Light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2026-07-08T11:18:40Z</dcterms:modified>
</cp:coreProperties>
</file>