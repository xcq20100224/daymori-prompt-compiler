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FCEC3-18F0-4C4C-9F7B-42BF6FB1256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2CBCA-FD25-4674-8278-0A7DBEF7B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33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2CBCA-FD25-4674-8278-0A7DBEF7BF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925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2CBCA-FD25-4674-8278-0A7DBEF7BF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494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2CBCA-FD25-4674-8278-0A7DBEF7BFD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53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2CBCA-FD25-4674-8278-0A7DBEF7BFD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155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2CBCA-FD25-4674-8278-0A7DBEF7BFD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557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2CBCA-FD25-4674-8278-0A7DBEF7BFD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94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902850-3A2B-2D29-C7AA-A705484F855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A01FCC6-12C7-4AD1-CA70-ECB0453BC5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F57AF0-B738-2BB5-A15A-2BB483B675E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91B1F7-3491-DAC3-C658-78E2D7FDCBA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E1EF60-7F19-BCBA-0AB6-07543624049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BBEB9A-4352-24A0-97E4-650CB5710CB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379545-8580-F317-22A3-6804180A0CD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361414-5DF8-C3D8-1261-32D90A82DB9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2D8F5B-B66B-EDAF-09E8-2B5257C0AA6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2026-07-08T12:28:53Z</dcterms:modified>
</cp:coreProperties>
</file>