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697D9-8773-4DB9-8198-AEDB20B0775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01C3D-2D91-4169-8505-062F6A7F1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43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01C3D-2D91-4169-8505-062F6A7F144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911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01C3D-2D91-4169-8505-062F6A7F144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661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01C3D-2D91-4169-8505-062F6A7F14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13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01C3D-2D91-4169-8505-062F6A7F144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028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01C3D-2D91-4169-8505-062F6A7F144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543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01C3D-2D91-4169-8505-062F6A7F144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427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708CD0-7523-C929-CFF8-4ADC1456DAA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2B1ECE8-24BE-F24C-DF1B-22A06667D2B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0041B4-5DAB-FD62-ACAC-EC1081B7DE4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C2016D-880C-9EFB-904F-0BA84C36599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83814B-E64D-20FA-5354-89C417247AA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ACF302-7C6D-7040-D81B-589080711D6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1EDB09-C557-532C-853C-D9EECA203B2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167C90-198D-B456-E89E-28EF17BE331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BB5B4E-80AE-5A87-22DA-F3839C4D3A9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2026-07-07T08:51:09Z</dcterms:modified>
</cp:coreProperties>
</file>