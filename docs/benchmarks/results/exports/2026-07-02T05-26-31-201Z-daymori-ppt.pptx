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9AF5A9-585F-4257-8E52-003D9327C49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633C1-605E-4D6B-B2ED-0E9F7F4FA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26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633C1-605E-4D6B-B2ED-0E9F7F4FA12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603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633C1-605E-4D6B-B2ED-0E9F7F4FA12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970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633C1-605E-4D6B-B2ED-0E9F7F4FA12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947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633C1-605E-4D6B-B2ED-0E9F7F4FA12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321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633C1-605E-4D6B-B2ED-0E9F7F4FA12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2574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633C1-605E-4D6B-B2ED-0E9F7F4FA12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972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633C1-605E-4D6B-B2ED-0E9F7F4FA12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895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633C1-605E-4D6B-B2ED-0E9F7F4FA12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815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建立光合作用学习动机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247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2026-07-02T05:26:30Z</dcterms:modified>
</cp:coreProperties>
</file>