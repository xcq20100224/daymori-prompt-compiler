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48C1F-BC5A-43E3-ABD0-2161A025A75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A1815-2221-4E44-877B-AB20696DD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1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A1815-2221-4E44-877B-AB20696DD77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66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A1815-2221-4E44-877B-AB20696DD7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435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A1815-2221-4E44-877B-AB20696DD77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18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A1815-2221-4E44-877B-AB20696DD77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409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A1815-2221-4E44-877B-AB20696DD77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17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A1815-2221-4E44-877B-AB20696DD77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241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C2FA9E-73C2-FFA5-5EF2-B71158CB11D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495FB0-B32C-5DEA-88E5-390E0B88C8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5DA467C-568A-06D1-4663-1B88568C48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3F5FF1-46B6-FA08-71D8-C8BD6C4CE0A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ED9805-9911-9554-773F-35E51F0F1B3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9E7CB9-293A-8FAF-31F9-A6F00C86734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401111-0CEB-360C-AA9F-68F7DC1A46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8696BC-4584-EBE5-EDA3-1F1A297E023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A94300-3AF7-727A-DA3E-95149355FDF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2026-07-09T02:43:34Z</dcterms:modified>
</cp:coreProperties>
</file>