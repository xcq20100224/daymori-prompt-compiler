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  <p:sldId id="262" r:id="rId12"/>
    <p:sldId id="1254" r:id="rId13"/>
    <p:sldId id="1289" r:id="rId14"/>
    <p:sldId id="564" r:id="rId15"/>
    <p:sldId id="263" r:id="rId16"/>
    <p:sldId id="1341" r:id="rId17"/>
    <p:sldId id="663" r:id="rId18"/>
    <p:sldId id="362" r:id="rId19"/>
    <p:sldId id="669" r:id="rId20"/>
    <p:sldId id="264" r:id="rId21"/>
  </p:sldIdLst>
  <p:sldSz cx="12192000" cy="6858000"/>
  <p:notesSz cx="6858000" cy="9144000"/>
  <p:embeddedFontLst>
    <p:embeddedFont>
      <p:font typeface="MiSans" panose="02010600030101010101" charset="-122"/>
      <p:regular r:id="rId23"/>
      <p:bold r:id="rId24"/>
    </p:embeddedFont>
    <p:embeddedFont>
      <p:font typeface="MiSans Demibold" panose="02010600030101010101" charset="-122"/>
      <p:bold r:id="rId25"/>
    </p:embeddedFont>
    <p:embeddedFont>
      <p:font typeface="MiSans ExtraLight" panose="02010600030101010101" charset="-122"/>
      <p:regular r:id="rId26"/>
    </p:embeddedFont>
    <p:embeddedFont>
      <p:font typeface="MiSans Light" panose="02010600030101010101" charset="-122"/>
      <p:regular r:id="rId27"/>
    </p:embeddedFont>
    <p:embeddedFont>
      <p:font typeface="MiSans Medium" panose="02010600030101010101" charset="-122"/>
      <p:regular r:id="rId28"/>
    </p:embeddedFont>
    <p:embeddedFont>
      <p:font typeface="MiSans Normal" panose="02010600030101010101" charset="-122"/>
      <p:regular r:id="rId29"/>
    </p:embeddedFont>
    <p:embeddedFont>
      <p:font typeface="MiSans Semibold" panose="02010600030101010101" charset="-122"/>
      <p:bold r:id="rId30"/>
    </p:embeddedFont>
    <p:embeddedFont>
      <p:font typeface="等线" panose="02010600030101010101" pitchFamily="2" charset="-122"/>
      <p:regular r:id="rId31"/>
      <p:bold r:id="rId32"/>
    </p:embeddedFont>
    <p:embeddedFont>
      <p:font typeface="等线 Light" panose="02010600030101010101" pitchFamily="2" charset="-122"/>
      <p:regular r:id="rId3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9A86DA-5580-44C8-BF70-59FB41512F1B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B89BB3-E54C-46F9-813C-53F0154350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05613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行动：先看导入问题，再完成分层练习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B89BB3-E54C-46F9-813C-53F0154350C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97034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B89BB3-E54C-46F9-813C-53F0154350C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58871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行动：先回答导入问题再进入新知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B89BB3-E54C-46F9-813C-53F0154350C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31228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B89BB3-E54C-46F9-813C-53F0154350C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58711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B89BB3-E54C-46F9-813C-53F0154350C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5033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B89BB3-E54C-46F9-813C-53F0154350C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96665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行动：按表格记录</a:t>
            </a:r>
            <a:r>
              <a:rPr lang="en-US" altLang="zh-CN"/>
              <a:t>3</a:t>
            </a:r>
            <a:r>
              <a:rPr lang="zh-CN" altLang="en-US"/>
              <a:t>组数据并画趋势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B89BB3-E54C-46F9-813C-53F0154350C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4500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说明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B89BB3-E54C-46F9-813C-53F0154350C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08691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B89BB3-E54C-46F9-813C-53F0154350C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73879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B89BB3-E54C-46F9-813C-53F0154350CB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86223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行动：独立完成同型题并核对单位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B89BB3-E54C-46F9-813C-53F0154350CB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74210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B89BB3-E54C-46F9-813C-53F0154350CB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87129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B89BB3-E54C-46F9-813C-53F0154350CB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99295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B89BB3-E54C-46F9-813C-53F0154350CB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19827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行动：规范书写并与同伴互评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B89BB3-E54C-46F9-813C-53F0154350CB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5235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证据：基础题目标正确率</a:t>
            </a:r>
            <a:r>
              <a:rPr lang="en-US" altLang="zh-CN"/>
              <a:t>80%</a:t>
            </a:r>
            <a:r>
              <a:rPr lang="zh-CN" altLang="en-US"/>
              <a:t>，提升题</a:t>
            </a:r>
            <a:r>
              <a:rPr lang="en-US" altLang="zh-CN"/>
              <a:t>60% • </a:t>
            </a:r>
            <a:r>
              <a:rPr lang="zh-CN" altLang="en-US"/>
              <a:t>行动：按分层作业巩固并拓展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B89BB3-E54C-46F9-813C-53F0154350CB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26601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行动：用思维导图复述本课内容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B89BB3-E54C-46F9-813C-53F0154350CB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291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B89BB3-E54C-46F9-813C-53F0154350CB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63908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B89BB3-E54C-46F9-813C-53F0154350CB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86403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行动：复盘错题并预习下节内容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B89BB3-E54C-46F9-813C-53F0154350CB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80706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1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tags" Target="../tags/tag21.xml"/><Relationship Id="rId18" Type="http://schemas.openxmlformats.org/officeDocument/2006/relationships/tags" Target="../tags/tag26.xml"/><Relationship Id="rId26" Type="http://schemas.openxmlformats.org/officeDocument/2006/relationships/tags" Target="../tags/tag34.xml"/><Relationship Id="rId3" Type="http://schemas.openxmlformats.org/officeDocument/2006/relationships/tags" Target="../tags/tag11.xml"/><Relationship Id="rId21" Type="http://schemas.openxmlformats.org/officeDocument/2006/relationships/tags" Target="../tags/tag29.xml"/><Relationship Id="rId7" Type="http://schemas.openxmlformats.org/officeDocument/2006/relationships/tags" Target="../tags/tag15.xml"/><Relationship Id="rId12" Type="http://schemas.openxmlformats.org/officeDocument/2006/relationships/tags" Target="../tags/tag20.xml"/><Relationship Id="rId17" Type="http://schemas.openxmlformats.org/officeDocument/2006/relationships/tags" Target="../tags/tag25.xml"/><Relationship Id="rId25" Type="http://schemas.openxmlformats.org/officeDocument/2006/relationships/tags" Target="../tags/tag33.xml"/><Relationship Id="rId33" Type="http://schemas.openxmlformats.org/officeDocument/2006/relationships/notesSlide" Target="../notesSlides/notesSlide18.xml"/><Relationship Id="rId2" Type="http://schemas.openxmlformats.org/officeDocument/2006/relationships/tags" Target="../tags/tag10.xml"/><Relationship Id="rId16" Type="http://schemas.openxmlformats.org/officeDocument/2006/relationships/tags" Target="../tags/tag24.xml"/><Relationship Id="rId20" Type="http://schemas.openxmlformats.org/officeDocument/2006/relationships/tags" Target="../tags/tag28.xml"/><Relationship Id="rId29" Type="http://schemas.openxmlformats.org/officeDocument/2006/relationships/tags" Target="../tags/tag37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11" Type="http://schemas.openxmlformats.org/officeDocument/2006/relationships/tags" Target="../tags/tag19.xml"/><Relationship Id="rId24" Type="http://schemas.openxmlformats.org/officeDocument/2006/relationships/tags" Target="../tags/tag32.xml"/><Relationship Id="rId32" Type="http://schemas.openxmlformats.org/officeDocument/2006/relationships/slideLayout" Target="../slideLayouts/slideLayout7.xml"/><Relationship Id="rId5" Type="http://schemas.openxmlformats.org/officeDocument/2006/relationships/tags" Target="../tags/tag13.xml"/><Relationship Id="rId15" Type="http://schemas.openxmlformats.org/officeDocument/2006/relationships/tags" Target="../tags/tag23.xml"/><Relationship Id="rId23" Type="http://schemas.openxmlformats.org/officeDocument/2006/relationships/tags" Target="../tags/tag31.xml"/><Relationship Id="rId28" Type="http://schemas.openxmlformats.org/officeDocument/2006/relationships/tags" Target="../tags/tag36.xml"/><Relationship Id="rId10" Type="http://schemas.openxmlformats.org/officeDocument/2006/relationships/tags" Target="../tags/tag18.xml"/><Relationship Id="rId19" Type="http://schemas.openxmlformats.org/officeDocument/2006/relationships/tags" Target="../tags/tag27.xml"/><Relationship Id="rId31" Type="http://schemas.openxmlformats.org/officeDocument/2006/relationships/tags" Target="../tags/tag39.xml"/><Relationship Id="rId4" Type="http://schemas.openxmlformats.org/officeDocument/2006/relationships/tags" Target="../tags/tag12.xml"/><Relationship Id="rId9" Type="http://schemas.openxmlformats.org/officeDocument/2006/relationships/tags" Target="../tags/tag17.xml"/><Relationship Id="rId14" Type="http://schemas.openxmlformats.org/officeDocument/2006/relationships/tags" Target="../tags/tag22.xml"/><Relationship Id="rId22" Type="http://schemas.openxmlformats.org/officeDocument/2006/relationships/tags" Target="../tags/tag30.xml"/><Relationship Id="rId27" Type="http://schemas.openxmlformats.org/officeDocument/2006/relationships/tags" Target="../tags/tag35.xml"/><Relationship Id="rId30" Type="http://schemas.openxmlformats.org/officeDocument/2006/relationships/tags" Target="../tags/tag38.xml"/><Relationship Id="rId8" Type="http://schemas.openxmlformats.org/officeDocument/2006/relationships/tags" Target="../tags/tag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封面：牛顿第二定律课堂讲解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建立课堂主题与学习目标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结论：本课围绕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F=ma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完成探究与应用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证据：学习目标包含概念、实验、计算三维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360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目录与学习路径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2D165B09-4A6F-4E1A-05A8-F0F1321AC83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目录与学习路径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DC99444-B8D0-F84E-2676-A8F285406662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明确</a:t>
            </a:r>
            <a:r>
              <a:rPr lang="en-US" altLang="zh-CN" sz="1000"/>
              <a:t>5</a:t>
            </a:r>
            <a:r>
              <a:rPr lang="zh-CN" altLang="en-US" sz="1000"/>
              <a:t>个教学章节和课堂节奏 明确</a:t>
            </a:r>
            <a:r>
              <a:rPr lang="en-US" altLang="zh-CN" sz="1000"/>
              <a:t>5</a:t>
            </a:r>
            <a:r>
              <a:rPr lang="zh-CN" altLang="en-US" sz="1000"/>
              <a:t>个教学章节和课堂节奏 </a:t>
            </a:r>
            <a:r>
              <a:rPr lang="en-US" altLang="zh-CN" sz="1000"/>
              <a:t>• </a:t>
            </a:r>
            <a:r>
              <a:rPr lang="zh-CN" altLang="en-US" sz="1000"/>
              <a:t>结论：按引入</a:t>
            </a:r>
            <a:r>
              <a:rPr lang="en-US" altLang="zh-CN" sz="1000"/>
              <a:t>-</a:t>
            </a:r>
            <a:r>
              <a:rPr lang="zh-CN" altLang="en-US" sz="1000"/>
              <a:t>探究</a:t>
            </a:r>
            <a:r>
              <a:rPr lang="en-US" altLang="zh-CN" sz="1000"/>
              <a:t>-</a:t>
            </a:r>
            <a:r>
              <a:rPr lang="zh-CN" altLang="en-US" sz="1000"/>
              <a:t>应用</a:t>
            </a:r>
            <a:r>
              <a:rPr lang="en-US" altLang="zh-CN" sz="1000"/>
              <a:t>-</a:t>
            </a:r>
            <a:r>
              <a:rPr lang="zh-CN" altLang="en-US" sz="1000"/>
              <a:t>反馈</a:t>
            </a:r>
            <a:r>
              <a:rPr lang="en-US" altLang="zh-CN" sz="1000"/>
              <a:t>-</a:t>
            </a:r>
            <a:r>
              <a:rPr lang="zh-CN" altLang="en-US" sz="1000"/>
              <a:t>总结推进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证据：每章有对应任务与达成标准</a:t>
            </a:r>
            <a:r>
              <a:rPr lang="en-US" altLang="zh-CN" sz="1000"/>
              <a:t>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引发学生对力和运动关系的思考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结论：仅有速度概念不足以解释受力变化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证据：生活场景中同物体受不同推力加速度不同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一、问题引入与知识回顾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导入：从生活现象出发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E7B7236-BAC5-7241-EBCE-6C9FB03D730D}"/>
              </a:ext>
            </a:extLst>
          </p:cNvPr>
          <p:cNvSpPr txBox="1"/>
          <p:nvPr/>
        </p:nvSpPr>
        <p:spPr>
          <a:xfrm>
            <a:off x="1219200" y="445632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用案例建立合力与加速度关系 用案例建立合力与加速度关系 </a:t>
            </a:r>
            <a:r>
              <a:rPr lang="en-US" altLang="zh-CN" sz="1000"/>
              <a:t>• </a:t>
            </a:r>
            <a:r>
              <a:rPr lang="zh-CN" altLang="en-US" sz="1000"/>
              <a:t>结论：物体加速源于合力不为零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证据：同质量车受推力</a:t>
            </a:r>
            <a:r>
              <a:rPr lang="en-US" altLang="zh-CN" sz="1000"/>
              <a:t>2N</a:t>
            </a:r>
            <a:r>
              <a:rPr lang="zh-CN" altLang="en-US" sz="1000"/>
              <a:t>与</a:t>
            </a:r>
            <a:r>
              <a:rPr lang="en-US" altLang="zh-CN" sz="1000"/>
              <a:t>4N</a:t>
            </a:r>
            <a:r>
              <a:rPr lang="zh-CN" altLang="en-US" sz="1000"/>
              <a:t>时</a:t>
            </a:r>
            <a:r>
              <a:rPr lang="en-US" altLang="zh-CN" sz="1000"/>
              <a:t>a</a:t>
            </a:r>
            <a:r>
              <a:rPr lang="zh-CN" altLang="en-US" sz="1000"/>
              <a:t>约成倍变化</a:t>
            </a:r>
            <a:r>
              <a:rPr lang="en-US" altLang="zh-CN" sz="1000"/>
              <a:t>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复习：牛顿第一定律与加速度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EFC8896-98AE-16B1-2861-B98956FABEE6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连接旧知并过渡到第二定律 连接旧知并过渡到第二定律 </a:t>
            </a:r>
            <a:r>
              <a:rPr lang="en-US" altLang="zh-CN" sz="1000"/>
              <a:t>• </a:t>
            </a:r>
            <a:r>
              <a:rPr lang="zh-CN" altLang="en-US" sz="1000"/>
              <a:t>结论：第一定律说明无合力时匀速或静止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证据：加速度定义</a:t>
            </a:r>
            <a:r>
              <a:rPr lang="en-US" altLang="zh-CN" sz="1000"/>
              <a:t>a=Δv/Δt</a:t>
            </a:r>
            <a:r>
              <a:rPr lang="zh-CN" altLang="en-US" sz="1000"/>
              <a:t>并与方向相关</a:t>
            </a:r>
            <a:r>
              <a:rPr lang="en-US" altLang="zh-CN" sz="1000"/>
              <a:t>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二、实验探究与定律发现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C919D7E-C0C1-7246-2221-44BDF4E95289}"/>
              </a:ext>
            </a:extLst>
          </p:cNvPr>
          <p:cNvSpPr txBox="1"/>
          <p:nvPr/>
        </p:nvSpPr>
        <p:spPr>
          <a:xfrm>
            <a:off x="1219200" y="187360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建立实验驱动的定律发现路径 建立实验驱动的定律发现路径 </a:t>
            </a:r>
            <a:r>
              <a:rPr lang="en-US" altLang="zh-CN" sz="1000"/>
              <a:t>• </a:t>
            </a:r>
            <a:r>
              <a:rPr lang="zh-CN" altLang="en-US" sz="1000"/>
              <a:t>结论：实验是验证</a:t>
            </a:r>
            <a:r>
              <a:rPr lang="en-US" altLang="zh-CN" sz="1000"/>
              <a:t>F</a:t>
            </a:r>
            <a:r>
              <a:rPr lang="zh-CN" altLang="en-US" sz="1000"/>
              <a:t>与</a:t>
            </a:r>
            <a:r>
              <a:rPr lang="en-US" altLang="zh-CN" sz="1000"/>
              <a:t>a</a:t>
            </a:r>
            <a:r>
              <a:rPr lang="zh-CN" altLang="en-US" sz="1000"/>
              <a:t>关系的关键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证据：控制变量可排除质量或力的干扰</a:t>
            </a:r>
            <a:r>
              <a:rPr lang="en-US" altLang="zh-CN" sz="1000"/>
              <a:t>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理解加速度与力、质量的定量关系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结论：质量定时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与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成正比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从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1N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到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3N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时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0.5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增至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1.5m/s²...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实验探究：控制变量法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定律推导：从数据到公式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从图像与数据归纳数学关系 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实验支持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F=ma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的线性关系</a:t>
            </a:r>
          </a:p>
          <a:p>
            <a:pPr>
              <a:lnSpc>
                <a:spcPct val="150000"/>
              </a:lnSpc>
            </a:pP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证据：力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-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加速度图近似过原点直线</a:t>
            </a:r>
          </a:p>
          <a:p>
            <a:pPr>
              <a:lnSpc>
                <a:spcPct val="150000"/>
              </a:lnSpc>
            </a:pP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行动：根据数据写出比例关系并口头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公式详解：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F=ma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的深度理解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72BFFE6-7E69-41F3-38BE-F816FF8B9D39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掌握公式变形与单位意义 掌握公式变形与单位意义 </a:t>
            </a:r>
            <a:r>
              <a:rPr lang="en-US" altLang="zh-CN" sz="1000"/>
              <a:t>• </a:t>
            </a:r>
            <a:r>
              <a:rPr lang="zh-CN" altLang="en-US" sz="1000"/>
              <a:t>结论：</a:t>
            </a:r>
            <a:r>
              <a:rPr lang="en-US" altLang="zh-CN" sz="1000"/>
              <a:t>F=ma</a:t>
            </a:r>
            <a:r>
              <a:rPr lang="zh-CN" altLang="en-US" sz="1000"/>
              <a:t>、</a:t>
            </a:r>
            <a:r>
              <a:rPr lang="en-US" altLang="zh-CN" sz="1000"/>
              <a:t>a=F/m</a:t>
            </a:r>
            <a:r>
              <a:rPr lang="zh-CN" altLang="en-US" sz="1000"/>
              <a:t>、</a:t>
            </a:r>
            <a:r>
              <a:rPr lang="en-US" altLang="zh-CN" sz="1000"/>
              <a:t>m=F/a</a:t>
            </a:r>
            <a:r>
              <a:rPr lang="zh-CN" altLang="en-US" sz="1000"/>
              <a:t>三式等价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证据：当</a:t>
            </a:r>
            <a:r>
              <a:rPr lang="en-US" altLang="zh-CN" sz="1000"/>
              <a:t>F=12N,m=3kg</a:t>
            </a:r>
            <a:r>
              <a:rPr lang="zh-CN" altLang="en-US" sz="1000"/>
              <a:t>时</a:t>
            </a:r>
            <a:r>
              <a:rPr lang="en-US" altLang="zh-CN" sz="1000"/>
              <a:t>a=4m/s²...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三、例题应用：从理论到计算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71CC0D7-B49A-1A48-F70F-71128669BF33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进入标准解题流程与建模 进入标准解题流程与建模 </a:t>
            </a:r>
            <a:r>
              <a:rPr lang="en-US" altLang="zh-CN" sz="1000"/>
              <a:t>• </a:t>
            </a:r>
            <a:r>
              <a:rPr lang="zh-CN" altLang="en-US" sz="1000"/>
              <a:t>结论：先受力分析后列式是核心流程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证据：流程为选对象</a:t>
            </a:r>
            <a:r>
              <a:rPr lang="en-US" altLang="zh-CN" sz="1000"/>
              <a:t>-</a:t>
            </a:r>
            <a:r>
              <a:rPr lang="zh-CN" altLang="en-US" sz="1000"/>
              <a:t>画图</a:t>
            </a:r>
            <a:r>
              <a:rPr lang="en-US" altLang="zh-CN" sz="1000"/>
              <a:t>-</a:t>
            </a:r>
            <a:r>
              <a:rPr lang="zh-CN" altLang="en-US" sz="1000"/>
              <a:t>定正向</a:t>
            </a:r>
            <a:r>
              <a:rPr lang="en-US" altLang="zh-CN" sz="1000"/>
              <a:t>-</a:t>
            </a:r>
            <a:r>
              <a:rPr lang="zh-CN" altLang="en-US" sz="1000"/>
              <a:t>列合力</a:t>
            </a:r>
            <a:r>
              <a:rPr lang="en-US" altLang="zh-CN" sz="1000"/>
              <a:t>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 nodePh="1">
                                  <p:stCondLst>
                                    <p:cond delay="220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2804875" y="2449763"/>
            <a:ext cx="6582251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例题</a:t>
            </a:r>
            <a:r>
              <a:rPr lang="en-US" altLang="zh-CN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1</a:t>
            </a: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：水平面受力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掌握标准代入与单位检查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结论：求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时先算合力再除以质量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合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=9N,m=1.5kg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得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a=6m/s²...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例题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：水平面受力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03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5321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51233600-666F-D516-F95C-81B89D38C677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6DB8ABD-52A2-6406-4F14-8C7E11DFA971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39188C4-2A44-59C3-F7B2-2BAE6DF09D0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2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：斜面与摩擦力综合</a:t>
            </a:r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82E8E0C8-3B8B-42E0-B14A-F2522CC41D88}"/>
              </a:ext>
            </a:extLst>
          </p:cNvPr>
          <p:cNvSpPr/>
          <p:nvPr/>
        </p:nvSpPr>
        <p:spPr>
          <a:xfrm>
            <a:off x="1419488" y="1664968"/>
            <a:ext cx="3059278" cy="1712912"/>
          </a:xfrm>
          <a:custGeom>
            <a:avLst/>
            <a:gdLst>
              <a:gd name="connsiteX0" fmla="*/ 0 w 3059278"/>
              <a:gd name="connsiteY0" fmla="*/ 0 h 1712912"/>
              <a:gd name="connsiteX1" fmla="*/ 3059278 w 3059278"/>
              <a:gd name="connsiteY1" fmla="*/ 0 h 1712912"/>
              <a:gd name="connsiteX2" fmla="*/ 3059278 w 3059278"/>
              <a:gd name="connsiteY2" fmla="*/ 1712912 h 1712912"/>
              <a:gd name="connsiteX3" fmla="*/ 0 w 3059278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8" h="1712912">
                <a:moveTo>
                  <a:pt x="0" y="0"/>
                </a:moveTo>
                <a:lnTo>
                  <a:pt x="3059278" y="0"/>
                </a:lnTo>
                <a:lnTo>
                  <a:pt x="3059278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3"/>
            <a:srcRect/>
            <a:stretch>
              <a:fillRect t="-96988" b="-96988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1A4E031A-0A66-4CCA-9DD3-1570C3EA617A}"/>
              </a:ext>
            </a:extLst>
          </p:cNvPr>
          <p:cNvSpPr/>
          <p:nvPr/>
        </p:nvSpPr>
        <p:spPr>
          <a:xfrm>
            <a:off x="4566361" y="1664968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4"/>
            <a:srcRect/>
            <a:stretch>
              <a:fillRect t="-83950" b="-8395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D475DF1F-FAA9-47B0-9BAE-46309748ABF3}"/>
              </a:ext>
            </a:extLst>
          </p:cNvPr>
          <p:cNvSpPr/>
          <p:nvPr/>
        </p:nvSpPr>
        <p:spPr>
          <a:xfrm>
            <a:off x="7713234" y="1664968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5"/>
            <a:srcRect/>
            <a:stretch>
              <a:fillRect t="-49963" b="-49963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136AD6D0-5AD0-4D68-A8BA-EF7EC171AD7D}"/>
              </a:ext>
            </a:extLst>
          </p:cNvPr>
          <p:cNvSpPr/>
          <p:nvPr/>
        </p:nvSpPr>
        <p:spPr>
          <a:xfrm>
            <a:off x="1419488" y="3480120"/>
            <a:ext cx="3059278" cy="1712912"/>
          </a:xfrm>
          <a:custGeom>
            <a:avLst/>
            <a:gdLst>
              <a:gd name="connsiteX0" fmla="*/ 0 w 3059278"/>
              <a:gd name="connsiteY0" fmla="*/ 0 h 1712912"/>
              <a:gd name="connsiteX1" fmla="*/ 3059278 w 3059278"/>
              <a:gd name="connsiteY1" fmla="*/ 0 h 1712912"/>
              <a:gd name="connsiteX2" fmla="*/ 3059278 w 3059278"/>
              <a:gd name="connsiteY2" fmla="*/ 1712912 h 1712912"/>
              <a:gd name="connsiteX3" fmla="*/ 0 w 3059278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8" h="1712912">
                <a:moveTo>
                  <a:pt x="0" y="0"/>
                </a:moveTo>
                <a:lnTo>
                  <a:pt x="3059278" y="0"/>
                </a:lnTo>
                <a:lnTo>
                  <a:pt x="3059278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6"/>
            <a:srcRect/>
            <a:stretch>
              <a:fillRect t="-83772" b="-8377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6DAECD4-3C52-DA4C-B538-B5C8F89AE3E8}"/>
              </a:ext>
            </a:extLst>
          </p:cNvPr>
          <p:cNvSpPr/>
          <p:nvPr/>
        </p:nvSpPr>
        <p:spPr>
          <a:xfrm>
            <a:off x="4566361" y="3480120"/>
            <a:ext cx="3059278" cy="17129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" panose="00000500000000000000" pitchFamily="2" charset="-122"/>
              <a:ea typeface="MiSans" panose="00000500000000000000" pitchFamily="2" charset="-122"/>
              <a:sym typeface="MiSans" panose="00000500000000000000" pitchFamily="2" charset="-122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446DBBB3-63DD-41C8-9B34-D397B4BEA145}"/>
              </a:ext>
            </a:extLst>
          </p:cNvPr>
          <p:cNvSpPr/>
          <p:nvPr/>
        </p:nvSpPr>
        <p:spPr>
          <a:xfrm>
            <a:off x="7713234" y="3480120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7"/>
            <a:srcRect/>
            <a:stretch>
              <a:fillRect t="-61625" b="-6162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23036E9-EF59-9048-90D7-D23508749FB2}"/>
              </a:ext>
            </a:extLst>
          </p:cNvPr>
          <p:cNvSpPr txBox="1"/>
          <p:nvPr/>
        </p:nvSpPr>
        <p:spPr>
          <a:xfrm>
            <a:off x="4879320" y="3790272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F214A21-777C-F24F-8C55-66FB48166F20}"/>
              </a:ext>
            </a:extLst>
          </p:cNvPr>
          <p:cNvSpPr txBox="1"/>
          <p:nvPr/>
        </p:nvSpPr>
        <p:spPr>
          <a:xfrm>
            <a:off x="4705350" y="4251937"/>
            <a:ext cx="2781300" cy="33938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200" dirty="0">
              <a:solidFill>
                <a:schemeClr val="bg1"/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0799F01-8A79-C143-8160-AE62B0310D45}"/>
              </a:ext>
            </a:extLst>
          </p:cNvPr>
          <p:cNvSpPr txBox="1"/>
          <p:nvPr/>
        </p:nvSpPr>
        <p:spPr>
          <a:xfrm>
            <a:off x="1419488" y="5503184"/>
            <a:ext cx="9353024" cy="33938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A9F1043-EF7D-1872-0047-0182CE3D1876}"/>
              </a:ext>
            </a:extLst>
          </p:cNvPr>
          <p:cNvSpPr txBox="1"/>
          <p:nvPr/>
        </p:nvSpPr>
        <p:spPr>
          <a:xfrm>
            <a:off x="1219200" y="40462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能在多力情境下正确列方程 能在多力情境下正确列方程 </a:t>
            </a:r>
            <a:r>
              <a:rPr lang="en-US" altLang="zh-CN" sz="1000"/>
              <a:t>• </a:t>
            </a:r>
            <a:r>
              <a:rPr lang="zh-CN" altLang="en-US" sz="1000"/>
              <a:t>结论：加速度由合力决定而非单个拉力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</a:t>
            </a:r>
            <a:r>
              <a:rPr lang="en-US" altLang="zh-CN" sz="1000"/>
              <a:t>F</a:t>
            </a:r>
            <a:r>
              <a:rPr lang="zh-CN" altLang="en-US" sz="1000"/>
              <a:t>拉</a:t>
            </a:r>
            <a:r>
              <a:rPr lang="en-US" altLang="zh-CN" sz="1000"/>
              <a:t>10N,f=4N,m=2kg</a:t>
            </a:r>
            <a:r>
              <a:rPr lang="zh-CN" altLang="en-US" sz="1000"/>
              <a:t>时</a:t>
            </a:r>
            <a:r>
              <a:rPr lang="en-US" altLang="zh-CN" sz="1000"/>
              <a:t>a=3m/s²...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1749597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6" grpId="0" animBg="1"/>
      <p:bldP spid="20" grpId="0" animBg="1"/>
      <p:bldP spid="12" grpId="0"/>
      <p:bldP spid="13" grpId="0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6915C8B2-DBF8-82BE-8018-DE5D5F577C4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DEDB28C-BDC2-F228-2060-804F24BC8EB7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F3317E0-11C0-9F9D-E1C6-B321076A2106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四、互动练习与即时反馈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BF84D0C1-B331-1AD4-40C8-DB577CDA884D}"/>
              </a:ext>
            </a:extLst>
          </p:cNvPr>
          <p:cNvGrpSpPr/>
          <p:nvPr/>
        </p:nvGrpSpPr>
        <p:grpSpPr>
          <a:xfrm>
            <a:off x="3802894" y="3469652"/>
            <a:ext cx="1262871" cy="1267295"/>
            <a:chOff x="3802894" y="3469652"/>
            <a:chExt cx="1262871" cy="1267295"/>
          </a:xfrm>
        </p:grpSpPr>
        <p:sp>
          <p:nvSpPr>
            <p:cNvPr id="2" name="椭圆 1">
              <a:extLst>
                <a:ext uri="{FF2B5EF4-FFF2-40B4-BE49-F238E27FC236}">
                  <a16:creationId xmlns:a16="http://schemas.microsoft.com/office/drawing/2014/main" id="{EBEDA83D-30A1-8943-AA6F-B534ACE20F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2894" y="3469652"/>
              <a:ext cx="1262871" cy="1267295"/>
            </a:xfrm>
            <a:prstGeom prst="ellipse">
              <a:avLst/>
            </a:prstGeom>
            <a:solidFill>
              <a:schemeClr val="accent1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1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AE7D774D-4959-C540-BFEA-BF2F9B10F40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83864" y="3831421"/>
              <a:ext cx="500927" cy="543756"/>
            </a:xfrm>
            <a:custGeom>
              <a:avLst/>
              <a:gdLst>
                <a:gd name="T0" fmla="*/ 228 w 228"/>
                <a:gd name="T1" fmla="*/ 172 h 247"/>
                <a:gd name="T2" fmla="*/ 207 w 228"/>
                <a:gd name="T3" fmla="*/ 247 h 247"/>
                <a:gd name="T4" fmla="*/ 193 w 228"/>
                <a:gd name="T5" fmla="*/ 186 h 247"/>
                <a:gd name="T6" fmla="*/ 214 w 228"/>
                <a:gd name="T7" fmla="*/ 172 h 247"/>
                <a:gd name="T8" fmla="*/ 200 w 228"/>
                <a:gd name="T9" fmla="*/ 118 h 247"/>
                <a:gd name="T10" fmla="*/ 177 w 228"/>
                <a:gd name="T11" fmla="*/ 104 h 247"/>
                <a:gd name="T12" fmla="*/ 228 w 228"/>
                <a:gd name="T13" fmla="*/ 133 h 247"/>
                <a:gd name="T14" fmla="*/ 0 w 228"/>
                <a:gd name="T15" fmla="*/ 172 h 247"/>
                <a:gd name="T16" fmla="*/ 21 w 228"/>
                <a:gd name="T17" fmla="*/ 247 h 247"/>
                <a:gd name="T18" fmla="*/ 35 w 228"/>
                <a:gd name="T19" fmla="*/ 186 h 247"/>
                <a:gd name="T20" fmla="*/ 14 w 228"/>
                <a:gd name="T21" fmla="*/ 172 h 247"/>
                <a:gd name="T22" fmla="*/ 28 w 228"/>
                <a:gd name="T23" fmla="*/ 118 h 247"/>
                <a:gd name="T24" fmla="*/ 51 w 228"/>
                <a:gd name="T25" fmla="*/ 104 h 247"/>
                <a:gd name="T26" fmla="*/ 0 w 228"/>
                <a:gd name="T27" fmla="*/ 133 h 247"/>
                <a:gd name="T28" fmla="*/ 149 w 228"/>
                <a:gd name="T29" fmla="*/ 82 h 247"/>
                <a:gd name="T30" fmla="*/ 93 w 228"/>
                <a:gd name="T31" fmla="*/ 78 h 247"/>
                <a:gd name="T32" fmla="*/ 67 w 228"/>
                <a:gd name="T33" fmla="*/ 96 h 247"/>
                <a:gd name="T34" fmla="*/ 65 w 228"/>
                <a:gd name="T35" fmla="*/ 106 h 247"/>
                <a:gd name="T36" fmla="*/ 67 w 228"/>
                <a:gd name="T37" fmla="*/ 170 h 247"/>
                <a:gd name="T38" fmla="*/ 79 w 228"/>
                <a:gd name="T39" fmla="*/ 184 h 247"/>
                <a:gd name="T40" fmla="*/ 85 w 228"/>
                <a:gd name="T41" fmla="*/ 247 h 247"/>
                <a:gd name="T42" fmla="*/ 99 w 228"/>
                <a:gd name="T43" fmla="*/ 174 h 247"/>
                <a:gd name="T44" fmla="*/ 93 w 228"/>
                <a:gd name="T45" fmla="*/ 174 h 247"/>
                <a:gd name="T46" fmla="*/ 79 w 228"/>
                <a:gd name="T47" fmla="*/ 160 h 247"/>
                <a:gd name="T48" fmla="*/ 79 w 228"/>
                <a:gd name="T49" fmla="*/ 106 h 247"/>
                <a:gd name="T50" fmla="*/ 135 w 228"/>
                <a:gd name="T51" fmla="*/ 92 h 247"/>
                <a:gd name="T52" fmla="*/ 149 w 228"/>
                <a:gd name="T53" fmla="*/ 106 h 247"/>
                <a:gd name="T54" fmla="*/ 144 w 228"/>
                <a:gd name="T55" fmla="*/ 171 h 247"/>
                <a:gd name="T56" fmla="*/ 130 w 228"/>
                <a:gd name="T57" fmla="*/ 174 h 247"/>
                <a:gd name="T58" fmla="*/ 128 w 228"/>
                <a:gd name="T59" fmla="*/ 247 h 247"/>
                <a:gd name="T60" fmla="*/ 142 w 228"/>
                <a:gd name="T61" fmla="*/ 187 h 247"/>
                <a:gd name="T62" fmla="*/ 150 w 228"/>
                <a:gd name="T63" fmla="*/ 184 h 247"/>
                <a:gd name="T64" fmla="*/ 163 w 228"/>
                <a:gd name="T65" fmla="*/ 160 h 247"/>
                <a:gd name="T66" fmla="*/ 163 w 228"/>
                <a:gd name="T67" fmla="*/ 104 h 247"/>
                <a:gd name="T68" fmla="*/ 81 w 228"/>
                <a:gd name="T69" fmla="*/ 33 h 247"/>
                <a:gd name="T70" fmla="*/ 147 w 228"/>
                <a:gd name="T71" fmla="*/ 33 h 247"/>
                <a:gd name="T72" fmla="*/ 81 w 228"/>
                <a:gd name="T73" fmla="*/ 33 h 247"/>
                <a:gd name="T74" fmla="*/ 114 w 228"/>
                <a:gd name="T75" fmla="*/ 52 h 247"/>
                <a:gd name="T76" fmla="*/ 114 w 228"/>
                <a:gd name="T77" fmla="*/ 14 h 247"/>
                <a:gd name="T78" fmla="*/ 190 w 228"/>
                <a:gd name="T79" fmla="*/ 92 h 247"/>
                <a:gd name="T80" fmla="*/ 190 w 228"/>
                <a:gd name="T81" fmla="*/ 26 h 247"/>
                <a:gd name="T82" fmla="*/ 190 w 228"/>
                <a:gd name="T83" fmla="*/ 92 h 247"/>
                <a:gd name="T84" fmla="*/ 209 w 228"/>
                <a:gd name="T85" fmla="*/ 59 h 247"/>
                <a:gd name="T86" fmla="*/ 171 w 228"/>
                <a:gd name="T87" fmla="*/ 59 h 247"/>
                <a:gd name="T88" fmla="*/ 71 w 228"/>
                <a:gd name="T89" fmla="*/ 59 h 247"/>
                <a:gd name="T90" fmla="*/ 5 w 228"/>
                <a:gd name="T91" fmla="*/ 59 h 247"/>
                <a:gd name="T92" fmla="*/ 71 w 228"/>
                <a:gd name="T93" fmla="*/ 59 h 247"/>
                <a:gd name="T94" fmla="*/ 38 w 228"/>
                <a:gd name="T95" fmla="*/ 40 h 247"/>
                <a:gd name="T96" fmla="*/ 38 w 228"/>
                <a:gd name="T97" fmla="*/ 7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28" h="247">
                  <a:moveTo>
                    <a:pt x="228" y="133"/>
                  </a:moveTo>
                  <a:cubicBezTo>
                    <a:pt x="228" y="172"/>
                    <a:pt x="228" y="172"/>
                    <a:pt x="228" y="172"/>
                  </a:cubicBezTo>
                  <a:cubicBezTo>
                    <a:pt x="228" y="185"/>
                    <a:pt x="219" y="196"/>
                    <a:pt x="207" y="199"/>
                  </a:cubicBezTo>
                  <a:cubicBezTo>
                    <a:pt x="207" y="247"/>
                    <a:pt x="207" y="247"/>
                    <a:pt x="207" y="247"/>
                  </a:cubicBezTo>
                  <a:cubicBezTo>
                    <a:pt x="193" y="247"/>
                    <a:pt x="193" y="247"/>
                    <a:pt x="193" y="247"/>
                  </a:cubicBezTo>
                  <a:cubicBezTo>
                    <a:pt x="193" y="186"/>
                    <a:pt x="193" y="186"/>
                    <a:pt x="193" y="186"/>
                  </a:cubicBezTo>
                  <a:cubicBezTo>
                    <a:pt x="200" y="186"/>
                    <a:pt x="200" y="186"/>
                    <a:pt x="200" y="186"/>
                  </a:cubicBezTo>
                  <a:cubicBezTo>
                    <a:pt x="208" y="186"/>
                    <a:pt x="214" y="180"/>
                    <a:pt x="214" y="172"/>
                  </a:cubicBezTo>
                  <a:cubicBezTo>
                    <a:pt x="214" y="133"/>
                    <a:pt x="214" y="133"/>
                    <a:pt x="214" y="133"/>
                  </a:cubicBezTo>
                  <a:cubicBezTo>
                    <a:pt x="214" y="125"/>
                    <a:pt x="208" y="118"/>
                    <a:pt x="200" y="118"/>
                  </a:cubicBezTo>
                  <a:cubicBezTo>
                    <a:pt x="177" y="118"/>
                    <a:pt x="177" y="118"/>
                    <a:pt x="177" y="118"/>
                  </a:cubicBezTo>
                  <a:cubicBezTo>
                    <a:pt x="177" y="104"/>
                    <a:pt x="177" y="104"/>
                    <a:pt x="177" y="104"/>
                  </a:cubicBezTo>
                  <a:cubicBezTo>
                    <a:pt x="200" y="104"/>
                    <a:pt x="200" y="104"/>
                    <a:pt x="200" y="104"/>
                  </a:cubicBezTo>
                  <a:cubicBezTo>
                    <a:pt x="215" y="104"/>
                    <a:pt x="228" y="117"/>
                    <a:pt x="228" y="133"/>
                  </a:cubicBezTo>
                  <a:close/>
                  <a:moveTo>
                    <a:pt x="0" y="133"/>
                  </a:moveTo>
                  <a:cubicBezTo>
                    <a:pt x="0" y="172"/>
                    <a:pt x="0" y="172"/>
                    <a:pt x="0" y="172"/>
                  </a:cubicBezTo>
                  <a:cubicBezTo>
                    <a:pt x="0" y="185"/>
                    <a:pt x="9" y="196"/>
                    <a:pt x="21" y="199"/>
                  </a:cubicBezTo>
                  <a:cubicBezTo>
                    <a:pt x="21" y="247"/>
                    <a:pt x="21" y="247"/>
                    <a:pt x="21" y="247"/>
                  </a:cubicBezTo>
                  <a:cubicBezTo>
                    <a:pt x="35" y="247"/>
                    <a:pt x="35" y="247"/>
                    <a:pt x="35" y="247"/>
                  </a:cubicBezTo>
                  <a:cubicBezTo>
                    <a:pt x="35" y="186"/>
                    <a:pt x="35" y="186"/>
                    <a:pt x="35" y="186"/>
                  </a:cubicBezTo>
                  <a:cubicBezTo>
                    <a:pt x="28" y="186"/>
                    <a:pt x="28" y="186"/>
                    <a:pt x="28" y="186"/>
                  </a:cubicBezTo>
                  <a:cubicBezTo>
                    <a:pt x="20" y="186"/>
                    <a:pt x="14" y="180"/>
                    <a:pt x="14" y="172"/>
                  </a:cubicBezTo>
                  <a:cubicBezTo>
                    <a:pt x="14" y="133"/>
                    <a:pt x="14" y="133"/>
                    <a:pt x="14" y="133"/>
                  </a:cubicBezTo>
                  <a:cubicBezTo>
                    <a:pt x="14" y="125"/>
                    <a:pt x="20" y="118"/>
                    <a:pt x="28" y="118"/>
                  </a:cubicBezTo>
                  <a:cubicBezTo>
                    <a:pt x="51" y="118"/>
                    <a:pt x="51" y="118"/>
                    <a:pt x="51" y="118"/>
                  </a:cubicBezTo>
                  <a:cubicBezTo>
                    <a:pt x="51" y="104"/>
                    <a:pt x="51" y="104"/>
                    <a:pt x="51" y="104"/>
                  </a:cubicBezTo>
                  <a:cubicBezTo>
                    <a:pt x="28" y="104"/>
                    <a:pt x="28" y="104"/>
                    <a:pt x="28" y="104"/>
                  </a:cubicBezTo>
                  <a:cubicBezTo>
                    <a:pt x="13" y="104"/>
                    <a:pt x="0" y="117"/>
                    <a:pt x="0" y="133"/>
                  </a:cubicBezTo>
                  <a:close/>
                  <a:moveTo>
                    <a:pt x="161" y="96"/>
                  </a:moveTo>
                  <a:cubicBezTo>
                    <a:pt x="159" y="90"/>
                    <a:pt x="154" y="85"/>
                    <a:pt x="149" y="82"/>
                  </a:cubicBezTo>
                  <a:cubicBezTo>
                    <a:pt x="145" y="79"/>
                    <a:pt x="140" y="78"/>
                    <a:pt x="135" y="78"/>
                  </a:cubicBezTo>
                  <a:cubicBezTo>
                    <a:pt x="93" y="78"/>
                    <a:pt x="93" y="78"/>
                    <a:pt x="93" y="78"/>
                  </a:cubicBezTo>
                  <a:cubicBezTo>
                    <a:pt x="88" y="78"/>
                    <a:pt x="83" y="79"/>
                    <a:pt x="79" y="82"/>
                  </a:cubicBezTo>
                  <a:cubicBezTo>
                    <a:pt x="73" y="85"/>
                    <a:pt x="69" y="90"/>
                    <a:pt x="67" y="96"/>
                  </a:cubicBezTo>
                  <a:cubicBezTo>
                    <a:pt x="66" y="98"/>
                    <a:pt x="65" y="101"/>
                    <a:pt x="65" y="104"/>
                  </a:cubicBezTo>
                  <a:cubicBezTo>
                    <a:pt x="65" y="105"/>
                    <a:pt x="65" y="105"/>
                    <a:pt x="65" y="106"/>
                  </a:cubicBezTo>
                  <a:cubicBezTo>
                    <a:pt x="65" y="160"/>
                    <a:pt x="65" y="160"/>
                    <a:pt x="65" y="160"/>
                  </a:cubicBezTo>
                  <a:cubicBezTo>
                    <a:pt x="65" y="164"/>
                    <a:pt x="65" y="167"/>
                    <a:pt x="67" y="170"/>
                  </a:cubicBezTo>
                  <a:cubicBezTo>
                    <a:pt x="69" y="176"/>
                    <a:pt x="73" y="181"/>
                    <a:pt x="78" y="184"/>
                  </a:cubicBezTo>
                  <a:cubicBezTo>
                    <a:pt x="78" y="184"/>
                    <a:pt x="78" y="184"/>
                    <a:pt x="79" y="184"/>
                  </a:cubicBezTo>
                  <a:cubicBezTo>
                    <a:pt x="81" y="186"/>
                    <a:pt x="83" y="187"/>
                    <a:pt x="85" y="187"/>
                  </a:cubicBezTo>
                  <a:cubicBezTo>
                    <a:pt x="85" y="247"/>
                    <a:pt x="85" y="247"/>
                    <a:pt x="85" y="247"/>
                  </a:cubicBezTo>
                  <a:cubicBezTo>
                    <a:pt x="99" y="247"/>
                    <a:pt x="99" y="247"/>
                    <a:pt x="99" y="247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8" y="174"/>
                    <a:pt x="98" y="174"/>
                    <a:pt x="98" y="174"/>
                  </a:cubicBezTo>
                  <a:cubicBezTo>
                    <a:pt x="93" y="174"/>
                    <a:pt x="93" y="174"/>
                    <a:pt x="93" y="174"/>
                  </a:cubicBezTo>
                  <a:cubicBezTo>
                    <a:pt x="90" y="174"/>
                    <a:pt x="87" y="173"/>
                    <a:pt x="84" y="171"/>
                  </a:cubicBezTo>
                  <a:cubicBezTo>
                    <a:pt x="81" y="169"/>
                    <a:pt x="79" y="165"/>
                    <a:pt x="79" y="160"/>
                  </a:cubicBezTo>
                  <a:cubicBezTo>
                    <a:pt x="79" y="106"/>
                    <a:pt x="79" y="106"/>
                    <a:pt x="79" y="106"/>
                  </a:cubicBezTo>
                  <a:cubicBezTo>
                    <a:pt x="79" y="106"/>
                    <a:pt x="79" y="106"/>
                    <a:pt x="79" y="106"/>
                  </a:cubicBezTo>
                  <a:cubicBezTo>
                    <a:pt x="79" y="98"/>
                    <a:pt x="85" y="92"/>
                    <a:pt x="93" y="92"/>
                  </a:cubicBezTo>
                  <a:cubicBezTo>
                    <a:pt x="135" y="92"/>
                    <a:pt x="135" y="92"/>
                    <a:pt x="135" y="92"/>
                  </a:cubicBezTo>
                  <a:cubicBezTo>
                    <a:pt x="142" y="92"/>
                    <a:pt x="149" y="98"/>
                    <a:pt x="149" y="106"/>
                  </a:cubicBezTo>
                  <a:cubicBezTo>
                    <a:pt x="149" y="106"/>
                    <a:pt x="149" y="106"/>
                    <a:pt x="149" y="106"/>
                  </a:cubicBezTo>
                  <a:cubicBezTo>
                    <a:pt x="149" y="160"/>
                    <a:pt x="149" y="160"/>
                    <a:pt x="149" y="160"/>
                  </a:cubicBezTo>
                  <a:cubicBezTo>
                    <a:pt x="149" y="164"/>
                    <a:pt x="147" y="168"/>
                    <a:pt x="144" y="171"/>
                  </a:cubicBezTo>
                  <a:cubicBezTo>
                    <a:pt x="141" y="173"/>
                    <a:pt x="138" y="174"/>
                    <a:pt x="135" y="174"/>
                  </a:cubicBezTo>
                  <a:cubicBezTo>
                    <a:pt x="130" y="174"/>
                    <a:pt x="130" y="174"/>
                    <a:pt x="130" y="174"/>
                  </a:cubicBezTo>
                  <a:cubicBezTo>
                    <a:pt x="128" y="174"/>
                    <a:pt x="128" y="174"/>
                    <a:pt x="128" y="174"/>
                  </a:cubicBezTo>
                  <a:cubicBezTo>
                    <a:pt x="128" y="247"/>
                    <a:pt x="128" y="247"/>
                    <a:pt x="128" y="247"/>
                  </a:cubicBezTo>
                  <a:cubicBezTo>
                    <a:pt x="142" y="247"/>
                    <a:pt x="142" y="247"/>
                    <a:pt x="142" y="247"/>
                  </a:cubicBezTo>
                  <a:cubicBezTo>
                    <a:pt x="142" y="187"/>
                    <a:pt x="142" y="187"/>
                    <a:pt x="142" y="187"/>
                  </a:cubicBezTo>
                  <a:cubicBezTo>
                    <a:pt x="145" y="187"/>
                    <a:pt x="147" y="186"/>
                    <a:pt x="149" y="184"/>
                  </a:cubicBezTo>
                  <a:cubicBezTo>
                    <a:pt x="149" y="184"/>
                    <a:pt x="150" y="184"/>
                    <a:pt x="150" y="184"/>
                  </a:cubicBezTo>
                  <a:cubicBezTo>
                    <a:pt x="155" y="181"/>
                    <a:pt x="159" y="176"/>
                    <a:pt x="161" y="170"/>
                  </a:cubicBezTo>
                  <a:cubicBezTo>
                    <a:pt x="162" y="167"/>
                    <a:pt x="163" y="164"/>
                    <a:pt x="163" y="160"/>
                  </a:cubicBezTo>
                  <a:cubicBezTo>
                    <a:pt x="163" y="106"/>
                    <a:pt x="163" y="106"/>
                    <a:pt x="163" y="106"/>
                  </a:cubicBezTo>
                  <a:cubicBezTo>
                    <a:pt x="163" y="105"/>
                    <a:pt x="163" y="105"/>
                    <a:pt x="163" y="104"/>
                  </a:cubicBezTo>
                  <a:cubicBezTo>
                    <a:pt x="163" y="101"/>
                    <a:pt x="162" y="98"/>
                    <a:pt x="161" y="96"/>
                  </a:cubicBezTo>
                  <a:close/>
                  <a:moveTo>
                    <a:pt x="81" y="33"/>
                  </a:moveTo>
                  <a:cubicBezTo>
                    <a:pt x="81" y="15"/>
                    <a:pt x="96" y="0"/>
                    <a:pt x="114" y="0"/>
                  </a:cubicBezTo>
                  <a:cubicBezTo>
                    <a:pt x="132" y="0"/>
                    <a:pt x="147" y="15"/>
                    <a:pt x="147" y="33"/>
                  </a:cubicBezTo>
                  <a:cubicBezTo>
                    <a:pt x="147" y="51"/>
                    <a:pt x="132" y="66"/>
                    <a:pt x="114" y="66"/>
                  </a:cubicBezTo>
                  <a:cubicBezTo>
                    <a:pt x="96" y="66"/>
                    <a:pt x="81" y="51"/>
                    <a:pt x="81" y="33"/>
                  </a:cubicBezTo>
                  <a:close/>
                  <a:moveTo>
                    <a:pt x="95" y="33"/>
                  </a:moveTo>
                  <a:cubicBezTo>
                    <a:pt x="95" y="43"/>
                    <a:pt x="103" y="52"/>
                    <a:pt x="114" y="52"/>
                  </a:cubicBezTo>
                  <a:cubicBezTo>
                    <a:pt x="124" y="52"/>
                    <a:pt x="133" y="43"/>
                    <a:pt x="133" y="33"/>
                  </a:cubicBezTo>
                  <a:cubicBezTo>
                    <a:pt x="133" y="22"/>
                    <a:pt x="124" y="14"/>
                    <a:pt x="114" y="14"/>
                  </a:cubicBezTo>
                  <a:cubicBezTo>
                    <a:pt x="103" y="14"/>
                    <a:pt x="95" y="22"/>
                    <a:pt x="95" y="33"/>
                  </a:cubicBezTo>
                  <a:close/>
                  <a:moveTo>
                    <a:pt x="190" y="92"/>
                  </a:moveTo>
                  <a:cubicBezTo>
                    <a:pt x="172" y="92"/>
                    <a:pt x="157" y="78"/>
                    <a:pt x="157" y="59"/>
                  </a:cubicBezTo>
                  <a:cubicBezTo>
                    <a:pt x="157" y="41"/>
                    <a:pt x="172" y="26"/>
                    <a:pt x="190" y="26"/>
                  </a:cubicBezTo>
                  <a:cubicBezTo>
                    <a:pt x="208" y="26"/>
                    <a:pt x="223" y="41"/>
                    <a:pt x="223" y="59"/>
                  </a:cubicBezTo>
                  <a:cubicBezTo>
                    <a:pt x="223" y="78"/>
                    <a:pt x="208" y="92"/>
                    <a:pt x="190" y="92"/>
                  </a:cubicBezTo>
                  <a:close/>
                  <a:moveTo>
                    <a:pt x="190" y="78"/>
                  </a:moveTo>
                  <a:cubicBezTo>
                    <a:pt x="200" y="78"/>
                    <a:pt x="209" y="70"/>
                    <a:pt x="209" y="59"/>
                  </a:cubicBezTo>
                  <a:cubicBezTo>
                    <a:pt x="209" y="49"/>
                    <a:pt x="200" y="40"/>
                    <a:pt x="190" y="40"/>
                  </a:cubicBezTo>
                  <a:cubicBezTo>
                    <a:pt x="179" y="40"/>
                    <a:pt x="171" y="49"/>
                    <a:pt x="171" y="59"/>
                  </a:cubicBezTo>
                  <a:cubicBezTo>
                    <a:pt x="171" y="70"/>
                    <a:pt x="179" y="78"/>
                    <a:pt x="190" y="78"/>
                  </a:cubicBezTo>
                  <a:close/>
                  <a:moveTo>
                    <a:pt x="71" y="59"/>
                  </a:moveTo>
                  <a:cubicBezTo>
                    <a:pt x="71" y="78"/>
                    <a:pt x="56" y="92"/>
                    <a:pt x="38" y="92"/>
                  </a:cubicBezTo>
                  <a:cubicBezTo>
                    <a:pt x="20" y="92"/>
                    <a:pt x="5" y="78"/>
                    <a:pt x="5" y="59"/>
                  </a:cubicBezTo>
                  <a:cubicBezTo>
                    <a:pt x="5" y="41"/>
                    <a:pt x="20" y="26"/>
                    <a:pt x="38" y="26"/>
                  </a:cubicBezTo>
                  <a:cubicBezTo>
                    <a:pt x="56" y="26"/>
                    <a:pt x="71" y="41"/>
                    <a:pt x="71" y="59"/>
                  </a:cubicBezTo>
                  <a:close/>
                  <a:moveTo>
                    <a:pt x="57" y="59"/>
                  </a:moveTo>
                  <a:cubicBezTo>
                    <a:pt x="57" y="49"/>
                    <a:pt x="49" y="40"/>
                    <a:pt x="38" y="40"/>
                  </a:cubicBezTo>
                  <a:cubicBezTo>
                    <a:pt x="28" y="40"/>
                    <a:pt x="19" y="49"/>
                    <a:pt x="19" y="59"/>
                  </a:cubicBezTo>
                  <a:cubicBezTo>
                    <a:pt x="19" y="70"/>
                    <a:pt x="28" y="78"/>
                    <a:pt x="38" y="78"/>
                  </a:cubicBezTo>
                  <a:cubicBezTo>
                    <a:pt x="49" y="78"/>
                    <a:pt x="57" y="70"/>
                    <a:pt x="57" y="5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9BAD6083-4218-6837-A84A-63FB788F72D3}"/>
              </a:ext>
            </a:extLst>
          </p:cNvPr>
          <p:cNvGrpSpPr/>
          <p:nvPr/>
        </p:nvGrpSpPr>
        <p:grpSpPr>
          <a:xfrm>
            <a:off x="7068623" y="2369515"/>
            <a:ext cx="1263975" cy="1267292"/>
            <a:chOff x="7068623" y="2369515"/>
            <a:chExt cx="1263975" cy="1267292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2F427ABA-B0E1-7C42-8733-311AC99399A2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8623" y="2369515"/>
              <a:ext cx="1263975" cy="1267292"/>
            </a:xfrm>
            <a:prstGeom prst="ellipse">
              <a:avLst/>
            </a:prstGeom>
            <a:solidFill>
              <a:schemeClr val="accent2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2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5" name="任意多边形: 形状 4">
              <a:extLst>
                <a:ext uri="{FF2B5EF4-FFF2-40B4-BE49-F238E27FC236}">
                  <a16:creationId xmlns:a16="http://schemas.microsoft.com/office/drawing/2014/main" id="{CF1F3C65-573B-FA45-8EB9-7B6CC72172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48748" y="2726627"/>
              <a:ext cx="503720" cy="553067"/>
            </a:xfrm>
            <a:custGeom>
              <a:avLst/>
              <a:gdLst>
                <a:gd name="T0" fmla="*/ 35 w 229"/>
                <a:gd name="T1" fmla="*/ 117 h 251"/>
                <a:gd name="T2" fmla="*/ 28 w 229"/>
                <a:gd name="T3" fmla="*/ 111 h 251"/>
                <a:gd name="T4" fmla="*/ 28 w 229"/>
                <a:gd name="T5" fmla="*/ 103 h 251"/>
                <a:gd name="T6" fmla="*/ 56 w 229"/>
                <a:gd name="T7" fmla="*/ 44 h 251"/>
                <a:gd name="T8" fmla="*/ 66 w 229"/>
                <a:gd name="T9" fmla="*/ 45 h 251"/>
                <a:gd name="T10" fmla="*/ 65 w 229"/>
                <a:gd name="T11" fmla="*/ 55 h 251"/>
                <a:gd name="T12" fmla="*/ 42 w 229"/>
                <a:gd name="T13" fmla="*/ 103 h 251"/>
                <a:gd name="T14" fmla="*/ 42 w 229"/>
                <a:gd name="T15" fmla="*/ 109 h 251"/>
                <a:gd name="T16" fmla="*/ 36 w 229"/>
                <a:gd name="T17" fmla="*/ 117 h 251"/>
                <a:gd name="T18" fmla="*/ 35 w 229"/>
                <a:gd name="T19" fmla="*/ 117 h 251"/>
                <a:gd name="T20" fmla="*/ 160 w 229"/>
                <a:gd name="T21" fmla="*/ 152 h 251"/>
                <a:gd name="T22" fmla="*/ 160 w 229"/>
                <a:gd name="T23" fmla="*/ 145 h 251"/>
                <a:gd name="T24" fmla="*/ 132 w 229"/>
                <a:gd name="T25" fmla="*/ 117 h 251"/>
                <a:gd name="T26" fmla="*/ 87 w 229"/>
                <a:gd name="T27" fmla="*/ 117 h 251"/>
                <a:gd name="T28" fmla="*/ 59 w 229"/>
                <a:gd name="T29" fmla="*/ 145 h 251"/>
                <a:gd name="T30" fmla="*/ 59 w 229"/>
                <a:gd name="T31" fmla="*/ 164 h 251"/>
                <a:gd name="T32" fmla="*/ 73 w 229"/>
                <a:gd name="T33" fmla="*/ 172 h 251"/>
                <a:gd name="T34" fmla="*/ 73 w 229"/>
                <a:gd name="T35" fmla="*/ 145 h 251"/>
                <a:gd name="T36" fmla="*/ 87 w 229"/>
                <a:gd name="T37" fmla="*/ 131 h 251"/>
                <a:gd name="T38" fmla="*/ 132 w 229"/>
                <a:gd name="T39" fmla="*/ 131 h 251"/>
                <a:gd name="T40" fmla="*/ 146 w 229"/>
                <a:gd name="T41" fmla="*/ 145 h 251"/>
                <a:gd name="T42" fmla="*/ 146 w 229"/>
                <a:gd name="T43" fmla="*/ 165 h 251"/>
                <a:gd name="T44" fmla="*/ 160 w 229"/>
                <a:gd name="T45" fmla="*/ 152 h 251"/>
                <a:gd name="T46" fmla="*/ 222 w 229"/>
                <a:gd name="T47" fmla="*/ 203 h 251"/>
                <a:gd name="T48" fmla="*/ 228 w 229"/>
                <a:gd name="T49" fmla="*/ 224 h 251"/>
                <a:gd name="T50" fmla="*/ 218 w 229"/>
                <a:gd name="T51" fmla="*/ 242 h 251"/>
                <a:gd name="T52" fmla="*/ 216 w 229"/>
                <a:gd name="T53" fmla="*/ 244 h 251"/>
                <a:gd name="T54" fmla="*/ 201 w 229"/>
                <a:gd name="T55" fmla="*/ 250 h 251"/>
                <a:gd name="T56" fmla="*/ 177 w 229"/>
                <a:gd name="T57" fmla="*/ 240 h 251"/>
                <a:gd name="T58" fmla="*/ 143 w 229"/>
                <a:gd name="T59" fmla="*/ 198 h 251"/>
                <a:gd name="T60" fmla="*/ 103 w 229"/>
                <a:gd name="T61" fmla="*/ 206 h 251"/>
                <a:gd name="T62" fmla="*/ 0 w 229"/>
                <a:gd name="T63" fmla="*/ 103 h 251"/>
                <a:gd name="T64" fmla="*/ 103 w 229"/>
                <a:gd name="T65" fmla="*/ 0 h 251"/>
                <a:gd name="T66" fmla="*/ 207 w 229"/>
                <a:gd name="T67" fmla="*/ 103 h 251"/>
                <a:gd name="T68" fmla="*/ 188 w 229"/>
                <a:gd name="T69" fmla="*/ 162 h 251"/>
                <a:gd name="T70" fmla="*/ 222 w 229"/>
                <a:gd name="T71" fmla="*/ 203 h 251"/>
                <a:gd name="T72" fmla="*/ 193 w 229"/>
                <a:gd name="T73" fmla="*/ 103 h 251"/>
                <a:gd name="T74" fmla="*/ 103 w 229"/>
                <a:gd name="T75" fmla="*/ 14 h 251"/>
                <a:gd name="T76" fmla="*/ 14 w 229"/>
                <a:gd name="T77" fmla="*/ 103 h 251"/>
                <a:gd name="T78" fmla="*/ 103 w 229"/>
                <a:gd name="T79" fmla="*/ 192 h 251"/>
                <a:gd name="T80" fmla="*/ 193 w 229"/>
                <a:gd name="T81" fmla="*/ 103 h 251"/>
                <a:gd name="T82" fmla="*/ 211 w 229"/>
                <a:gd name="T83" fmla="*/ 212 h 251"/>
                <a:gd name="T84" fmla="*/ 179 w 229"/>
                <a:gd name="T85" fmla="*/ 173 h 251"/>
                <a:gd name="T86" fmla="*/ 156 w 229"/>
                <a:gd name="T87" fmla="*/ 191 h 251"/>
                <a:gd name="T88" fmla="*/ 188 w 229"/>
                <a:gd name="T89" fmla="*/ 231 h 251"/>
                <a:gd name="T90" fmla="*/ 200 w 229"/>
                <a:gd name="T91" fmla="*/ 235 h 251"/>
                <a:gd name="T92" fmla="*/ 207 w 229"/>
                <a:gd name="T93" fmla="*/ 233 h 251"/>
                <a:gd name="T94" fmla="*/ 209 w 229"/>
                <a:gd name="T95" fmla="*/ 231 h 251"/>
                <a:gd name="T96" fmla="*/ 214 w 229"/>
                <a:gd name="T97" fmla="*/ 222 h 251"/>
                <a:gd name="T98" fmla="*/ 211 w 229"/>
                <a:gd name="T99" fmla="*/ 212 h 251"/>
                <a:gd name="T100" fmla="*/ 77 w 229"/>
                <a:gd name="T101" fmla="*/ 72 h 251"/>
                <a:gd name="T102" fmla="*/ 110 w 229"/>
                <a:gd name="T103" fmla="*/ 39 h 251"/>
                <a:gd name="T104" fmla="*/ 143 w 229"/>
                <a:gd name="T105" fmla="*/ 72 h 251"/>
                <a:gd name="T106" fmla="*/ 110 w 229"/>
                <a:gd name="T107" fmla="*/ 105 h 251"/>
                <a:gd name="T108" fmla="*/ 77 w 229"/>
                <a:gd name="T109" fmla="*/ 72 h 251"/>
                <a:gd name="T110" fmla="*/ 91 w 229"/>
                <a:gd name="T111" fmla="*/ 72 h 251"/>
                <a:gd name="T112" fmla="*/ 110 w 229"/>
                <a:gd name="T113" fmla="*/ 91 h 251"/>
                <a:gd name="T114" fmla="*/ 129 w 229"/>
                <a:gd name="T115" fmla="*/ 72 h 251"/>
                <a:gd name="T116" fmla="*/ 110 w 229"/>
                <a:gd name="T117" fmla="*/ 53 h 251"/>
                <a:gd name="T118" fmla="*/ 91 w 229"/>
                <a:gd name="T119" fmla="*/ 72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29" h="251">
                  <a:moveTo>
                    <a:pt x="35" y="117"/>
                  </a:moveTo>
                  <a:cubicBezTo>
                    <a:pt x="32" y="117"/>
                    <a:pt x="29" y="115"/>
                    <a:pt x="28" y="111"/>
                  </a:cubicBezTo>
                  <a:cubicBezTo>
                    <a:pt x="28" y="108"/>
                    <a:pt x="28" y="106"/>
                    <a:pt x="28" y="103"/>
                  </a:cubicBezTo>
                  <a:cubicBezTo>
                    <a:pt x="28" y="80"/>
                    <a:pt x="38" y="59"/>
                    <a:pt x="56" y="44"/>
                  </a:cubicBezTo>
                  <a:cubicBezTo>
                    <a:pt x="59" y="42"/>
                    <a:pt x="63" y="42"/>
                    <a:pt x="66" y="45"/>
                  </a:cubicBezTo>
                  <a:cubicBezTo>
                    <a:pt x="68" y="48"/>
                    <a:pt x="68" y="53"/>
                    <a:pt x="65" y="55"/>
                  </a:cubicBezTo>
                  <a:cubicBezTo>
                    <a:pt x="50" y="67"/>
                    <a:pt x="42" y="84"/>
                    <a:pt x="42" y="103"/>
                  </a:cubicBezTo>
                  <a:cubicBezTo>
                    <a:pt x="42" y="105"/>
                    <a:pt x="42" y="107"/>
                    <a:pt x="42" y="109"/>
                  </a:cubicBezTo>
                  <a:cubicBezTo>
                    <a:pt x="43" y="113"/>
                    <a:pt x="40" y="117"/>
                    <a:pt x="36" y="117"/>
                  </a:cubicBezTo>
                  <a:cubicBezTo>
                    <a:pt x="36" y="117"/>
                    <a:pt x="35" y="117"/>
                    <a:pt x="35" y="117"/>
                  </a:cubicBezTo>
                  <a:close/>
                  <a:moveTo>
                    <a:pt x="160" y="152"/>
                  </a:moveTo>
                  <a:cubicBezTo>
                    <a:pt x="160" y="145"/>
                    <a:pt x="160" y="145"/>
                    <a:pt x="160" y="145"/>
                  </a:cubicBezTo>
                  <a:cubicBezTo>
                    <a:pt x="160" y="129"/>
                    <a:pt x="148" y="117"/>
                    <a:pt x="132" y="117"/>
                  </a:cubicBezTo>
                  <a:cubicBezTo>
                    <a:pt x="87" y="117"/>
                    <a:pt x="87" y="117"/>
                    <a:pt x="87" y="117"/>
                  </a:cubicBezTo>
                  <a:cubicBezTo>
                    <a:pt x="72" y="117"/>
                    <a:pt x="59" y="129"/>
                    <a:pt x="59" y="145"/>
                  </a:cubicBezTo>
                  <a:cubicBezTo>
                    <a:pt x="59" y="164"/>
                    <a:pt x="59" y="164"/>
                    <a:pt x="59" y="164"/>
                  </a:cubicBezTo>
                  <a:cubicBezTo>
                    <a:pt x="64" y="167"/>
                    <a:pt x="68" y="170"/>
                    <a:pt x="73" y="172"/>
                  </a:cubicBezTo>
                  <a:cubicBezTo>
                    <a:pt x="73" y="145"/>
                    <a:pt x="73" y="145"/>
                    <a:pt x="73" y="145"/>
                  </a:cubicBezTo>
                  <a:cubicBezTo>
                    <a:pt x="73" y="137"/>
                    <a:pt x="80" y="131"/>
                    <a:pt x="87" y="131"/>
                  </a:cubicBezTo>
                  <a:cubicBezTo>
                    <a:pt x="132" y="131"/>
                    <a:pt x="132" y="131"/>
                    <a:pt x="132" y="131"/>
                  </a:cubicBezTo>
                  <a:cubicBezTo>
                    <a:pt x="140" y="131"/>
                    <a:pt x="146" y="137"/>
                    <a:pt x="146" y="145"/>
                  </a:cubicBezTo>
                  <a:cubicBezTo>
                    <a:pt x="146" y="165"/>
                    <a:pt x="146" y="165"/>
                    <a:pt x="146" y="165"/>
                  </a:cubicBezTo>
                  <a:cubicBezTo>
                    <a:pt x="151" y="161"/>
                    <a:pt x="156" y="157"/>
                    <a:pt x="160" y="152"/>
                  </a:cubicBezTo>
                  <a:close/>
                  <a:moveTo>
                    <a:pt x="222" y="203"/>
                  </a:moveTo>
                  <a:cubicBezTo>
                    <a:pt x="227" y="209"/>
                    <a:pt x="229" y="216"/>
                    <a:pt x="228" y="224"/>
                  </a:cubicBezTo>
                  <a:cubicBezTo>
                    <a:pt x="227" y="231"/>
                    <a:pt x="224" y="238"/>
                    <a:pt x="218" y="242"/>
                  </a:cubicBezTo>
                  <a:cubicBezTo>
                    <a:pt x="216" y="244"/>
                    <a:pt x="216" y="244"/>
                    <a:pt x="216" y="244"/>
                  </a:cubicBezTo>
                  <a:cubicBezTo>
                    <a:pt x="212" y="247"/>
                    <a:pt x="207" y="249"/>
                    <a:pt x="201" y="250"/>
                  </a:cubicBezTo>
                  <a:cubicBezTo>
                    <a:pt x="192" y="251"/>
                    <a:pt x="183" y="247"/>
                    <a:pt x="177" y="240"/>
                  </a:cubicBezTo>
                  <a:cubicBezTo>
                    <a:pt x="143" y="198"/>
                    <a:pt x="143" y="198"/>
                    <a:pt x="143" y="198"/>
                  </a:cubicBezTo>
                  <a:cubicBezTo>
                    <a:pt x="131" y="203"/>
                    <a:pt x="117" y="206"/>
                    <a:pt x="103" y="206"/>
                  </a:cubicBezTo>
                  <a:cubicBezTo>
                    <a:pt x="46" y="206"/>
                    <a:pt x="0" y="160"/>
                    <a:pt x="0" y="103"/>
                  </a:cubicBezTo>
                  <a:cubicBezTo>
                    <a:pt x="0" y="46"/>
                    <a:pt x="46" y="0"/>
                    <a:pt x="103" y="0"/>
                  </a:cubicBezTo>
                  <a:cubicBezTo>
                    <a:pt x="160" y="0"/>
                    <a:pt x="207" y="46"/>
                    <a:pt x="207" y="103"/>
                  </a:cubicBezTo>
                  <a:cubicBezTo>
                    <a:pt x="207" y="125"/>
                    <a:pt x="200" y="145"/>
                    <a:pt x="188" y="162"/>
                  </a:cubicBezTo>
                  <a:lnTo>
                    <a:pt x="222" y="203"/>
                  </a:lnTo>
                  <a:close/>
                  <a:moveTo>
                    <a:pt x="193" y="103"/>
                  </a:moveTo>
                  <a:cubicBezTo>
                    <a:pt x="193" y="54"/>
                    <a:pt x="153" y="14"/>
                    <a:pt x="103" y="14"/>
                  </a:cubicBezTo>
                  <a:cubicBezTo>
                    <a:pt x="54" y="14"/>
                    <a:pt x="14" y="54"/>
                    <a:pt x="14" y="103"/>
                  </a:cubicBezTo>
                  <a:cubicBezTo>
                    <a:pt x="14" y="152"/>
                    <a:pt x="54" y="192"/>
                    <a:pt x="103" y="192"/>
                  </a:cubicBezTo>
                  <a:cubicBezTo>
                    <a:pt x="153" y="192"/>
                    <a:pt x="193" y="152"/>
                    <a:pt x="193" y="103"/>
                  </a:cubicBezTo>
                  <a:close/>
                  <a:moveTo>
                    <a:pt x="211" y="212"/>
                  </a:moveTo>
                  <a:cubicBezTo>
                    <a:pt x="179" y="173"/>
                    <a:pt x="179" y="173"/>
                    <a:pt x="179" y="173"/>
                  </a:cubicBezTo>
                  <a:cubicBezTo>
                    <a:pt x="172" y="180"/>
                    <a:pt x="165" y="186"/>
                    <a:pt x="156" y="191"/>
                  </a:cubicBezTo>
                  <a:cubicBezTo>
                    <a:pt x="188" y="231"/>
                    <a:pt x="188" y="231"/>
                    <a:pt x="188" y="231"/>
                  </a:cubicBezTo>
                  <a:cubicBezTo>
                    <a:pt x="191" y="234"/>
                    <a:pt x="196" y="236"/>
                    <a:pt x="200" y="235"/>
                  </a:cubicBezTo>
                  <a:cubicBezTo>
                    <a:pt x="203" y="235"/>
                    <a:pt x="205" y="234"/>
                    <a:pt x="207" y="233"/>
                  </a:cubicBezTo>
                  <a:cubicBezTo>
                    <a:pt x="209" y="231"/>
                    <a:pt x="209" y="231"/>
                    <a:pt x="209" y="231"/>
                  </a:cubicBezTo>
                  <a:cubicBezTo>
                    <a:pt x="212" y="229"/>
                    <a:pt x="213" y="226"/>
                    <a:pt x="214" y="222"/>
                  </a:cubicBezTo>
                  <a:cubicBezTo>
                    <a:pt x="214" y="219"/>
                    <a:pt x="213" y="215"/>
                    <a:pt x="211" y="212"/>
                  </a:cubicBezTo>
                  <a:close/>
                  <a:moveTo>
                    <a:pt x="77" y="72"/>
                  </a:moveTo>
                  <a:cubicBezTo>
                    <a:pt x="77" y="54"/>
                    <a:pt x="92" y="39"/>
                    <a:pt x="110" y="39"/>
                  </a:cubicBezTo>
                  <a:cubicBezTo>
                    <a:pt x="128" y="39"/>
                    <a:pt x="143" y="54"/>
                    <a:pt x="143" y="72"/>
                  </a:cubicBezTo>
                  <a:cubicBezTo>
                    <a:pt x="143" y="90"/>
                    <a:pt x="128" y="105"/>
                    <a:pt x="110" y="105"/>
                  </a:cubicBezTo>
                  <a:cubicBezTo>
                    <a:pt x="92" y="105"/>
                    <a:pt x="77" y="90"/>
                    <a:pt x="77" y="72"/>
                  </a:cubicBezTo>
                  <a:close/>
                  <a:moveTo>
                    <a:pt x="91" y="72"/>
                  </a:moveTo>
                  <a:cubicBezTo>
                    <a:pt x="91" y="83"/>
                    <a:pt x="99" y="91"/>
                    <a:pt x="110" y="91"/>
                  </a:cubicBezTo>
                  <a:cubicBezTo>
                    <a:pt x="120" y="91"/>
                    <a:pt x="129" y="83"/>
                    <a:pt x="129" y="72"/>
                  </a:cubicBezTo>
                  <a:cubicBezTo>
                    <a:pt x="129" y="62"/>
                    <a:pt x="120" y="53"/>
                    <a:pt x="110" y="53"/>
                  </a:cubicBezTo>
                  <a:cubicBezTo>
                    <a:pt x="99" y="53"/>
                    <a:pt x="91" y="62"/>
                    <a:pt x="91" y="7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2419D4DE-092C-434A-1F93-60DD738080FC}"/>
              </a:ext>
            </a:extLst>
          </p:cNvPr>
          <p:cNvGrpSpPr/>
          <p:nvPr/>
        </p:nvGrpSpPr>
        <p:grpSpPr>
          <a:xfrm>
            <a:off x="4893747" y="2375865"/>
            <a:ext cx="1263975" cy="1267292"/>
            <a:chOff x="4893747" y="2375865"/>
            <a:chExt cx="1263975" cy="1267292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00691228-3D48-4E4F-9722-1C3C2B3A94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3747" y="2375865"/>
              <a:ext cx="1263975" cy="1267292"/>
            </a:xfrm>
            <a:prstGeom prst="ellipse">
              <a:avLst/>
            </a:prstGeom>
            <a:solidFill>
              <a:schemeClr val="accent2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2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CA81C2D8-3B3E-C84B-BF36-1D42F231291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65029" y="2791637"/>
              <a:ext cx="521411" cy="435748"/>
            </a:xfrm>
            <a:custGeom>
              <a:avLst/>
              <a:gdLst>
                <a:gd name="T0" fmla="*/ 159 w 237"/>
                <a:gd name="T1" fmla="*/ 55 h 198"/>
                <a:gd name="T2" fmla="*/ 191 w 237"/>
                <a:gd name="T3" fmla="*/ 129 h 198"/>
                <a:gd name="T4" fmla="*/ 160 w 237"/>
                <a:gd name="T5" fmla="*/ 116 h 198"/>
                <a:gd name="T6" fmla="*/ 191 w 237"/>
                <a:gd name="T7" fmla="*/ 165 h 198"/>
                <a:gd name="T8" fmla="*/ 205 w 237"/>
                <a:gd name="T9" fmla="*/ 143 h 198"/>
                <a:gd name="T10" fmla="*/ 205 w 237"/>
                <a:gd name="T11" fmla="*/ 76 h 198"/>
                <a:gd name="T12" fmla="*/ 221 w 237"/>
                <a:gd name="T13" fmla="*/ 52 h 198"/>
                <a:gd name="T14" fmla="*/ 205 w 237"/>
                <a:gd name="T15" fmla="*/ 21 h 198"/>
                <a:gd name="T16" fmla="*/ 191 w 237"/>
                <a:gd name="T17" fmla="*/ 0 h 198"/>
                <a:gd name="T18" fmla="*/ 191 w 237"/>
                <a:gd name="T19" fmla="*/ 74 h 198"/>
                <a:gd name="T20" fmla="*/ 191 w 237"/>
                <a:gd name="T21" fmla="*/ 35 h 198"/>
                <a:gd name="T22" fmla="*/ 222 w 237"/>
                <a:gd name="T23" fmla="*/ 110 h 198"/>
                <a:gd name="T24" fmla="*/ 205 w 237"/>
                <a:gd name="T25" fmla="*/ 90 h 198"/>
                <a:gd name="T26" fmla="*/ 69 w 237"/>
                <a:gd name="T27" fmla="*/ 164 h 198"/>
                <a:gd name="T28" fmla="*/ 64 w 237"/>
                <a:gd name="T29" fmla="*/ 116 h 198"/>
                <a:gd name="T30" fmla="*/ 51 w 237"/>
                <a:gd name="T31" fmla="*/ 121 h 198"/>
                <a:gd name="T32" fmla="*/ 51 w 237"/>
                <a:gd name="T33" fmla="*/ 165 h 198"/>
                <a:gd name="T34" fmla="*/ 37 w 237"/>
                <a:gd name="T35" fmla="*/ 164 h 198"/>
                <a:gd name="T36" fmla="*/ 56 w 237"/>
                <a:gd name="T37" fmla="*/ 102 h 198"/>
                <a:gd name="T38" fmla="*/ 83 w 237"/>
                <a:gd name="T39" fmla="*/ 121 h 198"/>
                <a:gd name="T40" fmla="*/ 83 w 237"/>
                <a:gd name="T41" fmla="*/ 165 h 198"/>
                <a:gd name="T42" fmla="*/ 69 w 237"/>
                <a:gd name="T43" fmla="*/ 164 h 198"/>
                <a:gd name="T44" fmla="*/ 131 w 237"/>
                <a:gd name="T45" fmla="*/ 80 h 198"/>
                <a:gd name="T46" fmla="*/ 117 w 237"/>
                <a:gd name="T47" fmla="*/ 75 h 198"/>
                <a:gd name="T48" fmla="*/ 112 w 237"/>
                <a:gd name="T49" fmla="*/ 165 h 198"/>
                <a:gd name="T50" fmla="*/ 98 w 237"/>
                <a:gd name="T51" fmla="*/ 80 h 198"/>
                <a:gd name="T52" fmla="*/ 126 w 237"/>
                <a:gd name="T53" fmla="*/ 61 h 198"/>
                <a:gd name="T54" fmla="*/ 145 w 237"/>
                <a:gd name="T55" fmla="*/ 165 h 198"/>
                <a:gd name="T56" fmla="*/ 14 w 237"/>
                <a:gd name="T57" fmla="*/ 184 h 198"/>
                <a:gd name="T58" fmla="*/ 237 w 237"/>
                <a:gd name="T59" fmla="*/ 198 h 198"/>
                <a:gd name="T60" fmla="*/ 0 w 237"/>
                <a:gd name="T61" fmla="*/ 198 h 198"/>
                <a:gd name="T62" fmla="*/ 14 w 237"/>
                <a:gd name="T63" fmla="*/ 3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7" h="198">
                  <a:moveTo>
                    <a:pt x="191" y="21"/>
                  </a:moveTo>
                  <a:cubicBezTo>
                    <a:pt x="173" y="24"/>
                    <a:pt x="159" y="38"/>
                    <a:pt x="159" y="55"/>
                  </a:cubicBezTo>
                  <a:cubicBezTo>
                    <a:pt x="159" y="71"/>
                    <a:pt x="173" y="85"/>
                    <a:pt x="191" y="88"/>
                  </a:cubicBezTo>
                  <a:cubicBezTo>
                    <a:pt x="191" y="129"/>
                    <a:pt x="191" y="129"/>
                    <a:pt x="191" y="129"/>
                  </a:cubicBezTo>
                  <a:cubicBezTo>
                    <a:pt x="181" y="126"/>
                    <a:pt x="174" y="119"/>
                    <a:pt x="173" y="111"/>
                  </a:cubicBezTo>
                  <a:cubicBezTo>
                    <a:pt x="160" y="116"/>
                    <a:pt x="160" y="116"/>
                    <a:pt x="160" y="116"/>
                  </a:cubicBezTo>
                  <a:cubicBezTo>
                    <a:pt x="163" y="130"/>
                    <a:pt x="175" y="141"/>
                    <a:pt x="191" y="143"/>
                  </a:cubicBezTo>
                  <a:cubicBezTo>
                    <a:pt x="191" y="165"/>
                    <a:pt x="191" y="165"/>
                    <a:pt x="191" y="165"/>
                  </a:cubicBezTo>
                  <a:cubicBezTo>
                    <a:pt x="205" y="165"/>
                    <a:pt x="205" y="165"/>
                    <a:pt x="205" y="165"/>
                  </a:cubicBezTo>
                  <a:cubicBezTo>
                    <a:pt x="205" y="143"/>
                    <a:pt x="205" y="143"/>
                    <a:pt x="205" y="143"/>
                  </a:cubicBezTo>
                  <a:cubicBezTo>
                    <a:pt x="222" y="140"/>
                    <a:pt x="236" y="126"/>
                    <a:pt x="236" y="110"/>
                  </a:cubicBezTo>
                  <a:cubicBezTo>
                    <a:pt x="236" y="93"/>
                    <a:pt x="222" y="79"/>
                    <a:pt x="205" y="76"/>
                  </a:cubicBezTo>
                  <a:cubicBezTo>
                    <a:pt x="205" y="36"/>
                    <a:pt x="205" y="36"/>
                    <a:pt x="205" y="36"/>
                  </a:cubicBezTo>
                  <a:cubicBezTo>
                    <a:pt x="214" y="38"/>
                    <a:pt x="220" y="44"/>
                    <a:pt x="221" y="52"/>
                  </a:cubicBezTo>
                  <a:cubicBezTo>
                    <a:pt x="234" y="45"/>
                    <a:pt x="234" y="45"/>
                    <a:pt x="234" y="45"/>
                  </a:cubicBezTo>
                  <a:cubicBezTo>
                    <a:pt x="230" y="33"/>
                    <a:pt x="219" y="24"/>
                    <a:pt x="205" y="21"/>
                  </a:cubicBezTo>
                  <a:cubicBezTo>
                    <a:pt x="205" y="0"/>
                    <a:pt x="205" y="0"/>
                    <a:pt x="205" y="0"/>
                  </a:cubicBezTo>
                  <a:cubicBezTo>
                    <a:pt x="191" y="0"/>
                    <a:pt x="191" y="0"/>
                    <a:pt x="191" y="0"/>
                  </a:cubicBezTo>
                  <a:lnTo>
                    <a:pt x="191" y="21"/>
                  </a:lnTo>
                  <a:close/>
                  <a:moveTo>
                    <a:pt x="191" y="74"/>
                  </a:moveTo>
                  <a:cubicBezTo>
                    <a:pt x="181" y="72"/>
                    <a:pt x="173" y="64"/>
                    <a:pt x="173" y="55"/>
                  </a:cubicBezTo>
                  <a:cubicBezTo>
                    <a:pt x="173" y="45"/>
                    <a:pt x="181" y="38"/>
                    <a:pt x="191" y="35"/>
                  </a:cubicBezTo>
                  <a:lnTo>
                    <a:pt x="191" y="74"/>
                  </a:lnTo>
                  <a:close/>
                  <a:moveTo>
                    <a:pt x="222" y="110"/>
                  </a:moveTo>
                  <a:cubicBezTo>
                    <a:pt x="222" y="118"/>
                    <a:pt x="215" y="126"/>
                    <a:pt x="205" y="129"/>
                  </a:cubicBezTo>
                  <a:cubicBezTo>
                    <a:pt x="205" y="90"/>
                    <a:pt x="205" y="90"/>
                    <a:pt x="205" y="90"/>
                  </a:cubicBezTo>
                  <a:cubicBezTo>
                    <a:pt x="215" y="93"/>
                    <a:pt x="222" y="101"/>
                    <a:pt x="222" y="110"/>
                  </a:cubicBezTo>
                  <a:close/>
                  <a:moveTo>
                    <a:pt x="69" y="164"/>
                  </a:moveTo>
                  <a:cubicBezTo>
                    <a:pt x="69" y="121"/>
                    <a:pt x="69" y="121"/>
                    <a:pt x="69" y="121"/>
                  </a:cubicBezTo>
                  <a:cubicBezTo>
                    <a:pt x="69" y="118"/>
                    <a:pt x="67" y="116"/>
                    <a:pt x="64" y="116"/>
                  </a:cubicBezTo>
                  <a:cubicBezTo>
                    <a:pt x="56" y="116"/>
                    <a:pt x="56" y="116"/>
                    <a:pt x="56" y="116"/>
                  </a:cubicBezTo>
                  <a:cubicBezTo>
                    <a:pt x="53" y="116"/>
                    <a:pt x="51" y="118"/>
                    <a:pt x="51" y="121"/>
                  </a:cubicBezTo>
                  <a:cubicBezTo>
                    <a:pt x="51" y="164"/>
                    <a:pt x="51" y="164"/>
                    <a:pt x="51" y="164"/>
                  </a:cubicBezTo>
                  <a:cubicBezTo>
                    <a:pt x="51" y="164"/>
                    <a:pt x="51" y="164"/>
                    <a:pt x="51" y="165"/>
                  </a:cubicBezTo>
                  <a:cubicBezTo>
                    <a:pt x="37" y="165"/>
                    <a:pt x="37" y="165"/>
                    <a:pt x="37" y="165"/>
                  </a:cubicBezTo>
                  <a:cubicBezTo>
                    <a:pt x="37" y="164"/>
                    <a:pt x="37" y="164"/>
                    <a:pt x="37" y="164"/>
                  </a:cubicBezTo>
                  <a:cubicBezTo>
                    <a:pt x="37" y="121"/>
                    <a:pt x="37" y="121"/>
                    <a:pt x="37" y="121"/>
                  </a:cubicBezTo>
                  <a:cubicBezTo>
                    <a:pt x="37" y="110"/>
                    <a:pt x="45" y="102"/>
                    <a:pt x="56" y="102"/>
                  </a:cubicBezTo>
                  <a:cubicBezTo>
                    <a:pt x="64" y="102"/>
                    <a:pt x="64" y="102"/>
                    <a:pt x="64" y="102"/>
                  </a:cubicBezTo>
                  <a:cubicBezTo>
                    <a:pt x="75" y="102"/>
                    <a:pt x="83" y="110"/>
                    <a:pt x="83" y="121"/>
                  </a:cubicBezTo>
                  <a:cubicBezTo>
                    <a:pt x="83" y="164"/>
                    <a:pt x="83" y="164"/>
                    <a:pt x="83" y="164"/>
                  </a:cubicBezTo>
                  <a:cubicBezTo>
                    <a:pt x="83" y="164"/>
                    <a:pt x="83" y="164"/>
                    <a:pt x="83" y="165"/>
                  </a:cubicBezTo>
                  <a:cubicBezTo>
                    <a:pt x="69" y="165"/>
                    <a:pt x="69" y="165"/>
                    <a:pt x="69" y="165"/>
                  </a:cubicBezTo>
                  <a:cubicBezTo>
                    <a:pt x="69" y="164"/>
                    <a:pt x="69" y="164"/>
                    <a:pt x="69" y="164"/>
                  </a:cubicBezTo>
                  <a:close/>
                  <a:moveTo>
                    <a:pt x="131" y="165"/>
                  </a:moveTo>
                  <a:cubicBezTo>
                    <a:pt x="131" y="80"/>
                    <a:pt x="131" y="80"/>
                    <a:pt x="131" y="80"/>
                  </a:cubicBezTo>
                  <a:cubicBezTo>
                    <a:pt x="131" y="77"/>
                    <a:pt x="129" y="75"/>
                    <a:pt x="126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4" y="75"/>
                    <a:pt x="112" y="77"/>
                    <a:pt x="112" y="80"/>
                  </a:cubicBezTo>
                  <a:cubicBezTo>
                    <a:pt x="112" y="165"/>
                    <a:pt x="112" y="165"/>
                    <a:pt x="112" y="165"/>
                  </a:cubicBezTo>
                  <a:cubicBezTo>
                    <a:pt x="98" y="165"/>
                    <a:pt x="98" y="165"/>
                    <a:pt x="98" y="165"/>
                  </a:cubicBezTo>
                  <a:cubicBezTo>
                    <a:pt x="98" y="80"/>
                    <a:pt x="98" y="80"/>
                    <a:pt x="98" y="80"/>
                  </a:cubicBezTo>
                  <a:cubicBezTo>
                    <a:pt x="98" y="69"/>
                    <a:pt x="107" y="61"/>
                    <a:pt x="117" y="61"/>
                  </a:cubicBezTo>
                  <a:cubicBezTo>
                    <a:pt x="126" y="61"/>
                    <a:pt x="126" y="61"/>
                    <a:pt x="126" y="61"/>
                  </a:cubicBezTo>
                  <a:cubicBezTo>
                    <a:pt x="137" y="61"/>
                    <a:pt x="145" y="69"/>
                    <a:pt x="145" y="80"/>
                  </a:cubicBezTo>
                  <a:cubicBezTo>
                    <a:pt x="145" y="165"/>
                    <a:pt x="145" y="165"/>
                    <a:pt x="145" y="165"/>
                  </a:cubicBezTo>
                  <a:lnTo>
                    <a:pt x="131" y="165"/>
                  </a:lnTo>
                  <a:close/>
                  <a:moveTo>
                    <a:pt x="14" y="184"/>
                  </a:moveTo>
                  <a:cubicBezTo>
                    <a:pt x="237" y="184"/>
                    <a:pt x="237" y="184"/>
                    <a:pt x="237" y="184"/>
                  </a:cubicBezTo>
                  <a:cubicBezTo>
                    <a:pt x="237" y="198"/>
                    <a:pt x="237" y="198"/>
                    <a:pt x="237" y="19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4" y="3"/>
                    <a:pt x="14" y="3"/>
                    <a:pt x="14" y="3"/>
                  </a:cubicBezTo>
                  <a:lnTo>
                    <a:pt x="14" y="18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65C92744-DD16-5D56-D00B-8467819448A0}"/>
              </a:ext>
            </a:extLst>
          </p:cNvPr>
          <p:cNvGrpSpPr/>
          <p:nvPr/>
        </p:nvGrpSpPr>
        <p:grpSpPr>
          <a:xfrm>
            <a:off x="5978011" y="3463303"/>
            <a:ext cx="1263975" cy="1267292"/>
            <a:chOff x="5978011" y="3463303"/>
            <a:chExt cx="1263975" cy="1267292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CDB29FBA-4829-DD44-9F77-CD39F6278EFA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8011" y="3463303"/>
              <a:ext cx="1263975" cy="1267292"/>
            </a:xfrm>
            <a:prstGeom prst="ellipse">
              <a:avLst/>
            </a:prstGeom>
            <a:solidFill>
              <a:schemeClr val="accent1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1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id="{4B98E3CA-7B34-C44B-8ABF-EACB8E9628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84208" y="3812967"/>
              <a:ext cx="451580" cy="567964"/>
            </a:xfrm>
            <a:custGeom>
              <a:avLst/>
              <a:gdLst>
                <a:gd name="T0" fmla="*/ 110 w 205"/>
                <a:gd name="T1" fmla="*/ 30 h 258"/>
                <a:gd name="T2" fmla="*/ 96 w 205"/>
                <a:gd name="T3" fmla="*/ 52 h 258"/>
                <a:gd name="T4" fmla="*/ 103 w 205"/>
                <a:gd name="T5" fmla="*/ 258 h 258"/>
                <a:gd name="T6" fmla="*/ 110 w 205"/>
                <a:gd name="T7" fmla="*/ 52 h 258"/>
                <a:gd name="T8" fmla="*/ 161 w 205"/>
                <a:gd name="T9" fmla="*/ 203 h 258"/>
                <a:gd name="T10" fmla="*/ 151 w 205"/>
                <a:gd name="T11" fmla="*/ 213 h 258"/>
                <a:gd name="T12" fmla="*/ 110 w 205"/>
                <a:gd name="T13" fmla="*/ 244 h 258"/>
                <a:gd name="T14" fmla="*/ 103 w 205"/>
                <a:gd name="T15" fmla="*/ 223 h 258"/>
                <a:gd name="T16" fmla="*/ 96 w 205"/>
                <a:gd name="T17" fmla="*/ 244 h 258"/>
                <a:gd name="T18" fmla="*/ 55 w 205"/>
                <a:gd name="T19" fmla="*/ 213 h 258"/>
                <a:gd name="T20" fmla="*/ 45 w 205"/>
                <a:gd name="T21" fmla="*/ 203 h 258"/>
                <a:gd name="T22" fmla="*/ 14 w 205"/>
                <a:gd name="T23" fmla="*/ 162 h 258"/>
                <a:gd name="T24" fmla="*/ 35 w 205"/>
                <a:gd name="T25" fmla="*/ 155 h 258"/>
                <a:gd name="T26" fmla="*/ 14 w 205"/>
                <a:gd name="T27" fmla="*/ 148 h 258"/>
                <a:gd name="T28" fmla="*/ 45 w 205"/>
                <a:gd name="T29" fmla="*/ 107 h 258"/>
                <a:gd name="T30" fmla="*/ 55 w 205"/>
                <a:gd name="T31" fmla="*/ 107 h 258"/>
                <a:gd name="T32" fmla="*/ 45 w 205"/>
                <a:gd name="T33" fmla="*/ 87 h 258"/>
                <a:gd name="T34" fmla="*/ 160 w 205"/>
                <a:gd name="T35" fmla="*/ 88 h 258"/>
                <a:gd name="T36" fmla="*/ 151 w 205"/>
                <a:gd name="T37" fmla="*/ 107 h 258"/>
                <a:gd name="T38" fmla="*/ 161 w 205"/>
                <a:gd name="T39" fmla="*/ 107 h 258"/>
                <a:gd name="T40" fmla="*/ 191 w 205"/>
                <a:gd name="T41" fmla="*/ 148 h 258"/>
                <a:gd name="T42" fmla="*/ 171 w 205"/>
                <a:gd name="T43" fmla="*/ 155 h 258"/>
                <a:gd name="T44" fmla="*/ 191 w 205"/>
                <a:gd name="T45" fmla="*/ 162 h 258"/>
                <a:gd name="T46" fmla="*/ 78 w 205"/>
                <a:gd name="T47" fmla="*/ 39 h 258"/>
                <a:gd name="T48" fmla="*/ 64 w 205"/>
                <a:gd name="T49" fmla="*/ 23 h 258"/>
                <a:gd name="T50" fmla="*/ 118 w 205"/>
                <a:gd name="T51" fmla="*/ 0 h 258"/>
                <a:gd name="T52" fmla="*/ 141 w 205"/>
                <a:gd name="T53" fmla="*/ 39 h 258"/>
                <a:gd name="T54" fmla="*/ 127 w 205"/>
                <a:gd name="T55" fmla="*/ 23 h 258"/>
                <a:gd name="T56" fmla="*/ 87 w 205"/>
                <a:gd name="T57" fmla="*/ 14 h 258"/>
                <a:gd name="T58" fmla="*/ 78 w 205"/>
                <a:gd name="T59" fmla="*/ 39 h 258"/>
                <a:gd name="T60" fmla="*/ 175 w 205"/>
                <a:gd name="T61" fmla="*/ 44 h 258"/>
                <a:gd name="T62" fmla="*/ 193 w 205"/>
                <a:gd name="T63" fmla="*/ 79 h 258"/>
                <a:gd name="T64" fmla="*/ 110 w 205"/>
                <a:gd name="T65" fmla="*/ 130 h 258"/>
                <a:gd name="T66" fmla="*/ 103 w 205"/>
                <a:gd name="T67" fmla="*/ 81 h 258"/>
                <a:gd name="T68" fmla="*/ 96 w 205"/>
                <a:gd name="T69" fmla="*/ 130 h 258"/>
                <a:gd name="T70" fmla="*/ 96 w 205"/>
                <a:gd name="T71" fmla="*/ 180 h 258"/>
                <a:gd name="T72" fmla="*/ 103 w 205"/>
                <a:gd name="T73" fmla="*/ 197 h 258"/>
                <a:gd name="T74" fmla="*/ 110 w 205"/>
                <a:gd name="T75" fmla="*/ 180 h 258"/>
                <a:gd name="T76" fmla="*/ 110 w 205"/>
                <a:gd name="T77" fmla="*/ 130 h 258"/>
                <a:gd name="T78" fmla="*/ 103 w 205"/>
                <a:gd name="T79" fmla="*/ 167 h 258"/>
                <a:gd name="T80" fmla="*/ 91 w 205"/>
                <a:gd name="T81" fmla="*/ 155 h 258"/>
                <a:gd name="T82" fmla="*/ 103 w 205"/>
                <a:gd name="T83" fmla="*/ 143 h 258"/>
                <a:gd name="T84" fmla="*/ 114 w 205"/>
                <a:gd name="T85" fmla="*/ 155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05" h="258">
                  <a:moveTo>
                    <a:pt x="110" y="52"/>
                  </a:moveTo>
                  <a:cubicBezTo>
                    <a:pt x="110" y="30"/>
                    <a:pt x="110" y="30"/>
                    <a:pt x="110" y="30"/>
                  </a:cubicBezTo>
                  <a:cubicBezTo>
                    <a:pt x="96" y="30"/>
                    <a:pt x="96" y="30"/>
                    <a:pt x="96" y="30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42" y="56"/>
                    <a:pt x="0" y="101"/>
                    <a:pt x="0" y="155"/>
                  </a:cubicBezTo>
                  <a:cubicBezTo>
                    <a:pt x="0" y="212"/>
                    <a:pt x="46" y="258"/>
                    <a:pt x="103" y="258"/>
                  </a:cubicBezTo>
                  <a:cubicBezTo>
                    <a:pt x="159" y="258"/>
                    <a:pt x="205" y="212"/>
                    <a:pt x="205" y="155"/>
                  </a:cubicBezTo>
                  <a:cubicBezTo>
                    <a:pt x="205" y="101"/>
                    <a:pt x="163" y="56"/>
                    <a:pt x="110" y="52"/>
                  </a:cubicBezTo>
                  <a:close/>
                  <a:moveTo>
                    <a:pt x="170" y="212"/>
                  </a:moveTo>
                  <a:cubicBezTo>
                    <a:pt x="161" y="203"/>
                    <a:pt x="161" y="203"/>
                    <a:pt x="161" y="203"/>
                  </a:cubicBezTo>
                  <a:cubicBezTo>
                    <a:pt x="158" y="200"/>
                    <a:pt x="154" y="200"/>
                    <a:pt x="151" y="203"/>
                  </a:cubicBezTo>
                  <a:cubicBezTo>
                    <a:pt x="148" y="206"/>
                    <a:pt x="148" y="210"/>
                    <a:pt x="151" y="213"/>
                  </a:cubicBezTo>
                  <a:cubicBezTo>
                    <a:pt x="161" y="222"/>
                    <a:pt x="161" y="222"/>
                    <a:pt x="161" y="222"/>
                  </a:cubicBezTo>
                  <a:cubicBezTo>
                    <a:pt x="147" y="234"/>
                    <a:pt x="129" y="242"/>
                    <a:pt x="110" y="244"/>
                  </a:cubicBezTo>
                  <a:cubicBezTo>
                    <a:pt x="110" y="230"/>
                    <a:pt x="110" y="230"/>
                    <a:pt x="110" y="230"/>
                  </a:cubicBezTo>
                  <a:cubicBezTo>
                    <a:pt x="110" y="226"/>
                    <a:pt x="107" y="223"/>
                    <a:pt x="103" y="223"/>
                  </a:cubicBezTo>
                  <a:cubicBezTo>
                    <a:pt x="99" y="223"/>
                    <a:pt x="96" y="226"/>
                    <a:pt x="96" y="230"/>
                  </a:cubicBezTo>
                  <a:cubicBezTo>
                    <a:pt x="96" y="244"/>
                    <a:pt x="96" y="244"/>
                    <a:pt x="96" y="244"/>
                  </a:cubicBezTo>
                  <a:cubicBezTo>
                    <a:pt x="77" y="242"/>
                    <a:pt x="59" y="235"/>
                    <a:pt x="45" y="223"/>
                  </a:cubicBezTo>
                  <a:cubicBezTo>
                    <a:pt x="55" y="213"/>
                    <a:pt x="55" y="213"/>
                    <a:pt x="55" y="213"/>
                  </a:cubicBezTo>
                  <a:cubicBezTo>
                    <a:pt x="58" y="210"/>
                    <a:pt x="58" y="206"/>
                    <a:pt x="55" y="203"/>
                  </a:cubicBezTo>
                  <a:cubicBezTo>
                    <a:pt x="52" y="200"/>
                    <a:pt x="48" y="200"/>
                    <a:pt x="45" y="203"/>
                  </a:cubicBezTo>
                  <a:cubicBezTo>
                    <a:pt x="35" y="213"/>
                    <a:pt x="35" y="213"/>
                    <a:pt x="35" y="213"/>
                  </a:cubicBezTo>
                  <a:cubicBezTo>
                    <a:pt x="23" y="199"/>
                    <a:pt x="15" y="181"/>
                    <a:pt x="14" y="162"/>
                  </a:cubicBezTo>
                  <a:cubicBezTo>
                    <a:pt x="28" y="162"/>
                    <a:pt x="28" y="162"/>
                    <a:pt x="28" y="162"/>
                  </a:cubicBezTo>
                  <a:cubicBezTo>
                    <a:pt x="32" y="162"/>
                    <a:pt x="35" y="159"/>
                    <a:pt x="35" y="155"/>
                  </a:cubicBezTo>
                  <a:cubicBezTo>
                    <a:pt x="35" y="151"/>
                    <a:pt x="32" y="148"/>
                    <a:pt x="28" y="148"/>
                  </a:cubicBezTo>
                  <a:cubicBezTo>
                    <a:pt x="14" y="148"/>
                    <a:pt x="14" y="148"/>
                    <a:pt x="14" y="148"/>
                  </a:cubicBezTo>
                  <a:cubicBezTo>
                    <a:pt x="15" y="129"/>
                    <a:pt x="23" y="111"/>
                    <a:pt x="35" y="97"/>
                  </a:cubicBezTo>
                  <a:cubicBezTo>
                    <a:pt x="45" y="107"/>
                    <a:pt x="45" y="107"/>
                    <a:pt x="45" y="107"/>
                  </a:cubicBezTo>
                  <a:cubicBezTo>
                    <a:pt x="47" y="108"/>
                    <a:pt x="48" y="109"/>
                    <a:pt x="50" y="109"/>
                  </a:cubicBezTo>
                  <a:cubicBezTo>
                    <a:pt x="52" y="109"/>
                    <a:pt x="54" y="108"/>
                    <a:pt x="55" y="107"/>
                  </a:cubicBezTo>
                  <a:cubicBezTo>
                    <a:pt x="58" y="104"/>
                    <a:pt x="58" y="100"/>
                    <a:pt x="55" y="97"/>
                  </a:cubicBezTo>
                  <a:cubicBezTo>
                    <a:pt x="45" y="87"/>
                    <a:pt x="45" y="87"/>
                    <a:pt x="45" y="87"/>
                  </a:cubicBezTo>
                  <a:cubicBezTo>
                    <a:pt x="61" y="74"/>
                    <a:pt x="81" y="66"/>
                    <a:pt x="103" y="66"/>
                  </a:cubicBezTo>
                  <a:cubicBezTo>
                    <a:pt x="125" y="66"/>
                    <a:pt x="145" y="74"/>
                    <a:pt x="160" y="88"/>
                  </a:cubicBezTo>
                  <a:cubicBezTo>
                    <a:pt x="151" y="97"/>
                    <a:pt x="151" y="97"/>
                    <a:pt x="151" y="97"/>
                  </a:cubicBezTo>
                  <a:cubicBezTo>
                    <a:pt x="148" y="100"/>
                    <a:pt x="148" y="104"/>
                    <a:pt x="151" y="107"/>
                  </a:cubicBezTo>
                  <a:cubicBezTo>
                    <a:pt x="152" y="108"/>
                    <a:pt x="154" y="109"/>
                    <a:pt x="156" y="109"/>
                  </a:cubicBezTo>
                  <a:cubicBezTo>
                    <a:pt x="158" y="109"/>
                    <a:pt x="160" y="108"/>
                    <a:pt x="161" y="107"/>
                  </a:cubicBezTo>
                  <a:cubicBezTo>
                    <a:pt x="170" y="98"/>
                    <a:pt x="170" y="98"/>
                    <a:pt x="170" y="98"/>
                  </a:cubicBezTo>
                  <a:cubicBezTo>
                    <a:pt x="182" y="111"/>
                    <a:pt x="190" y="129"/>
                    <a:pt x="191" y="148"/>
                  </a:cubicBezTo>
                  <a:cubicBezTo>
                    <a:pt x="178" y="148"/>
                    <a:pt x="178" y="148"/>
                    <a:pt x="178" y="148"/>
                  </a:cubicBezTo>
                  <a:cubicBezTo>
                    <a:pt x="174" y="148"/>
                    <a:pt x="171" y="151"/>
                    <a:pt x="171" y="155"/>
                  </a:cubicBezTo>
                  <a:cubicBezTo>
                    <a:pt x="171" y="159"/>
                    <a:pt x="174" y="162"/>
                    <a:pt x="178" y="162"/>
                  </a:cubicBezTo>
                  <a:cubicBezTo>
                    <a:pt x="191" y="162"/>
                    <a:pt x="191" y="162"/>
                    <a:pt x="191" y="162"/>
                  </a:cubicBezTo>
                  <a:cubicBezTo>
                    <a:pt x="190" y="181"/>
                    <a:pt x="182" y="199"/>
                    <a:pt x="170" y="212"/>
                  </a:cubicBezTo>
                  <a:close/>
                  <a:moveTo>
                    <a:pt x="78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4" y="23"/>
                    <a:pt x="64" y="23"/>
                    <a:pt x="64" y="23"/>
                  </a:cubicBezTo>
                  <a:cubicBezTo>
                    <a:pt x="64" y="11"/>
                    <a:pt x="75" y="0"/>
                    <a:pt x="87" y="0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31" y="0"/>
                    <a:pt x="141" y="11"/>
                    <a:pt x="141" y="23"/>
                  </a:cubicBezTo>
                  <a:cubicBezTo>
                    <a:pt x="141" y="39"/>
                    <a:pt x="141" y="39"/>
                    <a:pt x="141" y="39"/>
                  </a:cubicBezTo>
                  <a:cubicBezTo>
                    <a:pt x="127" y="39"/>
                    <a:pt x="127" y="39"/>
                    <a:pt x="127" y="39"/>
                  </a:cubicBezTo>
                  <a:cubicBezTo>
                    <a:pt x="127" y="23"/>
                    <a:pt x="127" y="23"/>
                    <a:pt x="127" y="23"/>
                  </a:cubicBezTo>
                  <a:cubicBezTo>
                    <a:pt x="127" y="19"/>
                    <a:pt x="123" y="14"/>
                    <a:pt x="118" y="14"/>
                  </a:cubicBezTo>
                  <a:cubicBezTo>
                    <a:pt x="87" y="14"/>
                    <a:pt x="87" y="14"/>
                    <a:pt x="87" y="14"/>
                  </a:cubicBezTo>
                  <a:cubicBezTo>
                    <a:pt x="82" y="14"/>
                    <a:pt x="78" y="19"/>
                    <a:pt x="78" y="23"/>
                  </a:cubicBezTo>
                  <a:lnTo>
                    <a:pt x="78" y="39"/>
                  </a:lnTo>
                  <a:close/>
                  <a:moveTo>
                    <a:pt x="167" y="56"/>
                  </a:moveTo>
                  <a:cubicBezTo>
                    <a:pt x="175" y="44"/>
                    <a:pt x="175" y="44"/>
                    <a:pt x="175" y="44"/>
                  </a:cubicBezTo>
                  <a:cubicBezTo>
                    <a:pt x="186" y="51"/>
                    <a:pt x="195" y="60"/>
                    <a:pt x="204" y="70"/>
                  </a:cubicBezTo>
                  <a:cubicBezTo>
                    <a:pt x="193" y="79"/>
                    <a:pt x="193" y="79"/>
                    <a:pt x="193" y="79"/>
                  </a:cubicBezTo>
                  <a:cubicBezTo>
                    <a:pt x="185" y="70"/>
                    <a:pt x="177" y="63"/>
                    <a:pt x="167" y="56"/>
                  </a:cubicBezTo>
                  <a:close/>
                  <a:moveTo>
                    <a:pt x="110" y="130"/>
                  </a:moveTo>
                  <a:cubicBezTo>
                    <a:pt x="110" y="88"/>
                    <a:pt x="110" y="88"/>
                    <a:pt x="110" y="88"/>
                  </a:cubicBezTo>
                  <a:cubicBezTo>
                    <a:pt x="110" y="84"/>
                    <a:pt x="107" y="81"/>
                    <a:pt x="103" y="81"/>
                  </a:cubicBezTo>
                  <a:cubicBezTo>
                    <a:pt x="99" y="81"/>
                    <a:pt x="96" y="84"/>
                    <a:pt x="96" y="88"/>
                  </a:cubicBezTo>
                  <a:cubicBezTo>
                    <a:pt x="96" y="130"/>
                    <a:pt x="96" y="130"/>
                    <a:pt x="96" y="130"/>
                  </a:cubicBezTo>
                  <a:cubicBezTo>
                    <a:pt x="85" y="133"/>
                    <a:pt x="77" y="143"/>
                    <a:pt x="77" y="155"/>
                  </a:cubicBezTo>
                  <a:cubicBezTo>
                    <a:pt x="77" y="167"/>
                    <a:pt x="85" y="177"/>
                    <a:pt x="96" y="180"/>
                  </a:cubicBezTo>
                  <a:cubicBezTo>
                    <a:pt x="96" y="190"/>
                    <a:pt x="96" y="190"/>
                    <a:pt x="96" y="190"/>
                  </a:cubicBezTo>
                  <a:cubicBezTo>
                    <a:pt x="96" y="194"/>
                    <a:pt x="99" y="197"/>
                    <a:pt x="103" y="197"/>
                  </a:cubicBezTo>
                  <a:cubicBezTo>
                    <a:pt x="107" y="197"/>
                    <a:pt x="110" y="194"/>
                    <a:pt x="110" y="190"/>
                  </a:cubicBezTo>
                  <a:cubicBezTo>
                    <a:pt x="110" y="180"/>
                    <a:pt x="110" y="180"/>
                    <a:pt x="110" y="180"/>
                  </a:cubicBezTo>
                  <a:cubicBezTo>
                    <a:pt x="120" y="177"/>
                    <a:pt x="128" y="167"/>
                    <a:pt x="128" y="155"/>
                  </a:cubicBezTo>
                  <a:cubicBezTo>
                    <a:pt x="128" y="143"/>
                    <a:pt x="120" y="133"/>
                    <a:pt x="110" y="130"/>
                  </a:cubicBezTo>
                  <a:close/>
                  <a:moveTo>
                    <a:pt x="110" y="164"/>
                  </a:moveTo>
                  <a:cubicBezTo>
                    <a:pt x="108" y="166"/>
                    <a:pt x="105" y="167"/>
                    <a:pt x="103" y="167"/>
                  </a:cubicBezTo>
                  <a:cubicBezTo>
                    <a:pt x="100" y="167"/>
                    <a:pt x="98" y="166"/>
                    <a:pt x="96" y="164"/>
                  </a:cubicBezTo>
                  <a:cubicBezTo>
                    <a:pt x="93" y="162"/>
                    <a:pt x="91" y="159"/>
                    <a:pt x="91" y="155"/>
                  </a:cubicBezTo>
                  <a:cubicBezTo>
                    <a:pt x="91" y="151"/>
                    <a:pt x="93" y="148"/>
                    <a:pt x="96" y="146"/>
                  </a:cubicBezTo>
                  <a:cubicBezTo>
                    <a:pt x="98" y="144"/>
                    <a:pt x="100" y="143"/>
                    <a:pt x="103" y="143"/>
                  </a:cubicBezTo>
                  <a:cubicBezTo>
                    <a:pt x="105" y="143"/>
                    <a:pt x="108" y="144"/>
                    <a:pt x="110" y="146"/>
                  </a:cubicBezTo>
                  <a:cubicBezTo>
                    <a:pt x="113" y="148"/>
                    <a:pt x="114" y="151"/>
                    <a:pt x="114" y="155"/>
                  </a:cubicBezTo>
                  <a:cubicBezTo>
                    <a:pt x="114" y="159"/>
                    <a:pt x="113" y="162"/>
                    <a:pt x="110" y="16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22F66FA-0675-344C-954F-C41219A1A25D}"/>
              </a:ext>
            </a:extLst>
          </p:cNvPr>
          <p:cNvSpPr txBox="1"/>
          <p:nvPr/>
        </p:nvSpPr>
        <p:spPr>
          <a:xfrm>
            <a:off x="1084395" y="1927066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2A61920-0233-8B44-A324-94CB4D1238F7}"/>
              </a:ext>
            </a:extLst>
          </p:cNvPr>
          <p:cNvSpPr txBox="1"/>
          <p:nvPr/>
        </p:nvSpPr>
        <p:spPr>
          <a:xfrm>
            <a:off x="1084395" y="2287621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4FDB581-BD0A-744D-9DB4-E648F22AC8D4}"/>
              </a:ext>
            </a:extLst>
          </p:cNvPr>
          <p:cNvSpPr txBox="1"/>
          <p:nvPr/>
        </p:nvSpPr>
        <p:spPr>
          <a:xfrm>
            <a:off x="8643409" y="1927066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CD8A177-D883-BC42-9B70-0C4076CCD6CB}"/>
              </a:ext>
            </a:extLst>
          </p:cNvPr>
          <p:cNvSpPr txBox="1"/>
          <p:nvPr/>
        </p:nvSpPr>
        <p:spPr>
          <a:xfrm>
            <a:off x="8643409" y="2287621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4CF5ADA-9ECE-8A45-A37A-1A5E699107AD}"/>
              </a:ext>
            </a:extLst>
          </p:cNvPr>
          <p:cNvSpPr txBox="1"/>
          <p:nvPr/>
        </p:nvSpPr>
        <p:spPr>
          <a:xfrm>
            <a:off x="7841550" y="4220100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301BDC-4C7A-A44A-B205-4FC36C47E477}"/>
              </a:ext>
            </a:extLst>
          </p:cNvPr>
          <p:cNvSpPr txBox="1"/>
          <p:nvPr/>
        </p:nvSpPr>
        <p:spPr>
          <a:xfrm>
            <a:off x="7841550" y="4580655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58D2A61-73A5-6C4C-A786-3BFF9893A49C}"/>
              </a:ext>
            </a:extLst>
          </p:cNvPr>
          <p:cNvSpPr txBox="1"/>
          <p:nvPr/>
        </p:nvSpPr>
        <p:spPr>
          <a:xfrm>
            <a:off x="723547" y="4220100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EE06ED9-78FE-F54F-972D-F535994776D3}"/>
              </a:ext>
            </a:extLst>
          </p:cNvPr>
          <p:cNvSpPr txBox="1"/>
          <p:nvPr/>
        </p:nvSpPr>
        <p:spPr>
          <a:xfrm>
            <a:off x="723547" y="4580655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</p:spTree>
    <p:extLst>
      <p:ext uri="{BB962C8B-B14F-4D97-AF65-F5344CB8AC3E}">
        <p14:creationId xmlns:p14="http://schemas.microsoft.com/office/powerpoint/2010/main" val="2207314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911C9DA3-DCF1-0E53-FA60-8435093E79CB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A196B4E5-E295-E4B7-3492-9F69989A72F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17EA690-0D15-0804-B081-032AD144CCF7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选择题：判断对错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F24B4028-D8E9-471C-A03A-178311806522}"/>
              </a:ext>
            </a:extLst>
          </p:cNvPr>
          <p:cNvGrpSpPr/>
          <p:nvPr/>
        </p:nvGrpSpPr>
        <p:grpSpPr>
          <a:xfrm>
            <a:off x="1153846" y="3140239"/>
            <a:ext cx="576000" cy="576000"/>
            <a:chOff x="1153846" y="3140239"/>
            <a:chExt cx="576000" cy="576000"/>
          </a:xfrm>
        </p:grpSpPr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8E9F9968-2E36-DF4C-BAA4-A69D98233765}"/>
                </a:ext>
              </a:extLst>
            </p:cNvPr>
            <p:cNvSpPr/>
            <p:nvPr/>
          </p:nvSpPr>
          <p:spPr>
            <a:xfrm>
              <a:off x="1153846" y="3140239"/>
              <a:ext cx="576000" cy="576000"/>
            </a:xfrm>
            <a:prstGeom prst="ellipse">
              <a:avLst/>
            </a:prstGeom>
            <a:solidFill>
              <a:schemeClr val="accent2"/>
            </a:solidFill>
            <a:ln w="1270000">
              <a:noFill/>
            </a:ln>
            <a:effectLst>
              <a:outerShdw blurRad="254000" sx="102000" sy="102000" algn="ctr" rotWithShape="0">
                <a:srgbClr val="D5251A">
                  <a:alpha val="2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pic>
          <p:nvPicPr>
            <p:cNvPr id="4" name="图形 3" descr="播放">
              <a:extLst>
                <a:ext uri="{FF2B5EF4-FFF2-40B4-BE49-F238E27FC236}">
                  <a16:creationId xmlns:a16="http://schemas.microsoft.com/office/drawing/2014/main" id="{64689FC8-A411-D047-97C1-68051BD2BA11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269169" y="3290622"/>
              <a:ext cx="275233" cy="275233"/>
            </a:xfrm>
            <a:prstGeom prst="rect">
              <a:avLst/>
            </a:prstGeom>
          </p:spPr>
        </p:pic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17EFF671-37C4-45ED-B6B1-4A18BD8C3945}"/>
              </a:ext>
            </a:extLst>
          </p:cNvPr>
          <p:cNvGrpSpPr/>
          <p:nvPr/>
        </p:nvGrpSpPr>
        <p:grpSpPr>
          <a:xfrm>
            <a:off x="10577274" y="3140238"/>
            <a:ext cx="576000" cy="576000"/>
            <a:chOff x="10577274" y="3140238"/>
            <a:chExt cx="576000" cy="576000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5141CF86-4834-DA49-BEE4-51CB219C3AC2}"/>
                </a:ext>
              </a:extLst>
            </p:cNvPr>
            <p:cNvSpPr/>
            <p:nvPr/>
          </p:nvSpPr>
          <p:spPr>
            <a:xfrm rot="10800000">
              <a:off x="10577274" y="3140238"/>
              <a:ext cx="576000" cy="576000"/>
            </a:xfrm>
            <a:prstGeom prst="ellipse">
              <a:avLst/>
            </a:prstGeom>
            <a:solidFill>
              <a:schemeClr val="accent1"/>
            </a:solidFill>
            <a:ln w="1270000">
              <a:noFill/>
            </a:ln>
            <a:effectLst>
              <a:outerShdw blurRad="254000" sx="102000" sy="102000" algn="ctr" rotWithShape="0">
                <a:schemeClr val="accent1">
                  <a:alpha val="2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pic>
          <p:nvPicPr>
            <p:cNvPr id="7" name="图形 6" descr="播放">
              <a:extLst>
                <a:ext uri="{FF2B5EF4-FFF2-40B4-BE49-F238E27FC236}">
                  <a16:creationId xmlns:a16="http://schemas.microsoft.com/office/drawing/2014/main" id="{343908B6-277C-3545-AB37-59634DC9C269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762718" y="3290622"/>
              <a:ext cx="275233" cy="275233"/>
            </a:xfrm>
            <a:prstGeom prst="rect">
              <a:avLst/>
            </a:prstGeom>
          </p:spPr>
        </p:pic>
      </p:grp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CC2E0FC4-D092-C049-8C8C-647FCB778DF8}"/>
              </a:ext>
            </a:extLst>
          </p:cNvPr>
          <p:cNvSpPr/>
          <p:nvPr/>
        </p:nvSpPr>
        <p:spPr>
          <a:xfrm>
            <a:off x="1894637" y="2158150"/>
            <a:ext cx="2525802" cy="2905470"/>
          </a:xfrm>
          <a:prstGeom prst="roundRect">
            <a:avLst>
              <a:gd name="adj" fmla="val 10174"/>
            </a:avLst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10" name="图形 9" descr="磁盘">
            <a:extLst>
              <a:ext uri="{FF2B5EF4-FFF2-40B4-BE49-F238E27FC236}">
                <a16:creationId xmlns:a16="http://schemas.microsoft.com/office/drawing/2014/main" id="{D5CB1599-6C22-E94B-B517-EB8D822260C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11724" y="2618222"/>
            <a:ext cx="576000" cy="576000"/>
          </a:xfrm>
          <a:prstGeom prst="rect">
            <a:avLst/>
          </a:prstGeom>
        </p:spPr>
      </p:pic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CCA3D0B-C2B3-E145-B445-388F8DB11613}"/>
              </a:ext>
            </a:extLst>
          </p:cNvPr>
          <p:cNvSpPr/>
          <p:nvPr/>
        </p:nvSpPr>
        <p:spPr>
          <a:xfrm>
            <a:off x="4584235" y="1908633"/>
            <a:ext cx="3023530" cy="3478014"/>
          </a:xfrm>
          <a:prstGeom prst="roundRect">
            <a:avLst>
              <a:gd name="adj" fmla="val 10174"/>
            </a:avLst>
          </a:prstGeom>
          <a:solidFill>
            <a:schemeClr val="accent1"/>
          </a:solidFill>
          <a:ln>
            <a:noFill/>
          </a:ln>
          <a:effectLst>
            <a:outerShdw blurRad="139700" sx="102000" sy="102000" algn="ctr" rotWithShape="0">
              <a:schemeClr val="accent1">
                <a:alpha val="3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16" name="图形 15" descr="磁盘">
            <a:extLst>
              <a:ext uri="{FF2B5EF4-FFF2-40B4-BE49-F238E27FC236}">
                <a16:creationId xmlns:a16="http://schemas.microsoft.com/office/drawing/2014/main" id="{A1D3F026-CD28-834B-AAF9-325B6A4E9E9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04315" y="2374677"/>
            <a:ext cx="783370" cy="783370"/>
          </a:xfrm>
          <a:prstGeom prst="rect">
            <a:avLst/>
          </a:prstGeom>
        </p:spPr>
      </p:pic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2051F8A9-2FB5-F045-8D2D-19CA175019BA}"/>
              </a:ext>
            </a:extLst>
          </p:cNvPr>
          <p:cNvSpPr/>
          <p:nvPr/>
        </p:nvSpPr>
        <p:spPr>
          <a:xfrm>
            <a:off x="7771562" y="2158913"/>
            <a:ext cx="2525802" cy="2905470"/>
          </a:xfrm>
          <a:prstGeom prst="roundRect">
            <a:avLst>
              <a:gd name="adj" fmla="val 10174"/>
            </a:avLst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22" name="图形 21" descr="磁盘">
            <a:extLst>
              <a:ext uri="{FF2B5EF4-FFF2-40B4-BE49-F238E27FC236}">
                <a16:creationId xmlns:a16="http://schemas.microsoft.com/office/drawing/2014/main" id="{0066CDC3-4B07-AF47-A650-538119152AD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88649" y="2618985"/>
            <a:ext cx="576000" cy="576000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738C0CD9-0D1B-7141-AD3E-0B9651B1E5FB}"/>
              </a:ext>
            </a:extLst>
          </p:cNvPr>
          <p:cNvSpPr txBox="1"/>
          <p:nvPr/>
        </p:nvSpPr>
        <p:spPr>
          <a:xfrm>
            <a:off x="2310410" y="3296801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文字添加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49B3E50-A97F-2A46-B440-433ADDE4D0FB}"/>
              </a:ext>
            </a:extLst>
          </p:cNvPr>
          <p:cNvSpPr txBox="1"/>
          <p:nvPr/>
        </p:nvSpPr>
        <p:spPr>
          <a:xfrm>
            <a:off x="2124103" y="3758466"/>
            <a:ext cx="2152064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D64E14D-B41C-3D45-A7D6-EEB53BADC1F1}"/>
              </a:ext>
            </a:extLst>
          </p:cNvPr>
          <p:cNvSpPr txBox="1"/>
          <p:nvPr/>
        </p:nvSpPr>
        <p:spPr>
          <a:xfrm>
            <a:off x="8169147" y="3296801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文字添加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A7FC9C9-E3D4-A64E-B3EF-DD5C2D4C8EBC}"/>
              </a:ext>
            </a:extLst>
          </p:cNvPr>
          <p:cNvSpPr txBox="1"/>
          <p:nvPr/>
        </p:nvSpPr>
        <p:spPr>
          <a:xfrm>
            <a:off x="7982840" y="3758466"/>
            <a:ext cx="2152064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99B0A9F-FC5F-4F4D-88E0-1B37515657EE}"/>
              </a:ext>
            </a:extLst>
          </p:cNvPr>
          <p:cNvSpPr txBox="1"/>
          <p:nvPr/>
        </p:nvSpPr>
        <p:spPr>
          <a:xfrm>
            <a:off x="5206275" y="3360457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文字添加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8EB16DE-46CC-D045-A21B-48055C48EDA5}"/>
              </a:ext>
            </a:extLst>
          </p:cNvPr>
          <p:cNvSpPr txBox="1"/>
          <p:nvPr/>
        </p:nvSpPr>
        <p:spPr>
          <a:xfrm>
            <a:off x="5019968" y="3822122"/>
            <a:ext cx="2152064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482D13A-D358-CD8D-884E-13A53EFE69FC}"/>
              </a:ext>
            </a:extLst>
          </p:cNvPr>
          <p:cNvSpPr txBox="1"/>
          <p:nvPr/>
        </p:nvSpPr>
        <p:spPr>
          <a:xfrm>
            <a:off x="1219200" y="3552444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识别常见概念误区 识别常见概念误区 </a:t>
            </a:r>
            <a:r>
              <a:rPr lang="en-US" altLang="zh-CN" sz="1000"/>
              <a:t>• </a:t>
            </a:r>
            <a:r>
              <a:rPr lang="zh-CN" altLang="en-US" sz="1000"/>
              <a:t>结论：最大误区是把合力等同于任一单力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证据：错例中漏减摩擦力导致</a:t>
            </a:r>
            <a:r>
              <a:rPr lang="en-US" altLang="zh-CN" sz="1000"/>
              <a:t>a</a:t>
            </a:r>
            <a:r>
              <a:rPr lang="zh-CN" altLang="en-US" sz="1000"/>
              <a:t>偏大</a:t>
            </a:r>
            <a:r>
              <a:rPr lang="en-US" altLang="zh-CN" sz="1000"/>
              <a:t>33%...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793253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4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5" grpId="0" animBg="1"/>
      <p:bldP spid="21" grpId="0" animBg="1"/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2231801" y="2449763"/>
            <a:ext cx="7728398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计算题：灵活应用公式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提升多步骤计算与表达能力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结论：解题必须写清已知、求解、公式、结果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证据：完整步骤题得分率显著高于跳步题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计算题：灵活应用公式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04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99752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13F3A5E1-C2A5-737F-9D41-DC42A469F06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2F30943A-DE47-F536-4A05-E10DF56A2F81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64D98D9-57E0-97D9-6647-F07320439562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五、课堂总结与分层作业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5F052BB-0703-1F4B-8AE8-B92B2A1FE11B}"/>
              </a:ext>
            </a:extLst>
          </p:cNvPr>
          <p:cNvGrpSpPr/>
          <p:nvPr/>
        </p:nvGrpSpPr>
        <p:grpSpPr>
          <a:xfrm>
            <a:off x="818936" y="1946397"/>
            <a:ext cx="4407005" cy="3461504"/>
            <a:chOff x="5006511" y="-1533965"/>
            <a:chExt cx="1967574" cy="1545441"/>
          </a:xfrm>
        </p:grpSpPr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12C8FBC8-581C-6444-A47A-0332622EF459}"/>
                </a:ext>
              </a:extLst>
            </p:cNvPr>
            <p:cNvSpPr/>
            <p:nvPr/>
          </p:nvSpPr>
          <p:spPr bwMode="auto">
            <a:xfrm>
              <a:off x="5006511" y="-1429226"/>
              <a:ext cx="1112216" cy="1440702"/>
            </a:xfrm>
            <a:custGeom>
              <a:avLst/>
              <a:gdLst>
                <a:gd name="connsiteX0" fmla="*/ 1402556 w 4935538"/>
                <a:gd name="connsiteY0" fmla="*/ 3773837 h 6393212"/>
                <a:gd name="connsiteX1" fmla="*/ 1416050 w 4935538"/>
                <a:gd name="connsiteY1" fmla="*/ 3793690 h 6393212"/>
                <a:gd name="connsiteX2" fmla="*/ 1428750 w 4935538"/>
                <a:gd name="connsiteY2" fmla="*/ 3813542 h 6393212"/>
                <a:gd name="connsiteX3" fmla="*/ 1442244 w 4935538"/>
                <a:gd name="connsiteY3" fmla="*/ 3831807 h 6393212"/>
                <a:gd name="connsiteX4" fmla="*/ 1457325 w 4935538"/>
                <a:gd name="connsiteY4" fmla="*/ 3850071 h 6393212"/>
                <a:gd name="connsiteX5" fmla="*/ 2065338 w 4935538"/>
                <a:gd name="connsiteY5" fmla="*/ 4524262 h 6393212"/>
                <a:gd name="connsiteX6" fmla="*/ 2048669 w 4935538"/>
                <a:gd name="connsiteY6" fmla="*/ 4693406 h 6393212"/>
                <a:gd name="connsiteX7" fmla="*/ 2047082 w 4935538"/>
                <a:gd name="connsiteY7" fmla="*/ 4711670 h 6393212"/>
                <a:gd name="connsiteX8" fmla="*/ 2044700 w 4935538"/>
                <a:gd name="connsiteY8" fmla="*/ 4729934 h 6393212"/>
                <a:gd name="connsiteX9" fmla="*/ 2040732 w 4935538"/>
                <a:gd name="connsiteY9" fmla="*/ 4747405 h 6393212"/>
                <a:gd name="connsiteX10" fmla="*/ 2037557 w 4935538"/>
                <a:gd name="connsiteY10" fmla="*/ 4765669 h 6393212"/>
                <a:gd name="connsiteX11" fmla="*/ 2032794 w 4935538"/>
                <a:gd name="connsiteY11" fmla="*/ 4783139 h 6393212"/>
                <a:gd name="connsiteX12" fmla="*/ 2028032 w 4935538"/>
                <a:gd name="connsiteY12" fmla="*/ 4800609 h 6393212"/>
                <a:gd name="connsiteX13" fmla="*/ 2021682 w 4935538"/>
                <a:gd name="connsiteY13" fmla="*/ 4817285 h 6393212"/>
                <a:gd name="connsiteX14" fmla="*/ 2015332 w 4935538"/>
                <a:gd name="connsiteY14" fmla="*/ 4834756 h 6393212"/>
                <a:gd name="connsiteX15" fmla="*/ 2008188 w 4935538"/>
                <a:gd name="connsiteY15" fmla="*/ 4851432 h 6393212"/>
                <a:gd name="connsiteX16" fmla="*/ 2000250 w 4935538"/>
                <a:gd name="connsiteY16" fmla="*/ 4867314 h 6393212"/>
                <a:gd name="connsiteX17" fmla="*/ 1992313 w 4935538"/>
                <a:gd name="connsiteY17" fmla="*/ 4883196 h 6393212"/>
                <a:gd name="connsiteX18" fmla="*/ 1983582 w 4935538"/>
                <a:gd name="connsiteY18" fmla="*/ 4899078 h 6393212"/>
                <a:gd name="connsiteX19" fmla="*/ 1974850 w 4935538"/>
                <a:gd name="connsiteY19" fmla="*/ 4914166 h 6393212"/>
                <a:gd name="connsiteX20" fmla="*/ 1965325 w 4935538"/>
                <a:gd name="connsiteY20" fmla="*/ 4929254 h 6393212"/>
                <a:gd name="connsiteX21" fmla="*/ 1954213 w 4935538"/>
                <a:gd name="connsiteY21" fmla="*/ 4944341 h 6393212"/>
                <a:gd name="connsiteX22" fmla="*/ 1943894 w 4935538"/>
                <a:gd name="connsiteY22" fmla="*/ 4958635 h 6393212"/>
                <a:gd name="connsiteX23" fmla="*/ 1933575 w 4935538"/>
                <a:gd name="connsiteY23" fmla="*/ 4971341 h 6393212"/>
                <a:gd name="connsiteX24" fmla="*/ 1920875 w 4935538"/>
                <a:gd name="connsiteY24" fmla="*/ 4984841 h 6393212"/>
                <a:gd name="connsiteX25" fmla="*/ 1908969 w 4935538"/>
                <a:gd name="connsiteY25" fmla="*/ 4998340 h 6393212"/>
                <a:gd name="connsiteX26" fmla="*/ 1896269 w 4935538"/>
                <a:gd name="connsiteY26" fmla="*/ 5010252 h 6393212"/>
                <a:gd name="connsiteX27" fmla="*/ 1882775 w 4935538"/>
                <a:gd name="connsiteY27" fmla="*/ 5022957 h 6393212"/>
                <a:gd name="connsiteX28" fmla="*/ 1869282 w 4935538"/>
                <a:gd name="connsiteY28" fmla="*/ 5034075 h 6393212"/>
                <a:gd name="connsiteX29" fmla="*/ 1854994 w 4935538"/>
                <a:gd name="connsiteY29" fmla="*/ 5045986 h 6393212"/>
                <a:gd name="connsiteX30" fmla="*/ 1841500 w 4935538"/>
                <a:gd name="connsiteY30" fmla="*/ 5056310 h 6393212"/>
                <a:gd name="connsiteX31" fmla="*/ 1826419 w 4935538"/>
                <a:gd name="connsiteY31" fmla="*/ 5067427 h 6393212"/>
                <a:gd name="connsiteX32" fmla="*/ 1811338 w 4935538"/>
                <a:gd name="connsiteY32" fmla="*/ 5076956 h 6393212"/>
                <a:gd name="connsiteX33" fmla="*/ 1796256 w 4935538"/>
                <a:gd name="connsiteY33" fmla="*/ 5085691 h 6393212"/>
                <a:gd name="connsiteX34" fmla="*/ 1780381 w 4935538"/>
                <a:gd name="connsiteY34" fmla="*/ 5094426 h 6393212"/>
                <a:gd name="connsiteX35" fmla="*/ 1763713 w 4935538"/>
                <a:gd name="connsiteY35" fmla="*/ 5102367 h 6393212"/>
                <a:gd name="connsiteX36" fmla="*/ 1747838 w 4935538"/>
                <a:gd name="connsiteY36" fmla="*/ 5110308 h 6393212"/>
                <a:gd name="connsiteX37" fmla="*/ 1729581 w 4935538"/>
                <a:gd name="connsiteY37" fmla="*/ 5117455 h 6393212"/>
                <a:gd name="connsiteX38" fmla="*/ 1712913 w 4935538"/>
                <a:gd name="connsiteY38" fmla="*/ 5123808 h 6393212"/>
                <a:gd name="connsiteX39" fmla="*/ 483394 w 4935538"/>
                <a:gd name="connsiteY39" fmla="*/ 5551828 h 6393212"/>
                <a:gd name="connsiteX40" fmla="*/ 468312 w 4935538"/>
                <a:gd name="connsiteY40" fmla="*/ 5556593 h 6393212"/>
                <a:gd name="connsiteX41" fmla="*/ 454025 w 4935538"/>
                <a:gd name="connsiteY41" fmla="*/ 5560563 h 6393212"/>
                <a:gd name="connsiteX42" fmla="*/ 439737 w 4935538"/>
                <a:gd name="connsiteY42" fmla="*/ 5564534 h 6393212"/>
                <a:gd name="connsiteX43" fmla="*/ 424656 w 4935538"/>
                <a:gd name="connsiteY43" fmla="*/ 5566916 h 6393212"/>
                <a:gd name="connsiteX44" fmla="*/ 409575 w 4935538"/>
                <a:gd name="connsiteY44" fmla="*/ 5568505 h 6393212"/>
                <a:gd name="connsiteX45" fmla="*/ 394494 w 4935538"/>
                <a:gd name="connsiteY45" fmla="*/ 5570887 h 6393212"/>
                <a:gd name="connsiteX46" fmla="*/ 379412 w 4935538"/>
                <a:gd name="connsiteY46" fmla="*/ 5571681 h 6393212"/>
                <a:gd name="connsiteX47" fmla="*/ 364331 w 4935538"/>
                <a:gd name="connsiteY47" fmla="*/ 5572475 h 6393212"/>
                <a:gd name="connsiteX48" fmla="*/ 350044 w 4935538"/>
                <a:gd name="connsiteY48" fmla="*/ 5571681 h 6393212"/>
                <a:gd name="connsiteX49" fmla="*/ 335756 w 4935538"/>
                <a:gd name="connsiteY49" fmla="*/ 5570887 h 6393212"/>
                <a:gd name="connsiteX50" fmla="*/ 322262 w 4935538"/>
                <a:gd name="connsiteY50" fmla="*/ 5569299 h 6393212"/>
                <a:gd name="connsiteX51" fmla="*/ 308769 w 4935538"/>
                <a:gd name="connsiteY51" fmla="*/ 5567710 h 6393212"/>
                <a:gd name="connsiteX52" fmla="*/ 294481 w 4935538"/>
                <a:gd name="connsiteY52" fmla="*/ 5565328 h 6393212"/>
                <a:gd name="connsiteX53" fmla="*/ 280987 w 4935538"/>
                <a:gd name="connsiteY53" fmla="*/ 5562946 h 6393212"/>
                <a:gd name="connsiteX54" fmla="*/ 254794 w 4935538"/>
                <a:gd name="connsiteY54" fmla="*/ 5554211 h 6393212"/>
                <a:gd name="connsiteX55" fmla="*/ 227806 w 4935538"/>
                <a:gd name="connsiteY55" fmla="*/ 5545476 h 6393212"/>
                <a:gd name="connsiteX56" fmla="*/ 203200 w 4935538"/>
                <a:gd name="connsiteY56" fmla="*/ 5534358 h 6393212"/>
                <a:gd name="connsiteX57" fmla="*/ 178594 w 4935538"/>
                <a:gd name="connsiteY57" fmla="*/ 5520859 h 6393212"/>
                <a:gd name="connsiteX58" fmla="*/ 155575 w 4935538"/>
                <a:gd name="connsiteY58" fmla="*/ 5505771 h 6393212"/>
                <a:gd name="connsiteX59" fmla="*/ 133350 w 4935538"/>
                <a:gd name="connsiteY59" fmla="*/ 5489094 h 6393212"/>
                <a:gd name="connsiteX60" fmla="*/ 123031 w 4935538"/>
                <a:gd name="connsiteY60" fmla="*/ 5480359 h 6393212"/>
                <a:gd name="connsiteX61" fmla="*/ 111919 w 4935538"/>
                <a:gd name="connsiteY61" fmla="*/ 5470830 h 6393212"/>
                <a:gd name="connsiteX62" fmla="*/ 102394 w 4935538"/>
                <a:gd name="connsiteY62" fmla="*/ 5460507 h 6393212"/>
                <a:gd name="connsiteX63" fmla="*/ 92869 w 4935538"/>
                <a:gd name="connsiteY63" fmla="*/ 5450978 h 6393212"/>
                <a:gd name="connsiteX64" fmla="*/ 84137 w 4935538"/>
                <a:gd name="connsiteY64" fmla="*/ 5440654 h 6393212"/>
                <a:gd name="connsiteX65" fmla="*/ 75406 w 4935538"/>
                <a:gd name="connsiteY65" fmla="*/ 5428743 h 6393212"/>
                <a:gd name="connsiteX66" fmla="*/ 66675 w 4935538"/>
                <a:gd name="connsiteY66" fmla="*/ 5417625 h 6393212"/>
                <a:gd name="connsiteX67" fmla="*/ 58737 w 4935538"/>
                <a:gd name="connsiteY67" fmla="*/ 5405714 h 6393212"/>
                <a:gd name="connsiteX68" fmla="*/ 51594 w 4935538"/>
                <a:gd name="connsiteY68" fmla="*/ 5393802 h 6393212"/>
                <a:gd name="connsiteX69" fmla="*/ 44450 w 4935538"/>
                <a:gd name="connsiteY69" fmla="*/ 5381097 h 6393212"/>
                <a:gd name="connsiteX70" fmla="*/ 37306 w 4935538"/>
                <a:gd name="connsiteY70" fmla="*/ 5367597 h 6393212"/>
                <a:gd name="connsiteX71" fmla="*/ 30956 w 4935538"/>
                <a:gd name="connsiteY71" fmla="*/ 5354891 h 6393212"/>
                <a:gd name="connsiteX72" fmla="*/ 25400 w 4935538"/>
                <a:gd name="connsiteY72" fmla="*/ 5341392 h 6393212"/>
                <a:gd name="connsiteX73" fmla="*/ 20637 w 4935538"/>
                <a:gd name="connsiteY73" fmla="*/ 5327098 h 6393212"/>
                <a:gd name="connsiteX74" fmla="*/ 15081 w 4935538"/>
                <a:gd name="connsiteY74" fmla="*/ 5309628 h 6393212"/>
                <a:gd name="connsiteX75" fmla="*/ 9525 w 4935538"/>
                <a:gd name="connsiteY75" fmla="*/ 5292157 h 6393212"/>
                <a:gd name="connsiteX76" fmla="*/ 6350 w 4935538"/>
                <a:gd name="connsiteY76" fmla="*/ 5273099 h 6393212"/>
                <a:gd name="connsiteX77" fmla="*/ 3175 w 4935538"/>
                <a:gd name="connsiteY77" fmla="*/ 5255629 h 6393212"/>
                <a:gd name="connsiteX78" fmla="*/ 794 w 4935538"/>
                <a:gd name="connsiteY78" fmla="*/ 5238159 h 6393212"/>
                <a:gd name="connsiteX79" fmla="*/ 0 w 4935538"/>
                <a:gd name="connsiteY79" fmla="*/ 5219894 h 6393212"/>
                <a:gd name="connsiteX80" fmla="*/ 0 w 4935538"/>
                <a:gd name="connsiteY80" fmla="*/ 5201630 h 6393212"/>
                <a:gd name="connsiteX81" fmla="*/ 794 w 4935538"/>
                <a:gd name="connsiteY81" fmla="*/ 5184160 h 6393212"/>
                <a:gd name="connsiteX82" fmla="*/ 2381 w 4935538"/>
                <a:gd name="connsiteY82" fmla="*/ 5165895 h 6393212"/>
                <a:gd name="connsiteX83" fmla="*/ 4762 w 4935538"/>
                <a:gd name="connsiteY83" fmla="*/ 5149219 h 6393212"/>
                <a:gd name="connsiteX84" fmla="*/ 7937 w 4935538"/>
                <a:gd name="connsiteY84" fmla="*/ 5131749 h 6393212"/>
                <a:gd name="connsiteX85" fmla="*/ 12700 w 4935538"/>
                <a:gd name="connsiteY85" fmla="*/ 5115073 h 6393212"/>
                <a:gd name="connsiteX86" fmla="*/ 16669 w 4935538"/>
                <a:gd name="connsiteY86" fmla="*/ 5098397 h 6393212"/>
                <a:gd name="connsiteX87" fmla="*/ 23019 w 4935538"/>
                <a:gd name="connsiteY87" fmla="*/ 5080927 h 6393212"/>
                <a:gd name="connsiteX88" fmla="*/ 29369 w 4935538"/>
                <a:gd name="connsiteY88" fmla="*/ 5065045 h 6393212"/>
                <a:gd name="connsiteX89" fmla="*/ 36512 w 4935538"/>
                <a:gd name="connsiteY89" fmla="*/ 5049163 h 6393212"/>
                <a:gd name="connsiteX90" fmla="*/ 44450 w 4935538"/>
                <a:gd name="connsiteY90" fmla="*/ 5033281 h 6393212"/>
                <a:gd name="connsiteX91" fmla="*/ 53181 w 4935538"/>
                <a:gd name="connsiteY91" fmla="*/ 5018193 h 6393212"/>
                <a:gd name="connsiteX92" fmla="*/ 62706 w 4935538"/>
                <a:gd name="connsiteY92" fmla="*/ 5003105 h 6393212"/>
                <a:gd name="connsiteX93" fmla="*/ 72231 w 4935538"/>
                <a:gd name="connsiteY93" fmla="*/ 4989605 h 6393212"/>
                <a:gd name="connsiteX94" fmla="*/ 84137 w 4935538"/>
                <a:gd name="connsiteY94" fmla="*/ 4976105 h 6393212"/>
                <a:gd name="connsiteX95" fmla="*/ 95250 w 4935538"/>
                <a:gd name="connsiteY95" fmla="*/ 4962606 h 6393212"/>
                <a:gd name="connsiteX96" fmla="*/ 107156 w 4935538"/>
                <a:gd name="connsiteY96" fmla="*/ 4949106 h 6393212"/>
                <a:gd name="connsiteX97" fmla="*/ 120650 w 4935538"/>
                <a:gd name="connsiteY97" fmla="*/ 4937195 h 6393212"/>
                <a:gd name="connsiteX98" fmla="*/ 133350 w 4935538"/>
                <a:gd name="connsiteY98" fmla="*/ 4925283 h 6393212"/>
                <a:gd name="connsiteX99" fmla="*/ 147637 w 4935538"/>
                <a:gd name="connsiteY99" fmla="*/ 4914960 h 6393212"/>
                <a:gd name="connsiteX100" fmla="*/ 162719 w 4935538"/>
                <a:gd name="connsiteY100" fmla="*/ 4904637 h 6393212"/>
                <a:gd name="connsiteX101" fmla="*/ 177800 w 4935538"/>
                <a:gd name="connsiteY101" fmla="*/ 4894313 h 6393212"/>
                <a:gd name="connsiteX102" fmla="*/ 193675 w 4935538"/>
                <a:gd name="connsiteY102" fmla="*/ 4885578 h 6393212"/>
                <a:gd name="connsiteX103" fmla="*/ 209550 w 4935538"/>
                <a:gd name="connsiteY103" fmla="*/ 4877637 h 6393212"/>
                <a:gd name="connsiteX104" fmla="*/ 227012 w 4935538"/>
                <a:gd name="connsiteY104" fmla="*/ 4870490 h 6393212"/>
                <a:gd name="connsiteX105" fmla="*/ 245269 w 4935538"/>
                <a:gd name="connsiteY105" fmla="*/ 4863343 h 6393212"/>
                <a:gd name="connsiteX106" fmla="*/ 1337469 w 4935538"/>
                <a:gd name="connsiteY106" fmla="*/ 4482969 h 6393212"/>
                <a:gd name="connsiteX107" fmla="*/ 3290220 w 4935538"/>
                <a:gd name="connsiteY107" fmla="*/ 1767237 h 6393212"/>
                <a:gd name="connsiteX108" fmla="*/ 3557823 w 4935538"/>
                <a:gd name="connsiteY108" fmla="*/ 2381179 h 6393212"/>
                <a:gd name="connsiteX109" fmla="*/ 4506739 w 4935538"/>
                <a:gd name="connsiteY109" fmla="*/ 1997565 h 6393212"/>
                <a:gd name="connsiteX110" fmla="*/ 4521826 w 4935538"/>
                <a:gd name="connsiteY110" fmla="*/ 1992799 h 6393212"/>
                <a:gd name="connsiteX111" fmla="*/ 4536914 w 4935538"/>
                <a:gd name="connsiteY111" fmla="*/ 1987239 h 6393212"/>
                <a:gd name="connsiteX112" fmla="*/ 4552001 w 4935538"/>
                <a:gd name="connsiteY112" fmla="*/ 1984063 h 6393212"/>
                <a:gd name="connsiteX113" fmla="*/ 4566294 w 4935538"/>
                <a:gd name="connsiteY113" fmla="*/ 1980091 h 6393212"/>
                <a:gd name="connsiteX114" fmla="*/ 4581382 w 4935538"/>
                <a:gd name="connsiteY114" fmla="*/ 1977709 h 6393212"/>
                <a:gd name="connsiteX115" fmla="*/ 4597263 w 4935538"/>
                <a:gd name="connsiteY115" fmla="*/ 1976914 h 6393212"/>
                <a:gd name="connsiteX116" fmla="*/ 4612351 w 4935538"/>
                <a:gd name="connsiteY116" fmla="*/ 1976120 h 6393212"/>
                <a:gd name="connsiteX117" fmla="*/ 4627438 w 4935538"/>
                <a:gd name="connsiteY117" fmla="*/ 1975326 h 6393212"/>
                <a:gd name="connsiteX118" fmla="*/ 4642525 w 4935538"/>
                <a:gd name="connsiteY118" fmla="*/ 1976120 h 6393212"/>
                <a:gd name="connsiteX119" fmla="*/ 4657613 w 4935538"/>
                <a:gd name="connsiteY119" fmla="*/ 1977709 h 6393212"/>
                <a:gd name="connsiteX120" fmla="*/ 4672700 w 4935538"/>
                <a:gd name="connsiteY120" fmla="*/ 1979297 h 6393212"/>
                <a:gd name="connsiteX121" fmla="*/ 4687788 w 4935538"/>
                <a:gd name="connsiteY121" fmla="*/ 1981680 h 6393212"/>
                <a:gd name="connsiteX122" fmla="*/ 4702081 w 4935538"/>
                <a:gd name="connsiteY122" fmla="*/ 1985651 h 6393212"/>
                <a:gd name="connsiteX123" fmla="*/ 4717168 w 4935538"/>
                <a:gd name="connsiteY123" fmla="*/ 1989622 h 6393212"/>
                <a:gd name="connsiteX124" fmla="*/ 4731461 w 4935538"/>
                <a:gd name="connsiteY124" fmla="*/ 1994388 h 6393212"/>
                <a:gd name="connsiteX125" fmla="*/ 4744167 w 4935538"/>
                <a:gd name="connsiteY125" fmla="*/ 1999947 h 6393212"/>
                <a:gd name="connsiteX126" fmla="*/ 4758460 w 4935538"/>
                <a:gd name="connsiteY126" fmla="*/ 2006301 h 6393212"/>
                <a:gd name="connsiteX127" fmla="*/ 4771959 w 4935538"/>
                <a:gd name="connsiteY127" fmla="*/ 2012655 h 6393212"/>
                <a:gd name="connsiteX128" fmla="*/ 4785458 w 4935538"/>
                <a:gd name="connsiteY128" fmla="*/ 2020597 h 6393212"/>
                <a:gd name="connsiteX129" fmla="*/ 4797369 w 4935538"/>
                <a:gd name="connsiteY129" fmla="*/ 2028540 h 6393212"/>
                <a:gd name="connsiteX130" fmla="*/ 4810075 w 4935538"/>
                <a:gd name="connsiteY130" fmla="*/ 2037276 h 6393212"/>
                <a:gd name="connsiteX131" fmla="*/ 4821192 w 4935538"/>
                <a:gd name="connsiteY131" fmla="*/ 2046807 h 6393212"/>
                <a:gd name="connsiteX132" fmla="*/ 4833103 w 4935538"/>
                <a:gd name="connsiteY132" fmla="*/ 2056338 h 6393212"/>
                <a:gd name="connsiteX133" fmla="*/ 4844220 w 4935538"/>
                <a:gd name="connsiteY133" fmla="*/ 2066663 h 6393212"/>
                <a:gd name="connsiteX134" fmla="*/ 4855337 w 4935538"/>
                <a:gd name="connsiteY134" fmla="*/ 2077782 h 6393212"/>
                <a:gd name="connsiteX135" fmla="*/ 4864866 w 4935538"/>
                <a:gd name="connsiteY135" fmla="*/ 2089695 h 6393212"/>
                <a:gd name="connsiteX136" fmla="*/ 4874394 w 4935538"/>
                <a:gd name="connsiteY136" fmla="*/ 2101609 h 6393212"/>
                <a:gd name="connsiteX137" fmla="*/ 4883129 w 4935538"/>
                <a:gd name="connsiteY137" fmla="*/ 2115111 h 6393212"/>
                <a:gd name="connsiteX138" fmla="*/ 4891070 w 4935538"/>
                <a:gd name="connsiteY138" fmla="*/ 2127819 h 6393212"/>
                <a:gd name="connsiteX139" fmla="*/ 4899011 w 4935538"/>
                <a:gd name="connsiteY139" fmla="*/ 2141320 h 6393212"/>
                <a:gd name="connsiteX140" fmla="*/ 4906157 w 4935538"/>
                <a:gd name="connsiteY140" fmla="*/ 2155617 h 6393212"/>
                <a:gd name="connsiteX141" fmla="*/ 4912510 w 4935538"/>
                <a:gd name="connsiteY141" fmla="*/ 2170707 h 6393212"/>
                <a:gd name="connsiteX142" fmla="*/ 4918068 w 4935538"/>
                <a:gd name="connsiteY142" fmla="*/ 2185797 h 6393212"/>
                <a:gd name="connsiteX143" fmla="*/ 4922833 w 4935538"/>
                <a:gd name="connsiteY143" fmla="*/ 2200888 h 6393212"/>
                <a:gd name="connsiteX144" fmla="*/ 4926803 w 4935538"/>
                <a:gd name="connsiteY144" fmla="*/ 2215978 h 6393212"/>
                <a:gd name="connsiteX145" fmla="*/ 4929980 w 4935538"/>
                <a:gd name="connsiteY145" fmla="*/ 2230274 h 6393212"/>
                <a:gd name="connsiteX146" fmla="*/ 4933156 w 4935538"/>
                <a:gd name="connsiteY146" fmla="*/ 2246953 h 6393212"/>
                <a:gd name="connsiteX147" fmla="*/ 4934744 w 4935538"/>
                <a:gd name="connsiteY147" fmla="*/ 2261249 h 6393212"/>
                <a:gd name="connsiteX148" fmla="*/ 4935538 w 4935538"/>
                <a:gd name="connsiteY148" fmla="*/ 2276340 h 6393212"/>
                <a:gd name="connsiteX149" fmla="*/ 4935538 w 4935538"/>
                <a:gd name="connsiteY149" fmla="*/ 2291430 h 6393212"/>
                <a:gd name="connsiteX150" fmla="*/ 4934744 w 4935538"/>
                <a:gd name="connsiteY150" fmla="*/ 2307315 h 6393212"/>
                <a:gd name="connsiteX151" fmla="*/ 4933950 w 4935538"/>
                <a:gd name="connsiteY151" fmla="*/ 2322405 h 6393212"/>
                <a:gd name="connsiteX152" fmla="*/ 4930774 w 4935538"/>
                <a:gd name="connsiteY152" fmla="*/ 2337496 h 6393212"/>
                <a:gd name="connsiteX153" fmla="*/ 4928391 w 4935538"/>
                <a:gd name="connsiteY153" fmla="*/ 2351792 h 6393212"/>
                <a:gd name="connsiteX154" fmla="*/ 4925215 w 4935538"/>
                <a:gd name="connsiteY154" fmla="*/ 2366882 h 6393212"/>
                <a:gd name="connsiteX155" fmla="*/ 4920451 w 4935538"/>
                <a:gd name="connsiteY155" fmla="*/ 2381179 h 6393212"/>
                <a:gd name="connsiteX156" fmla="*/ 4916480 w 4935538"/>
                <a:gd name="connsiteY156" fmla="*/ 2395475 h 6393212"/>
                <a:gd name="connsiteX157" fmla="*/ 4910922 w 4935538"/>
                <a:gd name="connsiteY157" fmla="*/ 2409771 h 6393212"/>
                <a:gd name="connsiteX158" fmla="*/ 4904569 w 4935538"/>
                <a:gd name="connsiteY158" fmla="*/ 2422479 h 6393212"/>
                <a:gd name="connsiteX159" fmla="*/ 4897422 w 4935538"/>
                <a:gd name="connsiteY159" fmla="*/ 2435981 h 6393212"/>
                <a:gd name="connsiteX160" fmla="*/ 4890276 w 4935538"/>
                <a:gd name="connsiteY160" fmla="*/ 2449482 h 6393212"/>
                <a:gd name="connsiteX161" fmla="*/ 4881541 w 4935538"/>
                <a:gd name="connsiteY161" fmla="*/ 2461396 h 6393212"/>
                <a:gd name="connsiteX162" fmla="*/ 4873600 w 4935538"/>
                <a:gd name="connsiteY162" fmla="*/ 2474104 h 6393212"/>
                <a:gd name="connsiteX163" fmla="*/ 4864072 w 4935538"/>
                <a:gd name="connsiteY163" fmla="*/ 2486017 h 6393212"/>
                <a:gd name="connsiteX164" fmla="*/ 4854543 w 4935538"/>
                <a:gd name="connsiteY164" fmla="*/ 2497931 h 6393212"/>
                <a:gd name="connsiteX165" fmla="*/ 4843426 w 4935538"/>
                <a:gd name="connsiteY165" fmla="*/ 2508256 h 6393212"/>
                <a:gd name="connsiteX166" fmla="*/ 4833103 w 4935538"/>
                <a:gd name="connsiteY166" fmla="*/ 2519375 h 6393212"/>
                <a:gd name="connsiteX167" fmla="*/ 4820398 w 4935538"/>
                <a:gd name="connsiteY167" fmla="*/ 2528906 h 6393212"/>
                <a:gd name="connsiteX168" fmla="*/ 4809280 w 4935538"/>
                <a:gd name="connsiteY168" fmla="*/ 2538436 h 6393212"/>
                <a:gd name="connsiteX169" fmla="*/ 4795781 w 4935538"/>
                <a:gd name="connsiteY169" fmla="*/ 2547173 h 6393212"/>
                <a:gd name="connsiteX170" fmla="*/ 4782282 w 4935538"/>
                <a:gd name="connsiteY170" fmla="*/ 2555115 h 6393212"/>
                <a:gd name="connsiteX171" fmla="*/ 4769577 w 4935538"/>
                <a:gd name="connsiteY171" fmla="*/ 2563058 h 6393212"/>
                <a:gd name="connsiteX172" fmla="*/ 4755284 w 4935538"/>
                <a:gd name="connsiteY172" fmla="*/ 2570206 h 6393212"/>
                <a:gd name="connsiteX173" fmla="*/ 4740196 w 4935538"/>
                <a:gd name="connsiteY173" fmla="*/ 2576560 h 6393212"/>
                <a:gd name="connsiteX174" fmla="*/ 3579263 w 4935538"/>
                <a:gd name="connsiteY174" fmla="*/ 3046745 h 6393212"/>
                <a:gd name="connsiteX175" fmla="*/ 3560999 w 4935538"/>
                <a:gd name="connsiteY175" fmla="*/ 3053893 h 6393212"/>
                <a:gd name="connsiteX176" fmla="*/ 3542735 w 4935538"/>
                <a:gd name="connsiteY176" fmla="*/ 3059453 h 6393212"/>
                <a:gd name="connsiteX177" fmla="*/ 3524472 w 4935538"/>
                <a:gd name="connsiteY177" fmla="*/ 3064218 h 6393212"/>
                <a:gd name="connsiteX178" fmla="*/ 3506208 w 4935538"/>
                <a:gd name="connsiteY178" fmla="*/ 3068983 h 6393212"/>
                <a:gd name="connsiteX179" fmla="*/ 3487150 w 4935538"/>
                <a:gd name="connsiteY179" fmla="*/ 3071366 h 6393212"/>
                <a:gd name="connsiteX180" fmla="*/ 3468887 w 4935538"/>
                <a:gd name="connsiteY180" fmla="*/ 3073749 h 6393212"/>
                <a:gd name="connsiteX181" fmla="*/ 3449829 w 4935538"/>
                <a:gd name="connsiteY181" fmla="*/ 3074543 h 6393212"/>
                <a:gd name="connsiteX182" fmla="*/ 3432359 w 4935538"/>
                <a:gd name="connsiteY182" fmla="*/ 3075337 h 6393212"/>
                <a:gd name="connsiteX183" fmla="*/ 3403773 w 4935538"/>
                <a:gd name="connsiteY183" fmla="*/ 3074543 h 6393212"/>
                <a:gd name="connsiteX184" fmla="*/ 3376774 w 4935538"/>
                <a:gd name="connsiteY184" fmla="*/ 3071366 h 6393212"/>
                <a:gd name="connsiteX185" fmla="*/ 3348982 w 4935538"/>
                <a:gd name="connsiteY185" fmla="*/ 3066601 h 6393212"/>
                <a:gd name="connsiteX186" fmla="*/ 3322777 w 4935538"/>
                <a:gd name="connsiteY186" fmla="*/ 3059453 h 6393212"/>
                <a:gd name="connsiteX187" fmla="*/ 3297367 w 4935538"/>
                <a:gd name="connsiteY187" fmla="*/ 3050716 h 6393212"/>
                <a:gd name="connsiteX188" fmla="*/ 3271163 w 4935538"/>
                <a:gd name="connsiteY188" fmla="*/ 3040391 h 6393212"/>
                <a:gd name="connsiteX189" fmla="*/ 3246547 w 4935538"/>
                <a:gd name="connsiteY189" fmla="*/ 3027683 h 6393212"/>
                <a:gd name="connsiteX190" fmla="*/ 3223518 w 4935538"/>
                <a:gd name="connsiteY190" fmla="*/ 3013387 h 6393212"/>
                <a:gd name="connsiteX191" fmla="*/ 3200490 w 4935538"/>
                <a:gd name="connsiteY191" fmla="*/ 2997502 h 6393212"/>
                <a:gd name="connsiteX192" fmla="*/ 3179050 w 4935538"/>
                <a:gd name="connsiteY192" fmla="*/ 2980029 h 6393212"/>
                <a:gd name="connsiteX193" fmla="*/ 3159199 w 4935538"/>
                <a:gd name="connsiteY193" fmla="*/ 2961762 h 6393212"/>
                <a:gd name="connsiteX194" fmla="*/ 3139347 w 4935538"/>
                <a:gd name="connsiteY194" fmla="*/ 2940318 h 6393212"/>
                <a:gd name="connsiteX195" fmla="*/ 3121877 w 4935538"/>
                <a:gd name="connsiteY195" fmla="*/ 2918079 h 6393212"/>
                <a:gd name="connsiteX196" fmla="*/ 3113936 w 4935538"/>
                <a:gd name="connsiteY196" fmla="*/ 2906960 h 6393212"/>
                <a:gd name="connsiteX197" fmla="*/ 3105996 w 4935538"/>
                <a:gd name="connsiteY197" fmla="*/ 2894252 h 6393212"/>
                <a:gd name="connsiteX198" fmla="*/ 3098055 w 4935538"/>
                <a:gd name="connsiteY198" fmla="*/ 2881545 h 6393212"/>
                <a:gd name="connsiteX199" fmla="*/ 3090908 w 4935538"/>
                <a:gd name="connsiteY199" fmla="*/ 2868837 h 6393212"/>
                <a:gd name="connsiteX200" fmla="*/ 3084556 w 4935538"/>
                <a:gd name="connsiteY200" fmla="*/ 2856129 h 6393212"/>
                <a:gd name="connsiteX201" fmla="*/ 3078203 w 4935538"/>
                <a:gd name="connsiteY201" fmla="*/ 2841833 h 6393212"/>
                <a:gd name="connsiteX202" fmla="*/ 2979738 w 4935538"/>
                <a:gd name="connsiteY202" fmla="*/ 2615477 h 6393212"/>
                <a:gd name="connsiteX203" fmla="*/ 3273545 w 4935538"/>
                <a:gd name="connsiteY203" fmla="*/ 1818862 h 6393212"/>
                <a:gd name="connsiteX204" fmla="*/ 3282280 w 4935538"/>
                <a:gd name="connsiteY204" fmla="*/ 1792653 h 6393212"/>
                <a:gd name="connsiteX205" fmla="*/ 2629889 w 4935538"/>
                <a:gd name="connsiteY205" fmla="*/ 1065562 h 6393212"/>
                <a:gd name="connsiteX206" fmla="*/ 2657661 w 4935538"/>
                <a:gd name="connsiteY206" fmla="*/ 1065562 h 6393212"/>
                <a:gd name="connsiteX207" fmla="*/ 2685434 w 4935538"/>
                <a:gd name="connsiteY207" fmla="*/ 1067149 h 6393212"/>
                <a:gd name="connsiteX208" fmla="*/ 2711620 w 4935538"/>
                <a:gd name="connsiteY208" fmla="*/ 1070324 h 6393212"/>
                <a:gd name="connsiteX209" fmla="*/ 2739393 w 4935538"/>
                <a:gd name="connsiteY209" fmla="*/ 1074292 h 6393212"/>
                <a:gd name="connsiteX210" fmla="*/ 2766372 w 4935538"/>
                <a:gd name="connsiteY210" fmla="*/ 1080641 h 6393212"/>
                <a:gd name="connsiteX211" fmla="*/ 2792558 w 4935538"/>
                <a:gd name="connsiteY211" fmla="*/ 1087783 h 6393212"/>
                <a:gd name="connsiteX212" fmla="*/ 2820331 w 4935538"/>
                <a:gd name="connsiteY212" fmla="*/ 1096513 h 6393212"/>
                <a:gd name="connsiteX213" fmla="*/ 2844930 w 4935538"/>
                <a:gd name="connsiteY213" fmla="*/ 1107624 h 6393212"/>
                <a:gd name="connsiteX214" fmla="*/ 2868735 w 4935538"/>
                <a:gd name="connsiteY214" fmla="*/ 1117941 h 6393212"/>
                <a:gd name="connsiteX215" fmla="*/ 2891747 w 4935538"/>
                <a:gd name="connsiteY215" fmla="*/ 1130640 h 6393212"/>
                <a:gd name="connsiteX216" fmla="*/ 2914759 w 4935538"/>
                <a:gd name="connsiteY216" fmla="*/ 1143338 h 6393212"/>
                <a:gd name="connsiteX217" fmla="*/ 2936183 w 4935538"/>
                <a:gd name="connsiteY217" fmla="*/ 1157623 h 6393212"/>
                <a:gd name="connsiteX218" fmla="*/ 2957608 w 4935538"/>
                <a:gd name="connsiteY218" fmla="*/ 1172702 h 6393212"/>
                <a:gd name="connsiteX219" fmla="*/ 2976652 w 4935538"/>
                <a:gd name="connsiteY219" fmla="*/ 1188575 h 6393212"/>
                <a:gd name="connsiteX220" fmla="*/ 2995697 w 4935538"/>
                <a:gd name="connsiteY220" fmla="*/ 1205241 h 6393212"/>
                <a:gd name="connsiteX221" fmla="*/ 3013948 w 4935538"/>
                <a:gd name="connsiteY221" fmla="*/ 1223494 h 6393212"/>
                <a:gd name="connsiteX222" fmla="*/ 3030611 w 4935538"/>
                <a:gd name="connsiteY222" fmla="*/ 1241748 h 6393212"/>
                <a:gd name="connsiteX223" fmla="*/ 3046481 w 4935538"/>
                <a:gd name="connsiteY223" fmla="*/ 1260795 h 6393212"/>
                <a:gd name="connsiteX224" fmla="*/ 3061558 w 4935538"/>
                <a:gd name="connsiteY224" fmla="*/ 1281430 h 6393212"/>
                <a:gd name="connsiteX225" fmla="*/ 3075841 w 4935538"/>
                <a:gd name="connsiteY225" fmla="*/ 1302064 h 6393212"/>
                <a:gd name="connsiteX226" fmla="*/ 3089331 w 4935538"/>
                <a:gd name="connsiteY226" fmla="*/ 1322698 h 6393212"/>
                <a:gd name="connsiteX227" fmla="*/ 3101234 w 4935538"/>
                <a:gd name="connsiteY227" fmla="*/ 1344920 h 6393212"/>
                <a:gd name="connsiteX228" fmla="*/ 3112343 w 4935538"/>
                <a:gd name="connsiteY228" fmla="*/ 1367142 h 6393212"/>
                <a:gd name="connsiteX229" fmla="*/ 3121865 w 4935538"/>
                <a:gd name="connsiteY229" fmla="*/ 1390157 h 6393212"/>
                <a:gd name="connsiteX230" fmla="*/ 3130593 w 4935538"/>
                <a:gd name="connsiteY230" fmla="*/ 1413172 h 6393212"/>
                <a:gd name="connsiteX231" fmla="*/ 3138529 w 4935538"/>
                <a:gd name="connsiteY231" fmla="*/ 1436981 h 6393212"/>
                <a:gd name="connsiteX232" fmla="*/ 3144877 w 4935538"/>
                <a:gd name="connsiteY232" fmla="*/ 1461584 h 6393212"/>
                <a:gd name="connsiteX233" fmla="*/ 3150431 w 4935538"/>
                <a:gd name="connsiteY233" fmla="*/ 1485393 h 6393212"/>
                <a:gd name="connsiteX234" fmla="*/ 3154399 w 4935538"/>
                <a:gd name="connsiteY234" fmla="*/ 1510789 h 6393212"/>
                <a:gd name="connsiteX235" fmla="*/ 3158366 w 4935538"/>
                <a:gd name="connsiteY235" fmla="*/ 1535392 h 6393212"/>
                <a:gd name="connsiteX236" fmla="*/ 3159953 w 4935538"/>
                <a:gd name="connsiteY236" fmla="*/ 1560788 h 6393212"/>
                <a:gd name="connsiteX237" fmla="*/ 3159953 w 4935538"/>
                <a:gd name="connsiteY237" fmla="*/ 1586184 h 6393212"/>
                <a:gd name="connsiteX238" fmla="*/ 3159953 w 4935538"/>
                <a:gd name="connsiteY238" fmla="*/ 1612374 h 6393212"/>
                <a:gd name="connsiteX239" fmla="*/ 3157573 w 4935538"/>
                <a:gd name="connsiteY239" fmla="*/ 1636977 h 6393212"/>
                <a:gd name="connsiteX240" fmla="*/ 3154399 w 4935538"/>
                <a:gd name="connsiteY240" fmla="*/ 1662373 h 6393212"/>
                <a:gd name="connsiteX241" fmla="*/ 3148844 w 4935538"/>
                <a:gd name="connsiteY241" fmla="*/ 1688563 h 6393212"/>
                <a:gd name="connsiteX242" fmla="*/ 3144083 w 4935538"/>
                <a:gd name="connsiteY242" fmla="*/ 1713959 h 6393212"/>
                <a:gd name="connsiteX243" fmla="*/ 3136942 w 4935538"/>
                <a:gd name="connsiteY243" fmla="*/ 1739355 h 6393212"/>
                <a:gd name="connsiteX244" fmla="*/ 3128213 w 4935538"/>
                <a:gd name="connsiteY244" fmla="*/ 1764751 h 6393212"/>
                <a:gd name="connsiteX245" fmla="*/ 2456904 w 4935538"/>
                <a:gd name="connsiteY245" fmla="*/ 3584549 h 6393212"/>
                <a:gd name="connsiteX246" fmla="*/ 2452936 w 4935538"/>
                <a:gd name="connsiteY246" fmla="*/ 3593279 h 6393212"/>
                <a:gd name="connsiteX247" fmla="*/ 2448968 w 4935538"/>
                <a:gd name="connsiteY247" fmla="*/ 3602803 h 6393212"/>
                <a:gd name="connsiteX248" fmla="*/ 2440240 w 4935538"/>
                <a:gd name="connsiteY248" fmla="*/ 3620263 h 6393212"/>
                <a:gd name="connsiteX249" fmla="*/ 3126626 w 4935538"/>
                <a:gd name="connsiteY249" fmla="*/ 4381356 h 6393212"/>
                <a:gd name="connsiteX250" fmla="*/ 3138529 w 4935538"/>
                <a:gd name="connsiteY250" fmla="*/ 4394847 h 6393212"/>
                <a:gd name="connsiteX251" fmla="*/ 3150431 w 4935538"/>
                <a:gd name="connsiteY251" fmla="*/ 4409133 h 6393212"/>
                <a:gd name="connsiteX252" fmla="*/ 3160747 w 4935538"/>
                <a:gd name="connsiteY252" fmla="*/ 4424212 h 6393212"/>
                <a:gd name="connsiteX253" fmla="*/ 3171062 w 4935538"/>
                <a:gd name="connsiteY253" fmla="*/ 4437703 h 6393212"/>
                <a:gd name="connsiteX254" fmla="*/ 3182172 w 4935538"/>
                <a:gd name="connsiteY254" fmla="*/ 4452782 h 6393212"/>
                <a:gd name="connsiteX255" fmla="*/ 3190900 w 4935538"/>
                <a:gd name="connsiteY255" fmla="*/ 4468655 h 6393212"/>
                <a:gd name="connsiteX256" fmla="*/ 3200422 w 4935538"/>
                <a:gd name="connsiteY256" fmla="*/ 4483734 h 6393212"/>
                <a:gd name="connsiteX257" fmla="*/ 3208357 w 4935538"/>
                <a:gd name="connsiteY257" fmla="*/ 4499607 h 6393212"/>
                <a:gd name="connsiteX258" fmla="*/ 3216292 w 4935538"/>
                <a:gd name="connsiteY258" fmla="*/ 4515479 h 6393212"/>
                <a:gd name="connsiteX259" fmla="*/ 3224228 w 4935538"/>
                <a:gd name="connsiteY259" fmla="*/ 4532146 h 6393212"/>
                <a:gd name="connsiteX260" fmla="*/ 3230576 w 4935538"/>
                <a:gd name="connsiteY260" fmla="*/ 4548812 h 6393212"/>
                <a:gd name="connsiteX261" fmla="*/ 3237717 w 4935538"/>
                <a:gd name="connsiteY261" fmla="*/ 4565478 h 6393212"/>
                <a:gd name="connsiteX262" fmla="*/ 3243272 w 4935538"/>
                <a:gd name="connsiteY262" fmla="*/ 4581351 h 6393212"/>
                <a:gd name="connsiteX263" fmla="*/ 3248033 w 4935538"/>
                <a:gd name="connsiteY263" fmla="*/ 4598017 h 6393212"/>
                <a:gd name="connsiteX264" fmla="*/ 3253587 w 4935538"/>
                <a:gd name="connsiteY264" fmla="*/ 4615477 h 6393212"/>
                <a:gd name="connsiteX265" fmla="*/ 3256761 w 4935538"/>
                <a:gd name="connsiteY265" fmla="*/ 4632937 h 6393212"/>
                <a:gd name="connsiteX266" fmla="*/ 3261523 w 4935538"/>
                <a:gd name="connsiteY266" fmla="*/ 4650397 h 6393212"/>
                <a:gd name="connsiteX267" fmla="*/ 3263903 w 4935538"/>
                <a:gd name="connsiteY267" fmla="*/ 4667063 h 6393212"/>
                <a:gd name="connsiteX268" fmla="*/ 3267077 w 4935538"/>
                <a:gd name="connsiteY268" fmla="*/ 4684523 h 6393212"/>
                <a:gd name="connsiteX269" fmla="*/ 3269458 w 4935538"/>
                <a:gd name="connsiteY269" fmla="*/ 4702776 h 6393212"/>
                <a:gd name="connsiteX270" fmla="*/ 3270251 w 4935538"/>
                <a:gd name="connsiteY270" fmla="*/ 4720236 h 6393212"/>
                <a:gd name="connsiteX271" fmla="*/ 3271045 w 4935538"/>
                <a:gd name="connsiteY271" fmla="*/ 4737696 h 6393212"/>
                <a:gd name="connsiteX272" fmla="*/ 3271838 w 4935538"/>
                <a:gd name="connsiteY272" fmla="*/ 4755156 h 6393212"/>
                <a:gd name="connsiteX273" fmla="*/ 3271045 w 4935538"/>
                <a:gd name="connsiteY273" fmla="*/ 4773410 h 6393212"/>
                <a:gd name="connsiteX274" fmla="*/ 3271045 w 4935538"/>
                <a:gd name="connsiteY274" fmla="*/ 4790870 h 6393212"/>
                <a:gd name="connsiteX275" fmla="*/ 3269458 w 4935538"/>
                <a:gd name="connsiteY275" fmla="*/ 4809123 h 6393212"/>
                <a:gd name="connsiteX276" fmla="*/ 3267871 w 4935538"/>
                <a:gd name="connsiteY276" fmla="*/ 4827377 h 6393212"/>
                <a:gd name="connsiteX277" fmla="*/ 3264697 w 4935538"/>
                <a:gd name="connsiteY277" fmla="*/ 4844837 h 6393212"/>
                <a:gd name="connsiteX278" fmla="*/ 3262316 w 4935538"/>
                <a:gd name="connsiteY278" fmla="*/ 4862296 h 6393212"/>
                <a:gd name="connsiteX279" fmla="*/ 3259142 w 4935538"/>
                <a:gd name="connsiteY279" fmla="*/ 4880550 h 6393212"/>
                <a:gd name="connsiteX280" fmla="*/ 3254381 w 4935538"/>
                <a:gd name="connsiteY280" fmla="*/ 4898804 h 6393212"/>
                <a:gd name="connsiteX281" fmla="*/ 3250413 w 4935538"/>
                <a:gd name="connsiteY281" fmla="*/ 4916263 h 6393212"/>
                <a:gd name="connsiteX282" fmla="*/ 2900475 w 4935538"/>
                <a:gd name="connsiteY282" fmla="*/ 6129727 h 6393212"/>
                <a:gd name="connsiteX283" fmla="*/ 2895714 w 4935538"/>
                <a:gd name="connsiteY283" fmla="*/ 6144011 h 6393212"/>
                <a:gd name="connsiteX284" fmla="*/ 2890953 w 4935538"/>
                <a:gd name="connsiteY284" fmla="*/ 6159091 h 6393212"/>
                <a:gd name="connsiteX285" fmla="*/ 2884605 w 4935538"/>
                <a:gd name="connsiteY285" fmla="*/ 6172583 h 6393212"/>
                <a:gd name="connsiteX286" fmla="*/ 2879051 w 4935538"/>
                <a:gd name="connsiteY286" fmla="*/ 6186074 h 6393212"/>
                <a:gd name="connsiteX287" fmla="*/ 2871909 w 4935538"/>
                <a:gd name="connsiteY287" fmla="*/ 6200359 h 6393212"/>
                <a:gd name="connsiteX288" fmla="*/ 2864767 w 4935538"/>
                <a:gd name="connsiteY288" fmla="*/ 6212264 h 6393212"/>
                <a:gd name="connsiteX289" fmla="*/ 2856832 w 4935538"/>
                <a:gd name="connsiteY289" fmla="*/ 6225755 h 6393212"/>
                <a:gd name="connsiteX290" fmla="*/ 2848897 w 4935538"/>
                <a:gd name="connsiteY290" fmla="*/ 6237660 h 6393212"/>
                <a:gd name="connsiteX291" fmla="*/ 2840169 w 4935538"/>
                <a:gd name="connsiteY291" fmla="*/ 6249565 h 6393212"/>
                <a:gd name="connsiteX292" fmla="*/ 2830647 w 4935538"/>
                <a:gd name="connsiteY292" fmla="*/ 6261469 h 6393212"/>
                <a:gd name="connsiteX293" fmla="*/ 2821124 w 4935538"/>
                <a:gd name="connsiteY293" fmla="*/ 6271787 h 6393212"/>
                <a:gd name="connsiteX294" fmla="*/ 2811602 w 4935538"/>
                <a:gd name="connsiteY294" fmla="*/ 6282897 h 6393212"/>
                <a:gd name="connsiteX295" fmla="*/ 2801287 w 4935538"/>
                <a:gd name="connsiteY295" fmla="*/ 6293215 h 6393212"/>
                <a:gd name="connsiteX296" fmla="*/ 2790178 w 4935538"/>
                <a:gd name="connsiteY296" fmla="*/ 6302738 h 6393212"/>
                <a:gd name="connsiteX297" fmla="*/ 2779068 w 4935538"/>
                <a:gd name="connsiteY297" fmla="*/ 6311468 h 6393212"/>
                <a:gd name="connsiteX298" fmla="*/ 2767959 w 4935538"/>
                <a:gd name="connsiteY298" fmla="*/ 6320198 h 6393212"/>
                <a:gd name="connsiteX299" fmla="*/ 2756057 w 4935538"/>
                <a:gd name="connsiteY299" fmla="*/ 6329721 h 6393212"/>
                <a:gd name="connsiteX300" fmla="*/ 2744154 w 4935538"/>
                <a:gd name="connsiteY300" fmla="*/ 6337658 h 6393212"/>
                <a:gd name="connsiteX301" fmla="*/ 2732251 w 4935538"/>
                <a:gd name="connsiteY301" fmla="*/ 6344007 h 6393212"/>
                <a:gd name="connsiteX302" fmla="*/ 2718762 w 4935538"/>
                <a:gd name="connsiteY302" fmla="*/ 6351149 h 6393212"/>
                <a:gd name="connsiteX303" fmla="*/ 2706066 w 4935538"/>
                <a:gd name="connsiteY303" fmla="*/ 6357499 h 6393212"/>
                <a:gd name="connsiteX304" fmla="*/ 2693369 w 4935538"/>
                <a:gd name="connsiteY304" fmla="*/ 6363847 h 6393212"/>
                <a:gd name="connsiteX305" fmla="*/ 2679880 w 4935538"/>
                <a:gd name="connsiteY305" fmla="*/ 6369403 h 6393212"/>
                <a:gd name="connsiteX306" fmla="*/ 2665597 w 4935538"/>
                <a:gd name="connsiteY306" fmla="*/ 6374165 h 6393212"/>
                <a:gd name="connsiteX307" fmla="*/ 2652107 w 4935538"/>
                <a:gd name="connsiteY307" fmla="*/ 6378133 h 6393212"/>
                <a:gd name="connsiteX308" fmla="*/ 2638617 w 4935538"/>
                <a:gd name="connsiteY308" fmla="*/ 6382101 h 6393212"/>
                <a:gd name="connsiteX309" fmla="*/ 2624334 w 4935538"/>
                <a:gd name="connsiteY309" fmla="*/ 6385275 h 6393212"/>
                <a:gd name="connsiteX310" fmla="*/ 2609257 w 4935538"/>
                <a:gd name="connsiteY310" fmla="*/ 6387657 h 6393212"/>
                <a:gd name="connsiteX311" fmla="*/ 2594974 w 4935538"/>
                <a:gd name="connsiteY311" fmla="*/ 6390037 h 6393212"/>
                <a:gd name="connsiteX312" fmla="*/ 2580691 w 4935538"/>
                <a:gd name="connsiteY312" fmla="*/ 6391625 h 6393212"/>
                <a:gd name="connsiteX313" fmla="*/ 2565614 w 4935538"/>
                <a:gd name="connsiteY313" fmla="*/ 6392419 h 6393212"/>
                <a:gd name="connsiteX314" fmla="*/ 2550538 w 4935538"/>
                <a:gd name="connsiteY314" fmla="*/ 6393212 h 6393212"/>
                <a:gd name="connsiteX315" fmla="*/ 2525939 w 4935538"/>
                <a:gd name="connsiteY315" fmla="*/ 6392419 h 6393212"/>
                <a:gd name="connsiteX316" fmla="*/ 2500547 w 4935538"/>
                <a:gd name="connsiteY316" fmla="*/ 6389244 h 6393212"/>
                <a:gd name="connsiteX317" fmla="*/ 2475948 w 4935538"/>
                <a:gd name="connsiteY317" fmla="*/ 6385275 h 6393212"/>
                <a:gd name="connsiteX318" fmla="*/ 2449762 w 4935538"/>
                <a:gd name="connsiteY318" fmla="*/ 6378133 h 6393212"/>
                <a:gd name="connsiteX319" fmla="*/ 2432305 w 4935538"/>
                <a:gd name="connsiteY319" fmla="*/ 6372577 h 6393212"/>
                <a:gd name="connsiteX320" fmla="*/ 2414848 w 4935538"/>
                <a:gd name="connsiteY320" fmla="*/ 6366229 h 6393212"/>
                <a:gd name="connsiteX321" fmla="*/ 2397390 w 4935538"/>
                <a:gd name="connsiteY321" fmla="*/ 6359086 h 6393212"/>
                <a:gd name="connsiteX322" fmla="*/ 2381520 w 4935538"/>
                <a:gd name="connsiteY322" fmla="*/ 6351149 h 6393212"/>
                <a:gd name="connsiteX323" fmla="*/ 2365650 w 4935538"/>
                <a:gd name="connsiteY323" fmla="*/ 6342419 h 6393212"/>
                <a:gd name="connsiteX324" fmla="*/ 2350573 w 4935538"/>
                <a:gd name="connsiteY324" fmla="*/ 6332896 h 6393212"/>
                <a:gd name="connsiteX325" fmla="*/ 2335497 w 4935538"/>
                <a:gd name="connsiteY325" fmla="*/ 6322579 h 6393212"/>
                <a:gd name="connsiteX326" fmla="*/ 2322007 w 4935538"/>
                <a:gd name="connsiteY326" fmla="*/ 6311468 h 6393212"/>
                <a:gd name="connsiteX327" fmla="*/ 2308517 w 4935538"/>
                <a:gd name="connsiteY327" fmla="*/ 6300357 h 6393212"/>
                <a:gd name="connsiteX328" fmla="*/ 2295028 w 4935538"/>
                <a:gd name="connsiteY328" fmla="*/ 6288453 h 6393212"/>
                <a:gd name="connsiteX329" fmla="*/ 2283918 w 4935538"/>
                <a:gd name="connsiteY329" fmla="*/ 6275755 h 6393212"/>
                <a:gd name="connsiteX330" fmla="*/ 2271222 w 4935538"/>
                <a:gd name="connsiteY330" fmla="*/ 6262263 h 6393212"/>
                <a:gd name="connsiteX331" fmla="*/ 2260907 w 4935538"/>
                <a:gd name="connsiteY331" fmla="*/ 6248771 h 6393212"/>
                <a:gd name="connsiteX332" fmla="*/ 2251385 w 4935538"/>
                <a:gd name="connsiteY332" fmla="*/ 6234485 h 6393212"/>
                <a:gd name="connsiteX333" fmla="*/ 2241069 w 4935538"/>
                <a:gd name="connsiteY333" fmla="*/ 6219407 h 6393212"/>
                <a:gd name="connsiteX334" fmla="*/ 2232340 w 4935538"/>
                <a:gd name="connsiteY334" fmla="*/ 6204327 h 6393212"/>
                <a:gd name="connsiteX335" fmla="*/ 2224405 w 4935538"/>
                <a:gd name="connsiteY335" fmla="*/ 6190043 h 6393212"/>
                <a:gd name="connsiteX336" fmla="*/ 2216470 w 4935538"/>
                <a:gd name="connsiteY336" fmla="*/ 6173376 h 6393212"/>
                <a:gd name="connsiteX337" fmla="*/ 2210122 w 4935538"/>
                <a:gd name="connsiteY337" fmla="*/ 6156709 h 6393212"/>
                <a:gd name="connsiteX338" fmla="*/ 2203774 w 4935538"/>
                <a:gd name="connsiteY338" fmla="*/ 6140837 h 6393212"/>
                <a:gd name="connsiteX339" fmla="*/ 2199806 w 4935538"/>
                <a:gd name="connsiteY339" fmla="*/ 6124171 h 6393212"/>
                <a:gd name="connsiteX340" fmla="*/ 2195045 w 4935538"/>
                <a:gd name="connsiteY340" fmla="*/ 6106711 h 6393212"/>
                <a:gd name="connsiteX341" fmla="*/ 2191871 w 4935538"/>
                <a:gd name="connsiteY341" fmla="*/ 6090045 h 6393212"/>
                <a:gd name="connsiteX342" fmla="*/ 2189491 w 4935538"/>
                <a:gd name="connsiteY342" fmla="*/ 6071791 h 6393212"/>
                <a:gd name="connsiteX343" fmla="*/ 2187110 w 4935538"/>
                <a:gd name="connsiteY343" fmla="*/ 6054331 h 6393212"/>
                <a:gd name="connsiteX344" fmla="*/ 2186317 w 4935538"/>
                <a:gd name="connsiteY344" fmla="*/ 6036871 h 6393212"/>
                <a:gd name="connsiteX345" fmla="*/ 2186317 w 4935538"/>
                <a:gd name="connsiteY345" fmla="*/ 6019411 h 6393212"/>
                <a:gd name="connsiteX346" fmla="*/ 2187904 w 4935538"/>
                <a:gd name="connsiteY346" fmla="*/ 6000365 h 6393212"/>
                <a:gd name="connsiteX347" fmla="*/ 2190284 w 4935538"/>
                <a:gd name="connsiteY347" fmla="*/ 5982905 h 6393212"/>
                <a:gd name="connsiteX348" fmla="*/ 2192665 w 4935538"/>
                <a:gd name="connsiteY348" fmla="*/ 5963857 h 6393212"/>
                <a:gd name="connsiteX349" fmla="*/ 2195839 w 4935538"/>
                <a:gd name="connsiteY349" fmla="*/ 5946397 h 6393212"/>
                <a:gd name="connsiteX350" fmla="*/ 2200600 w 4935538"/>
                <a:gd name="connsiteY350" fmla="*/ 5928144 h 6393212"/>
                <a:gd name="connsiteX351" fmla="*/ 2525145 w 4935538"/>
                <a:gd name="connsiteY351" fmla="*/ 4801187 h 6393212"/>
                <a:gd name="connsiteX352" fmla="*/ 1573727 w 4935538"/>
                <a:gd name="connsiteY352" fmla="*/ 3744863 h 6393212"/>
                <a:gd name="connsiteX353" fmla="*/ 1564999 w 4935538"/>
                <a:gd name="connsiteY353" fmla="*/ 3735339 h 6393212"/>
                <a:gd name="connsiteX354" fmla="*/ 1556270 w 4935538"/>
                <a:gd name="connsiteY354" fmla="*/ 3724229 h 6393212"/>
                <a:gd name="connsiteX355" fmla="*/ 1548335 w 4935538"/>
                <a:gd name="connsiteY355" fmla="*/ 3713118 h 6393212"/>
                <a:gd name="connsiteX356" fmla="*/ 1541193 w 4935538"/>
                <a:gd name="connsiteY356" fmla="*/ 3701213 h 6393212"/>
                <a:gd name="connsiteX357" fmla="*/ 1527704 w 4935538"/>
                <a:gd name="connsiteY357" fmla="*/ 3678198 h 6393212"/>
                <a:gd name="connsiteX358" fmla="*/ 1515801 w 4935538"/>
                <a:gd name="connsiteY358" fmla="*/ 3655183 h 6393212"/>
                <a:gd name="connsiteX359" fmla="*/ 1503105 w 4935538"/>
                <a:gd name="connsiteY359" fmla="*/ 3630580 h 6393212"/>
                <a:gd name="connsiteX360" fmla="*/ 1491202 w 4935538"/>
                <a:gd name="connsiteY360" fmla="*/ 3605977 h 6393212"/>
                <a:gd name="connsiteX361" fmla="*/ 1481680 w 4935538"/>
                <a:gd name="connsiteY361" fmla="*/ 3581375 h 6393212"/>
                <a:gd name="connsiteX362" fmla="*/ 1472952 w 4935538"/>
                <a:gd name="connsiteY362" fmla="*/ 3554391 h 6393212"/>
                <a:gd name="connsiteX363" fmla="*/ 1465810 w 4935538"/>
                <a:gd name="connsiteY363" fmla="*/ 3528201 h 6393212"/>
                <a:gd name="connsiteX364" fmla="*/ 1459462 w 4935538"/>
                <a:gd name="connsiteY364" fmla="*/ 3502012 h 6393212"/>
                <a:gd name="connsiteX365" fmla="*/ 1454701 w 4935538"/>
                <a:gd name="connsiteY365" fmla="*/ 3475028 h 6393212"/>
                <a:gd name="connsiteX366" fmla="*/ 1451527 w 4935538"/>
                <a:gd name="connsiteY366" fmla="*/ 3448045 h 6393212"/>
                <a:gd name="connsiteX367" fmla="*/ 1449940 w 4935538"/>
                <a:gd name="connsiteY367" fmla="*/ 3420268 h 6393212"/>
                <a:gd name="connsiteX368" fmla="*/ 1449146 w 4935538"/>
                <a:gd name="connsiteY368" fmla="*/ 3391697 h 6393212"/>
                <a:gd name="connsiteX369" fmla="*/ 1450733 w 4935538"/>
                <a:gd name="connsiteY369" fmla="*/ 3364713 h 6393212"/>
                <a:gd name="connsiteX370" fmla="*/ 1453907 w 4935538"/>
                <a:gd name="connsiteY370" fmla="*/ 3336143 h 6393212"/>
                <a:gd name="connsiteX371" fmla="*/ 1457875 w 4935538"/>
                <a:gd name="connsiteY371" fmla="*/ 3308365 h 6393212"/>
                <a:gd name="connsiteX372" fmla="*/ 1464223 w 4935538"/>
                <a:gd name="connsiteY372" fmla="*/ 3280588 h 6393212"/>
                <a:gd name="connsiteX373" fmla="*/ 1472158 w 4935538"/>
                <a:gd name="connsiteY373" fmla="*/ 3252018 h 6393212"/>
                <a:gd name="connsiteX374" fmla="*/ 1480887 w 4935538"/>
                <a:gd name="connsiteY374" fmla="*/ 3225034 h 6393212"/>
                <a:gd name="connsiteX375" fmla="*/ 1996668 w 4935538"/>
                <a:gd name="connsiteY375" fmla="*/ 1826655 h 6393212"/>
                <a:gd name="connsiteX376" fmla="*/ 1635621 w 4935538"/>
                <a:gd name="connsiteY376" fmla="*/ 1907606 h 6393212"/>
                <a:gd name="connsiteX377" fmla="*/ 1256324 w 4935538"/>
                <a:gd name="connsiteY377" fmla="*/ 2922661 h 6393212"/>
                <a:gd name="connsiteX378" fmla="*/ 1246801 w 4935538"/>
                <a:gd name="connsiteY378" fmla="*/ 2945676 h 6393212"/>
                <a:gd name="connsiteX379" fmla="*/ 1234899 w 4935538"/>
                <a:gd name="connsiteY379" fmla="*/ 2967898 h 6393212"/>
                <a:gd name="connsiteX380" fmla="*/ 1222996 w 4935538"/>
                <a:gd name="connsiteY380" fmla="*/ 2987738 h 6393212"/>
                <a:gd name="connsiteX381" fmla="*/ 1208713 w 4935538"/>
                <a:gd name="connsiteY381" fmla="*/ 3007579 h 6393212"/>
                <a:gd name="connsiteX382" fmla="*/ 1193636 w 4935538"/>
                <a:gd name="connsiteY382" fmla="*/ 3025039 h 6393212"/>
                <a:gd name="connsiteX383" fmla="*/ 1176973 w 4935538"/>
                <a:gd name="connsiteY383" fmla="*/ 3041705 h 6393212"/>
                <a:gd name="connsiteX384" fmla="*/ 1159515 w 4935538"/>
                <a:gd name="connsiteY384" fmla="*/ 3056784 h 6393212"/>
                <a:gd name="connsiteX385" fmla="*/ 1139678 w 4935538"/>
                <a:gd name="connsiteY385" fmla="*/ 3071070 h 6393212"/>
                <a:gd name="connsiteX386" fmla="*/ 1120633 w 4935538"/>
                <a:gd name="connsiteY386" fmla="*/ 3083768 h 6393212"/>
                <a:gd name="connsiteX387" fmla="*/ 1100002 w 4935538"/>
                <a:gd name="connsiteY387" fmla="*/ 3094085 h 6393212"/>
                <a:gd name="connsiteX388" fmla="*/ 1078577 w 4935538"/>
                <a:gd name="connsiteY388" fmla="*/ 3103609 h 6393212"/>
                <a:gd name="connsiteX389" fmla="*/ 1056359 w 4935538"/>
                <a:gd name="connsiteY389" fmla="*/ 3111545 h 6393212"/>
                <a:gd name="connsiteX390" fmla="*/ 1033347 w 4935538"/>
                <a:gd name="connsiteY390" fmla="*/ 3117100 h 6393212"/>
                <a:gd name="connsiteX391" fmla="*/ 1011129 w 4935538"/>
                <a:gd name="connsiteY391" fmla="*/ 3121862 h 6393212"/>
                <a:gd name="connsiteX392" fmla="*/ 987324 w 4935538"/>
                <a:gd name="connsiteY392" fmla="*/ 3124243 h 6393212"/>
                <a:gd name="connsiteX393" fmla="*/ 963519 w 4935538"/>
                <a:gd name="connsiteY393" fmla="*/ 3125037 h 6393212"/>
                <a:gd name="connsiteX394" fmla="*/ 950822 w 4935538"/>
                <a:gd name="connsiteY394" fmla="*/ 3125037 h 6393212"/>
                <a:gd name="connsiteX395" fmla="*/ 937333 w 4935538"/>
                <a:gd name="connsiteY395" fmla="*/ 3124243 h 6393212"/>
                <a:gd name="connsiteX396" fmla="*/ 923050 w 4935538"/>
                <a:gd name="connsiteY396" fmla="*/ 3122656 h 6393212"/>
                <a:gd name="connsiteX397" fmla="*/ 909560 w 4935538"/>
                <a:gd name="connsiteY397" fmla="*/ 3120275 h 6393212"/>
                <a:gd name="connsiteX398" fmla="*/ 896070 w 4935538"/>
                <a:gd name="connsiteY398" fmla="*/ 3117894 h 6393212"/>
                <a:gd name="connsiteX399" fmla="*/ 882581 w 4935538"/>
                <a:gd name="connsiteY399" fmla="*/ 3114719 h 6393212"/>
                <a:gd name="connsiteX400" fmla="*/ 868297 w 4935538"/>
                <a:gd name="connsiteY400" fmla="*/ 3109958 h 6393212"/>
                <a:gd name="connsiteX401" fmla="*/ 854808 w 4935538"/>
                <a:gd name="connsiteY401" fmla="*/ 3105196 h 6393212"/>
                <a:gd name="connsiteX402" fmla="*/ 839731 w 4935538"/>
                <a:gd name="connsiteY402" fmla="*/ 3099640 h 6393212"/>
                <a:gd name="connsiteX403" fmla="*/ 826241 w 4935538"/>
                <a:gd name="connsiteY403" fmla="*/ 3093291 h 6393212"/>
                <a:gd name="connsiteX404" fmla="*/ 811958 w 4935538"/>
                <a:gd name="connsiteY404" fmla="*/ 3085355 h 6393212"/>
                <a:gd name="connsiteX405" fmla="*/ 798469 w 4935538"/>
                <a:gd name="connsiteY405" fmla="*/ 3077419 h 6393212"/>
                <a:gd name="connsiteX406" fmla="*/ 784979 w 4935538"/>
                <a:gd name="connsiteY406" fmla="*/ 3069482 h 6393212"/>
                <a:gd name="connsiteX407" fmla="*/ 773076 w 4935538"/>
                <a:gd name="connsiteY407" fmla="*/ 3059959 h 6393212"/>
                <a:gd name="connsiteX408" fmla="*/ 761174 w 4935538"/>
                <a:gd name="connsiteY408" fmla="*/ 3049642 h 6393212"/>
                <a:gd name="connsiteX409" fmla="*/ 750064 w 4935538"/>
                <a:gd name="connsiteY409" fmla="*/ 3040118 h 6393212"/>
                <a:gd name="connsiteX410" fmla="*/ 738955 w 4935538"/>
                <a:gd name="connsiteY410" fmla="*/ 3029801 h 6393212"/>
                <a:gd name="connsiteX411" fmla="*/ 728640 w 4935538"/>
                <a:gd name="connsiteY411" fmla="*/ 3017896 h 6393212"/>
                <a:gd name="connsiteX412" fmla="*/ 719118 w 4935538"/>
                <a:gd name="connsiteY412" fmla="*/ 3006785 h 6393212"/>
                <a:gd name="connsiteX413" fmla="*/ 710389 w 4935538"/>
                <a:gd name="connsiteY413" fmla="*/ 2994087 h 6393212"/>
                <a:gd name="connsiteX414" fmla="*/ 702454 w 4935538"/>
                <a:gd name="connsiteY414" fmla="*/ 2981389 h 6393212"/>
                <a:gd name="connsiteX415" fmla="*/ 693725 w 4935538"/>
                <a:gd name="connsiteY415" fmla="*/ 2969485 h 6393212"/>
                <a:gd name="connsiteX416" fmla="*/ 687377 w 4935538"/>
                <a:gd name="connsiteY416" fmla="*/ 2955993 h 6393212"/>
                <a:gd name="connsiteX417" fmla="*/ 680236 w 4935538"/>
                <a:gd name="connsiteY417" fmla="*/ 2942501 h 6393212"/>
                <a:gd name="connsiteX418" fmla="*/ 674681 w 4935538"/>
                <a:gd name="connsiteY418" fmla="*/ 2929010 h 6393212"/>
                <a:gd name="connsiteX419" fmla="*/ 669126 w 4935538"/>
                <a:gd name="connsiteY419" fmla="*/ 2914724 h 6393212"/>
                <a:gd name="connsiteX420" fmla="*/ 665159 w 4935538"/>
                <a:gd name="connsiteY420" fmla="*/ 2900439 h 6393212"/>
                <a:gd name="connsiteX421" fmla="*/ 660398 w 4935538"/>
                <a:gd name="connsiteY421" fmla="*/ 2886153 h 6393212"/>
                <a:gd name="connsiteX422" fmla="*/ 658017 w 4935538"/>
                <a:gd name="connsiteY422" fmla="*/ 2871074 h 6393212"/>
                <a:gd name="connsiteX423" fmla="*/ 654843 w 4935538"/>
                <a:gd name="connsiteY423" fmla="*/ 2855995 h 6393212"/>
                <a:gd name="connsiteX424" fmla="*/ 653256 w 4935538"/>
                <a:gd name="connsiteY424" fmla="*/ 2840916 h 6393212"/>
                <a:gd name="connsiteX425" fmla="*/ 652463 w 4935538"/>
                <a:gd name="connsiteY425" fmla="*/ 2825837 h 6393212"/>
                <a:gd name="connsiteX426" fmla="*/ 652463 w 4935538"/>
                <a:gd name="connsiteY426" fmla="*/ 2810758 h 6393212"/>
                <a:gd name="connsiteX427" fmla="*/ 652463 w 4935538"/>
                <a:gd name="connsiteY427" fmla="*/ 2796473 h 6393212"/>
                <a:gd name="connsiteX428" fmla="*/ 654050 w 4935538"/>
                <a:gd name="connsiteY428" fmla="*/ 2779807 h 6393212"/>
                <a:gd name="connsiteX429" fmla="*/ 656430 w 4935538"/>
                <a:gd name="connsiteY429" fmla="*/ 2765521 h 6393212"/>
                <a:gd name="connsiteX430" fmla="*/ 658811 w 4935538"/>
                <a:gd name="connsiteY430" fmla="*/ 2750442 h 6393212"/>
                <a:gd name="connsiteX431" fmla="*/ 661985 w 4935538"/>
                <a:gd name="connsiteY431" fmla="*/ 2734570 h 6393212"/>
                <a:gd name="connsiteX432" fmla="*/ 666746 w 4935538"/>
                <a:gd name="connsiteY432" fmla="*/ 2719491 h 6393212"/>
                <a:gd name="connsiteX433" fmla="*/ 672300 w 4935538"/>
                <a:gd name="connsiteY433" fmla="*/ 2704412 h 6393212"/>
                <a:gd name="connsiteX434" fmla="*/ 1076990 w 4935538"/>
                <a:gd name="connsiteY434" fmla="*/ 1621104 h 6393212"/>
                <a:gd name="connsiteX435" fmla="*/ 1088100 w 4935538"/>
                <a:gd name="connsiteY435" fmla="*/ 1592533 h 6393212"/>
                <a:gd name="connsiteX436" fmla="*/ 1102383 w 4935538"/>
                <a:gd name="connsiteY436" fmla="*/ 1564756 h 6393212"/>
                <a:gd name="connsiteX437" fmla="*/ 1117459 w 4935538"/>
                <a:gd name="connsiteY437" fmla="*/ 1537773 h 6393212"/>
                <a:gd name="connsiteX438" fmla="*/ 1133330 w 4935538"/>
                <a:gd name="connsiteY438" fmla="*/ 1512376 h 6393212"/>
                <a:gd name="connsiteX439" fmla="*/ 1152374 w 4935538"/>
                <a:gd name="connsiteY439" fmla="*/ 1488567 h 6393212"/>
                <a:gd name="connsiteX440" fmla="*/ 1171418 w 4935538"/>
                <a:gd name="connsiteY440" fmla="*/ 1465552 h 6393212"/>
                <a:gd name="connsiteX441" fmla="*/ 1192049 w 4935538"/>
                <a:gd name="connsiteY441" fmla="*/ 1443330 h 6393212"/>
                <a:gd name="connsiteX442" fmla="*/ 1214268 w 4935538"/>
                <a:gd name="connsiteY442" fmla="*/ 1422696 h 6393212"/>
                <a:gd name="connsiteX443" fmla="*/ 1238073 w 4935538"/>
                <a:gd name="connsiteY443" fmla="*/ 1403649 h 6393212"/>
                <a:gd name="connsiteX444" fmla="*/ 1261878 w 4935538"/>
                <a:gd name="connsiteY444" fmla="*/ 1386189 h 6393212"/>
                <a:gd name="connsiteX445" fmla="*/ 1287270 w 4935538"/>
                <a:gd name="connsiteY445" fmla="*/ 1369523 h 6393212"/>
                <a:gd name="connsiteX446" fmla="*/ 1314250 w 4935538"/>
                <a:gd name="connsiteY446" fmla="*/ 1356031 h 6393212"/>
                <a:gd name="connsiteX447" fmla="*/ 1342023 w 4935538"/>
                <a:gd name="connsiteY447" fmla="*/ 1342539 h 6393212"/>
                <a:gd name="connsiteX448" fmla="*/ 1370589 w 4935538"/>
                <a:gd name="connsiteY448" fmla="*/ 1330635 h 6393212"/>
                <a:gd name="connsiteX449" fmla="*/ 1399949 w 4935538"/>
                <a:gd name="connsiteY449" fmla="*/ 1321111 h 6393212"/>
                <a:gd name="connsiteX450" fmla="*/ 1429309 w 4935538"/>
                <a:gd name="connsiteY450" fmla="*/ 1313968 h 6393212"/>
                <a:gd name="connsiteX451" fmla="*/ 2514830 w 4935538"/>
                <a:gd name="connsiteY451" fmla="*/ 1072704 h 6393212"/>
                <a:gd name="connsiteX452" fmla="*/ 2525939 w 4935538"/>
                <a:gd name="connsiteY452" fmla="*/ 1070324 h 6393212"/>
                <a:gd name="connsiteX453" fmla="*/ 2537048 w 4935538"/>
                <a:gd name="connsiteY453" fmla="*/ 1068736 h 6393212"/>
                <a:gd name="connsiteX454" fmla="*/ 2559266 w 4935538"/>
                <a:gd name="connsiteY454" fmla="*/ 1066355 h 6393212"/>
                <a:gd name="connsiteX455" fmla="*/ 2581485 w 4935538"/>
                <a:gd name="connsiteY455" fmla="*/ 1066355 h 6393212"/>
                <a:gd name="connsiteX456" fmla="*/ 2603703 w 4935538"/>
                <a:gd name="connsiteY456" fmla="*/ 1067149 h 6393212"/>
                <a:gd name="connsiteX457" fmla="*/ 3487913 w 4935538"/>
                <a:gd name="connsiteY457" fmla="*/ 0 h 6393212"/>
                <a:gd name="connsiteX458" fmla="*/ 4094513 w 4935538"/>
                <a:gd name="connsiteY458" fmla="*/ 606600 h 6393212"/>
                <a:gd name="connsiteX459" fmla="*/ 3487913 w 4935538"/>
                <a:gd name="connsiteY459" fmla="*/ 1213200 h 6393212"/>
                <a:gd name="connsiteX460" fmla="*/ 2881313 w 4935538"/>
                <a:gd name="connsiteY460" fmla="*/ 606600 h 6393212"/>
                <a:gd name="connsiteX461" fmla="*/ 3487913 w 4935538"/>
                <a:gd name="connsiteY461" fmla="*/ 0 h 6393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</a:cxnLst>
              <a:rect l="l" t="t" r="r" b="b"/>
              <a:pathLst>
                <a:path w="4935538" h="6393212">
                  <a:moveTo>
                    <a:pt x="1402556" y="3773837"/>
                  </a:moveTo>
                  <a:lnTo>
                    <a:pt x="1416050" y="3793690"/>
                  </a:lnTo>
                  <a:lnTo>
                    <a:pt x="1428750" y="3813542"/>
                  </a:lnTo>
                  <a:lnTo>
                    <a:pt x="1442244" y="3831807"/>
                  </a:lnTo>
                  <a:lnTo>
                    <a:pt x="1457325" y="3850071"/>
                  </a:lnTo>
                  <a:lnTo>
                    <a:pt x="2065338" y="4524262"/>
                  </a:lnTo>
                  <a:lnTo>
                    <a:pt x="2048669" y="4693406"/>
                  </a:lnTo>
                  <a:lnTo>
                    <a:pt x="2047082" y="4711670"/>
                  </a:lnTo>
                  <a:lnTo>
                    <a:pt x="2044700" y="4729934"/>
                  </a:lnTo>
                  <a:lnTo>
                    <a:pt x="2040732" y="4747405"/>
                  </a:lnTo>
                  <a:lnTo>
                    <a:pt x="2037557" y="4765669"/>
                  </a:lnTo>
                  <a:lnTo>
                    <a:pt x="2032794" y="4783139"/>
                  </a:lnTo>
                  <a:lnTo>
                    <a:pt x="2028032" y="4800609"/>
                  </a:lnTo>
                  <a:lnTo>
                    <a:pt x="2021682" y="4817285"/>
                  </a:lnTo>
                  <a:lnTo>
                    <a:pt x="2015332" y="4834756"/>
                  </a:lnTo>
                  <a:lnTo>
                    <a:pt x="2008188" y="4851432"/>
                  </a:lnTo>
                  <a:lnTo>
                    <a:pt x="2000250" y="4867314"/>
                  </a:lnTo>
                  <a:lnTo>
                    <a:pt x="1992313" y="4883196"/>
                  </a:lnTo>
                  <a:lnTo>
                    <a:pt x="1983582" y="4899078"/>
                  </a:lnTo>
                  <a:lnTo>
                    <a:pt x="1974850" y="4914166"/>
                  </a:lnTo>
                  <a:lnTo>
                    <a:pt x="1965325" y="4929254"/>
                  </a:lnTo>
                  <a:lnTo>
                    <a:pt x="1954213" y="4944341"/>
                  </a:lnTo>
                  <a:lnTo>
                    <a:pt x="1943894" y="4958635"/>
                  </a:lnTo>
                  <a:lnTo>
                    <a:pt x="1933575" y="4971341"/>
                  </a:lnTo>
                  <a:lnTo>
                    <a:pt x="1920875" y="4984841"/>
                  </a:lnTo>
                  <a:lnTo>
                    <a:pt x="1908969" y="4998340"/>
                  </a:lnTo>
                  <a:lnTo>
                    <a:pt x="1896269" y="5010252"/>
                  </a:lnTo>
                  <a:lnTo>
                    <a:pt x="1882775" y="5022957"/>
                  </a:lnTo>
                  <a:lnTo>
                    <a:pt x="1869282" y="5034075"/>
                  </a:lnTo>
                  <a:lnTo>
                    <a:pt x="1854994" y="5045986"/>
                  </a:lnTo>
                  <a:lnTo>
                    <a:pt x="1841500" y="5056310"/>
                  </a:lnTo>
                  <a:lnTo>
                    <a:pt x="1826419" y="5067427"/>
                  </a:lnTo>
                  <a:lnTo>
                    <a:pt x="1811338" y="5076956"/>
                  </a:lnTo>
                  <a:lnTo>
                    <a:pt x="1796256" y="5085691"/>
                  </a:lnTo>
                  <a:lnTo>
                    <a:pt x="1780381" y="5094426"/>
                  </a:lnTo>
                  <a:lnTo>
                    <a:pt x="1763713" y="5102367"/>
                  </a:lnTo>
                  <a:lnTo>
                    <a:pt x="1747838" y="5110308"/>
                  </a:lnTo>
                  <a:lnTo>
                    <a:pt x="1729581" y="5117455"/>
                  </a:lnTo>
                  <a:lnTo>
                    <a:pt x="1712913" y="5123808"/>
                  </a:lnTo>
                  <a:lnTo>
                    <a:pt x="483394" y="5551828"/>
                  </a:lnTo>
                  <a:lnTo>
                    <a:pt x="468312" y="5556593"/>
                  </a:lnTo>
                  <a:lnTo>
                    <a:pt x="454025" y="5560563"/>
                  </a:lnTo>
                  <a:lnTo>
                    <a:pt x="439737" y="5564534"/>
                  </a:lnTo>
                  <a:lnTo>
                    <a:pt x="424656" y="5566916"/>
                  </a:lnTo>
                  <a:lnTo>
                    <a:pt x="409575" y="5568505"/>
                  </a:lnTo>
                  <a:lnTo>
                    <a:pt x="394494" y="5570887"/>
                  </a:lnTo>
                  <a:lnTo>
                    <a:pt x="379412" y="5571681"/>
                  </a:lnTo>
                  <a:lnTo>
                    <a:pt x="364331" y="5572475"/>
                  </a:lnTo>
                  <a:lnTo>
                    <a:pt x="350044" y="5571681"/>
                  </a:lnTo>
                  <a:lnTo>
                    <a:pt x="335756" y="5570887"/>
                  </a:lnTo>
                  <a:lnTo>
                    <a:pt x="322262" y="5569299"/>
                  </a:lnTo>
                  <a:lnTo>
                    <a:pt x="308769" y="5567710"/>
                  </a:lnTo>
                  <a:lnTo>
                    <a:pt x="294481" y="5565328"/>
                  </a:lnTo>
                  <a:lnTo>
                    <a:pt x="280987" y="5562946"/>
                  </a:lnTo>
                  <a:lnTo>
                    <a:pt x="254794" y="5554211"/>
                  </a:lnTo>
                  <a:lnTo>
                    <a:pt x="227806" y="5545476"/>
                  </a:lnTo>
                  <a:lnTo>
                    <a:pt x="203200" y="5534358"/>
                  </a:lnTo>
                  <a:lnTo>
                    <a:pt x="178594" y="5520859"/>
                  </a:lnTo>
                  <a:lnTo>
                    <a:pt x="155575" y="5505771"/>
                  </a:lnTo>
                  <a:lnTo>
                    <a:pt x="133350" y="5489094"/>
                  </a:lnTo>
                  <a:lnTo>
                    <a:pt x="123031" y="5480359"/>
                  </a:lnTo>
                  <a:lnTo>
                    <a:pt x="111919" y="5470830"/>
                  </a:lnTo>
                  <a:lnTo>
                    <a:pt x="102394" y="5460507"/>
                  </a:lnTo>
                  <a:lnTo>
                    <a:pt x="92869" y="5450978"/>
                  </a:lnTo>
                  <a:lnTo>
                    <a:pt x="84137" y="5440654"/>
                  </a:lnTo>
                  <a:lnTo>
                    <a:pt x="75406" y="5428743"/>
                  </a:lnTo>
                  <a:lnTo>
                    <a:pt x="66675" y="5417625"/>
                  </a:lnTo>
                  <a:lnTo>
                    <a:pt x="58737" y="5405714"/>
                  </a:lnTo>
                  <a:lnTo>
                    <a:pt x="51594" y="5393802"/>
                  </a:lnTo>
                  <a:lnTo>
                    <a:pt x="44450" y="5381097"/>
                  </a:lnTo>
                  <a:lnTo>
                    <a:pt x="37306" y="5367597"/>
                  </a:lnTo>
                  <a:lnTo>
                    <a:pt x="30956" y="5354891"/>
                  </a:lnTo>
                  <a:lnTo>
                    <a:pt x="25400" y="5341392"/>
                  </a:lnTo>
                  <a:lnTo>
                    <a:pt x="20637" y="5327098"/>
                  </a:lnTo>
                  <a:lnTo>
                    <a:pt x="15081" y="5309628"/>
                  </a:lnTo>
                  <a:lnTo>
                    <a:pt x="9525" y="5292157"/>
                  </a:lnTo>
                  <a:lnTo>
                    <a:pt x="6350" y="5273099"/>
                  </a:lnTo>
                  <a:lnTo>
                    <a:pt x="3175" y="5255629"/>
                  </a:lnTo>
                  <a:lnTo>
                    <a:pt x="794" y="5238159"/>
                  </a:lnTo>
                  <a:lnTo>
                    <a:pt x="0" y="5219894"/>
                  </a:lnTo>
                  <a:lnTo>
                    <a:pt x="0" y="5201630"/>
                  </a:lnTo>
                  <a:lnTo>
                    <a:pt x="794" y="5184160"/>
                  </a:lnTo>
                  <a:lnTo>
                    <a:pt x="2381" y="5165895"/>
                  </a:lnTo>
                  <a:lnTo>
                    <a:pt x="4762" y="5149219"/>
                  </a:lnTo>
                  <a:lnTo>
                    <a:pt x="7937" y="5131749"/>
                  </a:lnTo>
                  <a:lnTo>
                    <a:pt x="12700" y="5115073"/>
                  </a:lnTo>
                  <a:lnTo>
                    <a:pt x="16669" y="5098397"/>
                  </a:lnTo>
                  <a:lnTo>
                    <a:pt x="23019" y="5080927"/>
                  </a:lnTo>
                  <a:lnTo>
                    <a:pt x="29369" y="5065045"/>
                  </a:lnTo>
                  <a:lnTo>
                    <a:pt x="36512" y="5049163"/>
                  </a:lnTo>
                  <a:lnTo>
                    <a:pt x="44450" y="5033281"/>
                  </a:lnTo>
                  <a:lnTo>
                    <a:pt x="53181" y="5018193"/>
                  </a:lnTo>
                  <a:lnTo>
                    <a:pt x="62706" y="5003105"/>
                  </a:lnTo>
                  <a:lnTo>
                    <a:pt x="72231" y="4989605"/>
                  </a:lnTo>
                  <a:lnTo>
                    <a:pt x="84137" y="4976105"/>
                  </a:lnTo>
                  <a:lnTo>
                    <a:pt x="95250" y="4962606"/>
                  </a:lnTo>
                  <a:lnTo>
                    <a:pt x="107156" y="4949106"/>
                  </a:lnTo>
                  <a:lnTo>
                    <a:pt x="120650" y="4937195"/>
                  </a:lnTo>
                  <a:lnTo>
                    <a:pt x="133350" y="4925283"/>
                  </a:lnTo>
                  <a:lnTo>
                    <a:pt x="147637" y="4914960"/>
                  </a:lnTo>
                  <a:lnTo>
                    <a:pt x="162719" y="4904637"/>
                  </a:lnTo>
                  <a:lnTo>
                    <a:pt x="177800" y="4894313"/>
                  </a:lnTo>
                  <a:lnTo>
                    <a:pt x="193675" y="4885578"/>
                  </a:lnTo>
                  <a:lnTo>
                    <a:pt x="209550" y="4877637"/>
                  </a:lnTo>
                  <a:lnTo>
                    <a:pt x="227012" y="4870490"/>
                  </a:lnTo>
                  <a:lnTo>
                    <a:pt x="245269" y="4863343"/>
                  </a:lnTo>
                  <a:lnTo>
                    <a:pt x="1337469" y="4482969"/>
                  </a:lnTo>
                  <a:close/>
                  <a:moveTo>
                    <a:pt x="3290220" y="1767237"/>
                  </a:moveTo>
                  <a:lnTo>
                    <a:pt x="3557823" y="2381179"/>
                  </a:lnTo>
                  <a:lnTo>
                    <a:pt x="4506739" y="1997565"/>
                  </a:lnTo>
                  <a:lnTo>
                    <a:pt x="4521826" y="1992799"/>
                  </a:lnTo>
                  <a:lnTo>
                    <a:pt x="4536914" y="1987239"/>
                  </a:lnTo>
                  <a:lnTo>
                    <a:pt x="4552001" y="1984063"/>
                  </a:lnTo>
                  <a:lnTo>
                    <a:pt x="4566294" y="1980091"/>
                  </a:lnTo>
                  <a:lnTo>
                    <a:pt x="4581382" y="1977709"/>
                  </a:lnTo>
                  <a:lnTo>
                    <a:pt x="4597263" y="1976914"/>
                  </a:lnTo>
                  <a:lnTo>
                    <a:pt x="4612351" y="1976120"/>
                  </a:lnTo>
                  <a:lnTo>
                    <a:pt x="4627438" y="1975326"/>
                  </a:lnTo>
                  <a:lnTo>
                    <a:pt x="4642525" y="1976120"/>
                  </a:lnTo>
                  <a:lnTo>
                    <a:pt x="4657613" y="1977709"/>
                  </a:lnTo>
                  <a:lnTo>
                    <a:pt x="4672700" y="1979297"/>
                  </a:lnTo>
                  <a:lnTo>
                    <a:pt x="4687788" y="1981680"/>
                  </a:lnTo>
                  <a:lnTo>
                    <a:pt x="4702081" y="1985651"/>
                  </a:lnTo>
                  <a:lnTo>
                    <a:pt x="4717168" y="1989622"/>
                  </a:lnTo>
                  <a:lnTo>
                    <a:pt x="4731461" y="1994388"/>
                  </a:lnTo>
                  <a:lnTo>
                    <a:pt x="4744167" y="1999947"/>
                  </a:lnTo>
                  <a:lnTo>
                    <a:pt x="4758460" y="2006301"/>
                  </a:lnTo>
                  <a:lnTo>
                    <a:pt x="4771959" y="2012655"/>
                  </a:lnTo>
                  <a:lnTo>
                    <a:pt x="4785458" y="2020597"/>
                  </a:lnTo>
                  <a:lnTo>
                    <a:pt x="4797369" y="2028540"/>
                  </a:lnTo>
                  <a:lnTo>
                    <a:pt x="4810075" y="2037276"/>
                  </a:lnTo>
                  <a:lnTo>
                    <a:pt x="4821192" y="2046807"/>
                  </a:lnTo>
                  <a:lnTo>
                    <a:pt x="4833103" y="2056338"/>
                  </a:lnTo>
                  <a:lnTo>
                    <a:pt x="4844220" y="2066663"/>
                  </a:lnTo>
                  <a:lnTo>
                    <a:pt x="4855337" y="2077782"/>
                  </a:lnTo>
                  <a:lnTo>
                    <a:pt x="4864866" y="2089695"/>
                  </a:lnTo>
                  <a:lnTo>
                    <a:pt x="4874394" y="2101609"/>
                  </a:lnTo>
                  <a:lnTo>
                    <a:pt x="4883129" y="2115111"/>
                  </a:lnTo>
                  <a:lnTo>
                    <a:pt x="4891070" y="2127819"/>
                  </a:lnTo>
                  <a:lnTo>
                    <a:pt x="4899011" y="2141320"/>
                  </a:lnTo>
                  <a:lnTo>
                    <a:pt x="4906157" y="2155617"/>
                  </a:lnTo>
                  <a:lnTo>
                    <a:pt x="4912510" y="2170707"/>
                  </a:lnTo>
                  <a:lnTo>
                    <a:pt x="4918068" y="2185797"/>
                  </a:lnTo>
                  <a:lnTo>
                    <a:pt x="4922833" y="2200888"/>
                  </a:lnTo>
                  <a:lnTo>
                    <a:pt x="4926803" y="2215978"/>
                  </a:lnTo>
                  <a:lnTo>
                    <a:pt x="4929980" y="2230274"/>
                  </a:lnTo>
                  <a:lnTo>
                    <a:pt x="4933156" y="2246953"/>
                  </a:lnTo>
                  <a:lnTo>
                    <a:pt x="4934744" y="2261249"/>
                  </a:lnTo>
                  <a:lnTo>
                    <a:pt x="4935538" y="2276340"/>
                  </a:lnTo>
                  <a:lnTo>
                    <a:pt x="4935538" y="2291430"/>
                  </a:lnTo>
                  <a:lnTo>
                    <a:pt x="4934744" y="2307315"/>
                  </a:lnTo>
                  <a:lnTo>
                    <a:pt x="4933950" y="2322405"/>
                  </a:lnTo>
                  <a:lnTo>
                    <a:pt x="4930774" y="2337496"/>
                  </a:lnTo>
                  <a:lnTo>
                    <a:pt x="4928391" y="2351792"/>
                  </a:lnTo>
                  <a:lnTo>
                    <a:pt x="4925215" y="2366882"/>
                  </a:lnTo>
                  <a:lnTo>
                    <a:pt x="4920451" y="2381179"/>
                  </a:lnTo>
                  <a:lnTo>
                    <a:pt x="4916480" y="2395475"/>
                  </a:lnTo>
                  <a:lnTo>
                    <a:pt x="4910922" y="2409771"/>
                  </a:lnTo>
                  <a:lnTo>
                    <a:pt x="4904569" y="2422479"/>
                  </a:lnTo>
                  <a:lnTo>
                    <a:pt x="4897422" y="2435981"/>
                  </a:lnTo>
                  <a:lnTo>
                    <a:pt x="4890276" y="2449482"/>
                  </a:lnTo>
                  <a:lnTo>
                    <a:pt x="4881541" y="2461396"/>
                  </a:lnTo>
                  <a:lnTo>
                    <a:pt x="4873600" y="2474104"/>
                  </a:lnTo>
                  <a:lnTo>
                    <a:pt x="4864072" y="2486017"/>
                  </a:lnTo>
                  <a:lnTo>
                    <a:pt x="4854543" y="2497931"/>
                  </a:lnTo>
                  <a:lnTo>
                    <a:pt x="4843426" y="2508256"/>
                  </a:lnTo>
                  <a:lnTo>
                    <a:pt x="4833103" y="2519375"/>
                  </a:lnTo>
                  <a:lnTo>
                    <a:pt x="4820398" y="2528906"/>
                  </a:lnTo>
                  <a:lnTo>
                    <a:pt x="4809280" y="2538436"/>
                  </a:lnTo>
                  <a:lnTo>
                    <a:pt x="4795781" y="2547173"/>
                  </a:lnTo>
                  <a:lnTo>
                    <a:pt x="4782282" y="2555115"/>
                  </a:lnTo>
                  <a:lnTo>
                    <a:pt x="4769577" y="2563058"/>
                  </a:lnTo>
                  <a:lnTo>
                    <a:pt x="4755284" y="2570206"/>
                  </a:lnTo>
                  <a:lnTo>
                    <a:pt x="4740196" y="2576560"/>
                  </a:lnTo>
                  <a:lnTo>
                    <a:pt x="3579263" y="3046745"/>
                  </a:lnTo>
                  <a:lnTo>
                    <a:pt x="3560999" y="3053893"/>
                  </a:lnTo>
                  <a:lnTo>
                    <a:pt x="3542735" y="3059453"/>
                  </a:lnTo>
                  <a:lnTo>
                    <a:pt x="3524472" y="3064218"/>
                  </a:lnTo>
                  <a:lnTo>
                    <a:pt x="3506208" y="3068983"/>
                  </a:lnTo>
                  <a:lnTo>
                    <a:pt x="3487150" y="3071366"/>
                  </a:lnTo>
                  <a:lnTo>
                    <a:pt x="3468887" y="3073749"/>
                  </a:lnTo>
                  <a:lnTo>
                    <a:pt x="3449829" y="3074543"/>
                  </a:lnTo>
                  <a:lnTo>
                    <a:pt x="3432359" y="3075337"/>
                  </a:lnTo>
                  <a:lnTo>
                    <a:pt x="3403773" y="3074543"/>
                  </a:lnTo>
                  <a:lnTo>
                    <a:pt x="3376774" y="3071366"/>
                  </a:lnTo>
                  <a:lnTo>
                    <a:pt x="3348982" y="3066601"/>
                  </a:lnTo>
                  <a:lnTo>
                    <a:pt x="3322777" y="3059453"/>
                  </a:lnTo>
                  <a:lnTo>
                    <a:pt x="3297367" y="3050716"/>
                  </a:lnTo>
                  <a:lnTo>
                    <a:pt x="3271163" y="3040391"/>
                  </a:lnTo>
                  <a:lnTo>
                    <a:pt x="3246547" y="3027683"/>
                  </a:lnTo>
                  <a:lnTo>
                    <a:pt x="3223518" y="3013387"/>
                  </a:lnTo>
                  <a:lnTo>
                    <a:pt x="3200490" y="2997502"/>
                  </a:lnTo>
                  <a:lnTo>
                    <a:pt x="3179050" y="2980029"/>
                  </a:lnTo>
                  <a:lnTo>
                    <a:pt x="3159199" y="2961762"/>
                  </a:lnTo>
                  <a:lnTo>
                    <a:pt x="3139347" y="2940318"/>
                  </a:lnTo>
                  <a:lnTo>
                    <a:pt x="3121877" y="2918079"/>
                  </a:lnTo>
                  <a:lnTo>
                    <a:pt x="3113936" y="2906960"/>
                  </a:lnTo>
                  <a:lnTo>
                    <a:pt x="3105996" y="2894252"/>
                  </a:lnTo>
                  <a:lnTo>
                    <a:pt x="3098055" y="2881545"/>
                  </a:lnTo>
                  <a:lnTo>
                    <a:pt x="3090908" y="2868837"/>
                  </a:lnTo>
                  <a:lnTo>
                    <a:pt x="3084556" y="2856129"/>
                  </a:lnTo>
                  <a:lnTo>
                    <a:pt x="3078203" y="2841833"/>
                  </a:lnTo>
                  <a:lnTo>
                    <a:pt x="2979738" y="2615477"/>
                  </a:lnTo>
                  <a:lnTo>
                    <a:pt x="3273545" y="1818862"/>
                  </a:lnTo>
                  <a:lnTo>
                    <a:pt x="3282280" y="1792653"/>
                  </a:lnTo>
                  <a:close/>
                  <a:moveTo>
                    <a:pt x="2629889" y="1065562"/>
                  </a:moveTo>
                  <a:lnTo>
                    <a:pt x="2657661" y="1065562"/>
                  </a:lnTo>
                  <a:lnTo>
                    <a:pt x="2685434" y="1067149"/>
                  </a:lnTo>
                  <a:lnTo>
                    <a:pt x="2711620" y="1070324"/>
                  </a:lnTo>
                  <a:lnTo>
                    <a:pt x="2739393" y="1074292"/>
                  </a:lnTo>
                  <a:lnTo>
                    <a:pt x="2766372" y="1080641"/>
                  </a:lnTo>
                  <a:lnTo>
                    <a:pt x="2792558" y="1087783"/>
                  </a:lnTo>
                  <a:lnTo>
                    <a:pt x="2820331" y="1096513"/>
                  </a:lnTo>
                  <a:lnTo>
                    <a:pt x="2844930" y="1107624"/>
                  </a:lnTo>
                  <a:lnTo>
                    <a:pt x="2868735" y="1117941"/>
                  </a:lnTo>
                  <a:lnTo>
                    <a:pt x="2891747" y="1130640"/>
                  </a:lnTo>
                  <a:lnTo>
                    <a:pt x="2914759" y="1143338"/>
                  </a:lnTo>
                  <a:lnTo>
                    <a:pt x="2936183" y="1157623"/>
                  </a:lnTo>
                  <a:lnTo>
                    <a:pt x="2957608" y="1172702"/>
                  </a:lnTo>
                  <a:lnTo>
                    <a:pt x="2976652" y="1188575"/>
                  </a:lnTo>
                  <a:lnTo>
                    <a:pt x="2995697" y="1205241"/>
                  </a:lnTo>
                  <a:lnTo>
                    <a:pt x="3013948" y="1223494"/>
                  </a:lnTo>
                  <a:lnTo>
                    <a:pt x="3030611" y="1241748"/>
                  </a:lnTo>
                  <a:lnTo>
                    <a:pt x="3046481" y="1260795"/>
                  </a:lnTo>
                  <a:lnTo>
                    <a:pt x="3061558" y="1281430"/>
                  </a:lnTo>
                  <a:lnTo>
                    <a:pt x="3075841" y="1302064"/>
                  </a:lnTo>
                  <a:lnTo>
                    <a:pt x="3089331" y="1322698"/>
                  </a:lnTo>
                  <a:lnTo>
                    <a:pt x="3101234" y="1344920"/>
                  </a:lnTo>
                  <a:lnTo>
                    <a:pt x="3112343" y="1367142"/>
                  </a:lnTo>
                  <a:lnTo>
                    <a:pt x="3121865" y="1390157"/>
                  </a:lnTo>
                  <a:lnTo>
                    <a:pt x="3130593" y="1413172"/>
                  </a:lnTo>
                  <a:lnTo>
                    <a:pt x="3138529" y="1436981"/>
                  </a:lnTo>
                  <a:lnTo>
                    <a:pt x="3144877" y="1461584"/>
                  </a:lnTo>
                  <a:lnTo>
                    <a:pt x="3150431" y="1485393"/>
                  </a:lnTo>
                  <a:lnTo>
                    <a:pt x="3154399" y="1510789"/>
                  </a:lnTo>
                  <a:lnTo>
                    <a:pt x="3158366" y="1535392"/>
                  </a:lnTo>
                  <a:lnTo>
                    <a:pt x="3159953" y="1560788"/>
                  </a:lnTo>
                  <a:lnTo>
                    <a:pt x="3159953" y="1586184"/>
                  </a:lnTo>
                  <a:lnTo>
                    <a:pt x="3159953" y="1612374"/>
                  </a:lnTo>
                  <a:lnTo>
                    <a:pt x="3157573" y="1636977"/>
                  </a:lnTo>
                  <a:lnTo>
                    <a:pt x="3154399" y="1662373"/>
                  </a:lnTo>
                  <a:lnTo>
                    <a:pt x="3148844" y="1688563"/>
                  </a:lnTo>
                  <a:lnTo>
                    <a:pt x="3144083" y="1713959"/>
                  </a:lnTo>
                  <a:lnTo>
                    <a:pt x="3136942" y="1739355"/>
                  </a:lnTo>
                  <a:lnTo>
                    <a:pt x="3128213" y="1764751"/>
                  </a:lnTo>
                  <a:lnTo>
                    <a:pt x="2456904" y="3584549"/>
                  </a:lnTo>
                  <a:lnTo>
                    <a:pt x="2452936" y="3593279"/>
                  </a:lnTo>
                  <a:lnTo>
                    <a:pt x="2448968" y="3602803"/>
                  </a:lnTo>
                  <a:lnTo>
                    <a:pt x="2440240" y="3620263"/>
                  </a:lnTo>
                  <a:lnTo>
                    <a:pt x="3126626" y="4381356"/>
                  </a:lnTo>
                  <a:lnTo>
                    <a:pt x="3138529" y="4394847"/>
                  </a:lnTo>
                  <a:lnTo>
                    <a:pt x="3150431" y="4409133"/>
                  </a:lnTo>
                  <a:lnTo>
                    <a:pt x="3160747" y="4424212"/>
                  </a:lnTo>
                  <a:lnTo>
                    <a:pt x="3171062" y="4437703"/>
                  </a:lnTo>
                  <a:lnTo>
                    <a:pt x="3182172" y="4452782"/>
                  </a:lnTo>
                  <a:lnTo>
                    <a:pt x="3190900" y="4468655"/>
                  </a:lnTo>
                  <a:lnTo>
                    <a:pt x="3200422" y="4483734"/>
                  </a:lnTo>
                  <a:lnTo>
                    <a:pt x="3208357" y="4499607"/>
                  </a:lnTo>
                  <a:lnTo>
                    <a:pt x="3216292" y="4515479"/>
                  </a:lnTo>
                  <a:lnTo>
                    <a:pt x="3224228" y="4532146"/>
                  </a:lnTo>
                  <a:lnTo>
                    <a:pt x="3230576" y="4548812"/>
                  </a:lnTo>
                  <a:lnTo>
                    <a:pt x="3237717" y="4565478"/>
                  </a:lnTo>
                  <a:lnTo>
                    <a:pt x="3243272" y="4581351"/>
                  </a:lnTo>
                  <a:lnTo>
                    <a:pt x="3248033" y="4598017"/>
                  </a:lnTo>
                  <a:lnTo>
                    <a:pt x="3253587" y="4615477"/>
                  </a:lnTo>
                  <a:lnTo>
                    <a:pt x="3256761" y="4632937"/>
                  </a:lnTo>
                  <a:lnTo>
                    <a:pt x="3261523" y="4650397"/>
                  </a:lnTo>
                  <a:lnTo>
                    <a:pt x="3263903" y="4667063"/>
                  </a:lnTo>
                  <a:lnTo>
                    <a:pt x="3267077" y="4684523"/>
                  </a:lnTo>
                  <a:lnTo>
                    <a:pt x="3269458" y="4702776"/>
                  </a:lnTo>
                  <a:lnTo>
                    <a:pt x="3270251" y="4720236"/>
                  </a:lnTo>
                  <a:lnTo>
                    <a:pt x="3271045" y="4737696"/>
                  </a:lnTo>
                  <a:lnTo>
                    <a:pt x="3271838" y="4755156"/>
                  </a:lnTo>
                  <a:lnTo>
                    <a:pt x="3271045" y="4773410"/>
                  </a:lnTo>
                  <a:lnTo>
                    <a:pt x="3271045" y="4790870"/>
                  </a:lnTo>
                  <a:lnTo>
                    <a:pt x="3269458" y="4809123"/>
                  </a:lnTo>
                  <a:lnTo>
                    <a:pt x="3267871" y="4827377"/>
                  </a:lnTo>
                  <a:lnTo>
                    <a:pt x="3264697" y="4844837"/>
                  </a:lnTo>
                  <a:lnTo>
                    <a:pt x="3262316" y="4862296"/>
                  </a:lnTo>
                  <a:lnTo>
                    <a:pt x="3259142" y="4880550"/>
                  </a:lnTo>
                  <a:lnTo>
                    <a:pt x="3254381" y="4898804"/>
                  </a:lnTo>
                  <a:lnTo>
                    <a:pt x="3250413" y="4916263"/>
                  </a:lnTo>
                  <a:lnTo>
                    <a:pt x="2900475" y="6129727"/>
                  </a:lnTo>
                  <a:lnTo>
                    <a:pt x="2895714" y="6144011"/>
                  </a:lnTo>
                  <a:lnTo>
                    <a:pt x="2890953" y="6159091"/>
                  </a:lnTo>
                  <a:lnTo>
                    <a:pt x="2884605" y="6172583"/>
                  </a:lnTo>
                  <a:lnTo>
                    <a:pt x="2879051" y="6186074"/>
                  </a:lnTo>
                  <a:lnTo>
                    <a:pt x="2871909" y="6200359"/>
                  </a:lnTo>
                  <a:lnTo>
                    <a:pt x="2864767" y="6212264"/>
                  </a:lnTo>
                  <a:lnTo>
                    <a:pt x="2856832" y="6225755"/>
                  </a:lnTo>
                  <a:lnTo>
                    <a:pt x="2848897" y="6237660"/>
                  </a:lnTo>
                  <a:lnTo>
                    <a:pt x="2840169" y="6249565"/>
                  </a:lnTo>
                  <a:lnTo>
                    <a:pt x="2830647" y="6261469"/>
                  </a:lnTo>
                  <a:lnTo>
                    <a:pt x="2821124" y="6271787"/>
                  </a:lnTo>
                  <a:lnTo>
                    <a:pt x="2811602" y="6282897"/>
                  </a:lnTo>
                  <a:lnTo>
                    <a:pt x="2801287" y="6293215"/>
                  </a:lnTo>
                  <a:lnTo>
                    <a:pt x="2790178" y="6302738"/>
                  </a:lnTo>
                  <a:lnTo>
                    <a:pt x="2779068" y="6311468"/>
                  </a:lnTo>
                  <a:lnTo>
                    <a:pt x="2767959" y="6320198"/>
                  </a:lnTo>
                  <a:lnTo>
                    <a:pt x="2756057" y="6329721"/>
                  </a:lnTo>
                  <a:lnTo>
                    <a:pt x="2744154" y="6337658"/>
                  </a:lnTo>
                  <a:lnTo>
                    <a:pt x="2732251" y="6344007"/>
                  </a:lnTo>
                  <a:lnTo>
                    <a:pt x="2718762" y="6351149"/>
                  </a:lnTo>
                  <a:lnTo>
                    <a:pt x="2706066" y="6357499"/>
                  </a:lnTo>
                  <a:lnTo>
                    <a:pt x="2693369" y="6363847"/>
                  </a:lnTo>
                  <a:lnTo>
                    <a:pt x="2679880" y="6369403"/>
                  </a:lnTo>
                  <a:lnTo>
                    <a:pt x="2665597" y="6374165"/>
                  </a:lnTo>
                  <a:lnTo>
                    <a:pt x="2652107" y="6378133"/>
                  </a:lnTo>
                  <a:lnTo>
                    <a:pt x="2638617" y="6382101"/>
                  </a:lnTo>
                  <a:lnTo>
                    <a:pt x="2624334" y="6385275"/>
                  </a:lnTo>
                  <a:lnTo>
                    <a:pt x="2609257" y="6387657"/>
                  </a:lnTo>
                  <a:lnTo>
                    <a:pt x="2594974" y="6390037"/>
                  </a:lnTo>
                  <a:lnTo>
                    <a:pt x="2580691" y="6391625"/>
                  </a:lnTo>
                  <a:lnTo>
                    <a:pt x="2565614" y="6392419"/>
                  </a:lnTo>
                  <a:lnTo>
                    <a:pt x="2550538" y="6393212"/>
                  </a:lnTo>
                  <a:lnTo>
                    <a:pt x="2525939" y="6392419"/>
                  </a:lnTo>
                  <a:lnTo>
                    <a:pt x="2500547" y="6389244"/>
                  </a:lnTo>
                  <a:lnTo>
                    <a:pt x="2475948" y="6385275"/>
                  </a:lnTo>
                  <a:lnTo>
                    <a:pt x="2449762" y="6378133"/>
                  </a:lnTo>
                  <a:lnTo>
                    <a:pt x="2432305" y="6372577"/>
                  </a:lnTo>
                  <a:lnTo>
                    <a:pt x="2414848" y="6366229"/>
                  </a:lnTo>
                  <a:lnTo>
                    <a:pt x="2397390" y="6359086"/>
                  </a:lnTo>
                  <a:lnTo>
                    <a:pt x="2381520" y="6351149"/>
                  </a:lnTo>
                  <a:lnTo>
                    <a:pt x="2365650" y="6342419"/>
                  </a:lnTo>
                  <a:lnTo>
                    <a:pt x="2350573" y="6332896"/>
                  </a:lnTo>
                  <a:lnTo>
                    <a:pt x="2335497" y="6322579"/>
                  </a:lnTo>
                  <a:lnTo>
                    <a:pt x="2322007" y="6311468"/>
                  </a:lnTo>
                  <a:lnTo>
                    <a:pt x="2308517" y="6300357"/>
                  </a:lnTo>
                  <a:lnTo>
                    <a:pt x="2295028" y="6288453"/>
                  </a:lnTo>
                  <a:lnTo>
                    <a:pt x="2283918" y="6275755"/>
                  </a:lnTo>
                  <a:lnTo>
                    <a:pt x="2271222" y="6262263"/>
                  </a:lnTo>
                  <a:lnTo>
                    <a:pt x="2260907" y="6248771"/>
                  </a:lnTo>
                  <a:lnTo>
                    <a:pt x="2251385" y="6234485"/>
                  </a:lnTo>
                  <a:lnTo>
                    <a:pt x="2241069" y="6219407"/>
                  </a:lnTo>
                  <a:lnTo>
                    <a:pt x="2232340" y="6204327"/>
                  </a:lnTo>
                  <a:lnTo>
                    <a:pt x="2224405" y="6190043"/>
                  </a:lnTo>
                  <a:lnTo>
                    <a:pt x="2216470" y="6173376"/>
                  </a:lnTo>
                  <a:lnTo>
                    <a:pt x="2210122" y="6156709"/>
                  </a:lnTo>
                  <a:lnTo>
                    <a:pt x="2203774" y="6140837"/>
                  </a:lnTo>
                  <a:lnTo>
                    <a:pt x="2199806" y="6124171"/>
                  </a:lnTo>
                  <a:lnTo>
                    <a:pt x="2195045" y="6106711"/>
                  </a:lnTo>
                  <a:lnTo>
                    <a:pt x="2191871" y="6090045"/>
                  </a:lnTo>
                  <a:lnTo>
                    <a:pt x="2189491" y="6071791"/>
                  </a:lnTo>
                  <a:lnTo>
                    <a:pt x="2187110" y="6054331"/>
                  </a:lnTo>
                  <a:lnTo>
                    <a:pt x="2186317" y="6036871"/>
                  </a:lnTo>
                  <a:lnTo>
                    <a:pt x="2186317" y="6019411"/>
                  </a:lnTo>
                  <a:lnTo>
                    <a:pt x="2187904" y="6000365"/>
                  </a:lnTo>
                  <a:lnTo>
                    <a:pt x="2190284" y="5982905"/>
                  </a:lnTo>
                  <a:lnTo>
                    <a:pt x="2192665" y="5963857"/>
                  </a:lnTo>
                  <a:lnTo>
                    <a:pt x="2195839" y="5946397"/>
                  </a:lnTo>
                  <a:lnTo>
                    <a:pt x="2200600" y="5928144"/>
                  </a:lnTo>
                  <a:lnTo>
                    <a:pt x="2525145" y="4801187"/>
                  </a:lnTo>
                  <a:lnTo>
                    <a:pt x="1573727" y="3744863"/>
                  </a:lnTo>
                  <a:lnTo>
                    <a:pt x="1564999" y="3735339"/>
                  </a:lnTo>
                  <a:lnTo>
                    <a:pt x="1556270" y="3724229"/>
                  </a:lnTo>
                  <a:lnTo>
                    <a:pt x="1548335" y="3713118"/>
                  </a:lnTo>
                  <a:lnTo>
                    <a:pt x="1541193" y="3701213"/>
                  </a:lnTo>
                  <a:lnTo>
                    <a:pt x="1527704" y="3678198"/>
                  </a:lnTo>
                  <a:lnTo>
                    <a:pt x="1515801" y="3655183"/>
                  </a:lnTo>
                  <a:lnTo>
                    <a:pt x="1503105" y="3630580"/>
                  </a:lnTo>
                  <a:lnTo>
                    <a:pt x="1491202" y="3605977"/>
                  </a:lnTo>
                  <a:lnTo>
                    <a:pt x="1481680" y="3581375"/>
                  </a:lnTo>
                  <a:lnTo>
                    <a:pt x="1472952" y="3554391"/>
                  </a:lnTo>
                  <a:lnTo>
                    <a:pt x="1465810" y="3528201"/>
                  </a:lnTo>
                  <a:lnTo>
                    <a:pt x="1459462" y="3502012"/>
                  </a:lnTo>
                  <a:lnTo>
                    <a:pt x="1454701" y="3475028"/>
                  </a:lnTo>
                  <a:lnTo>
                    <a:pt x="1451527" y="3448045"/>
                  </a:lnTo>
                  <a:lnTo>
                    <a:pt x="1449940" y="3420268"/>
                  </a:lnTo>
                  <a:lnTo>
                    <a:pt x="1449146" y="3391697"/>
                  </a:lnTo>
                  <a:lnTo>
                    <a:pt x="1450733" y="3364713"/>
                  </a:lnTo>
                  <a:lnTo>
                    <a:pt x="1453907" y="3336143"/>
                  </a:lnTo>
                  <a:lnTo>
                    <a:pt x="1457875" y="3308365"/>
                  </a:lnTo>
                  <a:lnTo>
                    <a:pt x="1464223" y="3280588"/>
                  </a:lnTo>
                  <a:lnTo>
                    <a:pt x="1472158" y="3252018"/>
                  </a:lnTo>
                  <a:lnTo>
                    <a:pt x="1480887" y="3225034"/>
                  </a:lnTo>
                  <a:lnTo>
                    <a:pt x="1996668" y="1826655"/>
                  </a:lnTo>
                  <a:lnTo>
                    <a:pt x="1635621" y="1907606"/>
                  </a:lnTo>
                  <a:lnTo>
                    <a:pt x="1256324" y="2922661"/>
                  </a:lnTo>
                  <a:lnTo>
                    <a:pt x="1246801" y="2945676"/>
                  </a:lnTo>
                  <a:lnTo>
                    <a:pt x="1234899" y="2967898"/>
                  </a:lnTo>
                  <a:lnTo>
                    <a:pt x="1222996" y="2987738"/>
                  </a:lnTo>
                  <a:lnTo>
                    <a:pt x="1208713" y="3007579"/>
                  </a:lnTo>
                  <a:lnTo>
                    <a:pt x="1193636" y="3025039"/>
                  </a:lnTo>
                  <a:lnTo>
                    <a:pt x="1176973" y="3041705"/>
                  </a:lnTo>
                  <a:lnTo>
                    <a:pt x="1159515" y="3056784"/>
                  </a:lnTo>
                  <a:lnTo>
                    <a:pt x="1139678" y="3071070"/>
                  </a:lnTo>
                  <a:lnTo>
                    <a:pt x="1120633" y="3083768"/>
                  </a:lnTo>
                  <a:lnTo>
                    <a:pt x="1100002" y="3094085"/>
                  </a:lnTo>
                  <a:lnTo>
                    <a:pt x="1078577" y="3103609"/>
                  </a:lnTo>
                  <a:lnTo>
                    <a:pt x="1056359" y="3111545"/>
                  </a:lnTo>
                  <a:lnTo>
                    <a:pt x="1033347" y="3117100"/>
                  </a:lnTo>
                  <a:lnTo>
                    <a:pt x="1011129" y="3121862"/>
                  </a:lnTo>
                  <a:lnTo>
                    <a:pt x="987324" y="3124243"/>
                  </a:lnTo>
                  <a:lnTo>
                    <a:pt x="963519" y="3125037"/>
                  </a:lnTo>
                  <a:lnTo>
                    <a:pt x="950822" y="3125037"/>
                  </a:lnTo>
                  <a:lnTo>
                    <a:pt x="937333" y="3124243"/>
                  </a:lnTo>
                  <a:lnTo>
                    <a:pt x="923050" y="3122656"/>
                  </a:lnTo>
                  <a:lnTo>
                    <a:pt x="909560" y="3120275"/>
                  </a:lnTo>
                  <a:lnTo>
                    <a:pt x="896070" y="3117894"/>
                  </a:lnTo>
                  <a:lnTo>
                    <a:pt x="882581" y="3114719"/>
                  </a:lnTo>
                  <a:lnTo>
                    <a:pt x="868297" y="3109958"/>
                  </a:lnTo>
                  <a:lnTo>
                    <a:pt x="854808" y="3105196"/>
                  </a:lnTo>
                  <a:lnTo>
                    <a:pt x="839731" y="3099640"/>
                  </a:lnTo>
                  <a:lnTo>
                    <a:pt x="826241" y="3093291"/>
                  </a:lnTo>
                  <a:lnTo>
                    <a:pt x="811958" y="3085355"/>
                  </a:lnTo>
                  <a:lnTo>
                    <a:pt x="798469" y="3077419"/>
                  </a:lnTo>
                  <a:lnTo>
                    <a:pt x="784979" y="3069482"/>
                  </a:lnTo>
                  <a:lnTo>
                    <a:pt x="773076" y="3059959"/>
                  </a:lnTo>
                  <a:lnTo>
                    <a:pt x="761174" y="3049642"/>
                  </a:lnTo>
                  <a:lnTo>
                    <a:pt x="750064" y="3040118"/>
                  </a:lnTo>
                  <a:lnTo>
                    <a:pt x="738955" y="3029801"/>
                  </a:lnTo>
                  <a:lnTo>
                    <a:pt x="728640" y="3017896"/>
                  </a:lnTo>
                  <a:lnTo>
                    <a:pt x="719118" y="3006785"/>
                  </a:lnTo>
                  <a:lnTo>
                    <a:pt x="710389" y="2994087"/>
                  </a:lnTo>
                  <a:lnTo>
                    <a:pt x="702454" y="2981389"/>
                  </a:lnTo>
                  <a:lnTo>
                    <a:pt x="693725" y="2969485"/>
                  </a:lnTo>
                  <a:lnTo>
                    <a:pt x="687377" y="2955993"/>
                  </a:lnTo>
                  <a:lnTo>
                    <a:pt x="680236" y="2942501"/>
                  </a:lnTo>
                  <a:lnTo>
                    <a:pt x="674681" y="2929010"/>
                  </a:lnTo>
                  <a:lnTo>
                    <a:pt x="669126" y="2914724"/>
                  </a:lnTo>
                  <a:lnTo>
                    <a:pt x="665159" y="2900439"/>
                  </a:lnTo>
                  <a:lnTo>
                    <a:pt x="660398" y="2886153"/>
                  </a:lnTo>
                  <a:lnTo>
                    <a:pt x="658017" y="2871074"/>
                  </a:lnTo>
                  <a:lnTo>
                    <a:pt x="654843" y="2855995"/>
                  </a:lnTo>
                  <a:lnTo>
                    <a:pt x="653256" y="2840916"/>
                  </a:lnTo>
                  <a:lnTo>
                    <a:pt x="652463" y="2825837"/>
                  </a:lnTo>
                  <a:lnTo>
                    <a:pt x="652463" y="2810758"/>
                  </a:lnTo>
                  <a:lnTo>
                    <a:pt x="652463" y="2796473"/>
                  </a:lnTo>
                  <a:lnTo>
                    <a:pt x="654050" y="2779807"/>
                  </a:lnTo>
                  <a:lnTo>
                    <a:pt x="656430" y="2765521"/>
                  </a:lnTo>
                  <a:lnTo>
                    <a:pt x="658811" y="2750442"/>
                  </a:lnTo>
                  <a:lnTo>
                    <a:pt x="661985" y="2734570"/>
                  </a:lnTo>
                  <a:lnTo>
                    <a:pt x="666746" y="2719491"/>
                  </a:lnTo>
                  <a:lnTo>
                    <a:pt x="672300" y="2704412"/>
                  </a:lnTo>
                  <a:lnTo>
                    <a:pt x="1076990" y="1621104"/>
                  </a:lnTo>
                  <a:lnTo>
                    <a:pt x="1088100" y="1592533"/>
                  </a:lnTo>
                  <a:lnTo>
                    <a:pt x="1102383" y="1564756"/>
                  </a:lnTo>
                  <a:lnTo>
                    <a:pt x="1117459" y="1537773"/>
                  </a:lnTo>
                  <a:lnTo>
                    <a:pt x="1133330" y="1512376"/>
                  </a:lnTo>
                  <a:lnTo>
                    <a:pt x="1152374" y="1488567"/>
                  </a:lnTo>
                  <a:lnTo>
                    <a:pt x="1171418" y="1465552"/>
                  </a:lnTo>
                  <a:lnTo>
                    <a:pt x="1192049" y="1443330"/>
                  </a:lnTo>
                  <a:lnTo>
                    <a:pt x="1214268" y="1422696"/>
                  </a:lnTo>
                  <a:lnTo>
                    <a:pt x="1238073" y="1403649"/>
                  </a:lnTo>
                  <a:lnTo>
                    <a:pt x="1261878" y="1386189"/>
                  </a:lnTo>
                  <a:lnTo>
                    <a:pt x="1287270" y="1369523"/>
                  </a:lnTo>
                  <a:lnTo>
                    <a:pt x="1314250" y="1356031"/>
                  </a:lnTo>
                  <a:lnTo>
                    <a:pt x="1342023" y="1342539"/>
                  </a:lnTo>
                  <a:lnTo>
                    <a:pt x="1370589" y="1330635"/>
                  </a:lnTo>
                  <a:lnTo>
                    <a:pt x="1399949" y="1321111"/>
                  </a:lnTo>
                  <a:lnTo>
                    <a:pt x="1429309" y="1313968"/>
                  </a:lnTo>
                  <a:lnTo>
                    <a:pt x="2514830" y="1072704"/>
                  </a:lnTo>
                  <a:lnTo>
                    <a:pt x="2525939" y="1070324"/>
                  </a:lnTo>
                  <a:lnTo>
                    <a:pt x="2537048" y="1068736"/>
                  </a:lnTo>
                  <a:lnTo>
                    <a:pt x="2559266" y="1066355"/>
                  </a:lnTo>
                  <a:lnTo>
                    <a:pt x="2581485" y="1066355"/>
                  </a:lnTo>
                  <a:lnTo>
                    <a:pt x="2603703" y="1067149"/>
                  </a:lnTo>
                  <a:close/>
                  <a:moveTo>
                    <a:pt x="3487913" y="0"/>
                  </a:moveTo>
                  <a:cubicBezTo>
                    <a:pt x="3822929" y="0"/>
                    <a:pt x="4094513" y="271584"/>
                    <a:pt x="4094513" y="606600"/>
                  </a:cubicBezTo>
                  <a:cubicBezTo>
                    <a:pt x="4094513" y="941616"/>
                    <a:pt x="3822929" y="1213200"/>
                    <a:pt x="3487913" y="1213200"/>
                  </a:cubicBezTo>
                  <a:cubicBezTo>
                    <a:pt x="3152897" y="1213200"/>
                    <a:pt x="2881313" y="941616"/>
                    <a:pt x="2881313" y="606600"/>
                  </a:cubicBezTo>
                  <a:cubicBezTo>
                    <a:pt x="2881313" y="271584"/>
                    <a:pt x="3152897" y="0"/>
                    <a:pt x="34879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4" name="任意多边形: 形状 3">
              <a:extLst>
                <a:ext uri="{FF2B5EF4-FFF2-40B4-BE49-F238E27FC236}">
                  <a16:creationId xmlns:a16="http://schemas.microsoft.com/office/drawing/2014/main" id="{034D541B-1924-AA40-938F-F4191DBC642C}"/>
                </a:ext>
              </a:extLst>
            </p:cNvPr>
            <p:cNvSpPr/>
            <p:nvPr/>
          </p:nvSpPr>
          <p:spPr bwMode="auto">
            <a:xfrm>
              <a:off x="5954166" y="-1533965"/>
              <a:ext cx="1019919" cy="1545441"/>
            </a:xfrm>
            <a:custGeom>
              <a:avLst/>
              <a:gdLst>
                <a:gd name="connsiteX0" fmla="*/ 3502025 w 4525962"/>
                <a:gd name="connsiteY0" fmla="*/ 4108450 h 6858000"/>
                <a:gd name="connsiteX1" fmla="*/ 3316288 w 4525962"/>
                <a:gd name="connsiteY1" fmla="*/ 5131594 h 6858000"/>
                <a:gd name="connsiteX2" fmla="*/ 2447925 w 4525962"/>
                <a:gd name="connsiteY2" fmla="*/ 6672263 h 6858000"/>
                <a:gd name="connsiteX3" fmla="*/ 2434431 w 4525962"/>
                <a:gd name="connsiteY3" fmla="*/ 6694487 h 6858000"/>
                <a:gd name="connsiteX4" fmla="*/ 2420143 w 4525962"/>
                <a:gd name="connsiteY4" fmla="*/ 6715125 h 6858000"/>
                <a:gd name="connsiteX5" fmla="*/ 2404268 w 4525962"/>
                <a:gd name="connsiteY5" fmla="*/ 6734175 h 6858000"/>
                <a:gd name="connsiteX6" fmla="*/ 2387600 w 4525962"/>
                <a:gd name="connsiteY6" fmla="*/ 6751637 h 6858000"/>
                <a:gd name="connsiteX7" fmla="*/ 2370137 w 4525962"/>
                <a:gd name="connsiteY7" fmla="*/ 6768306 h 6858000"/>
                <a:gd name="connsiteX8" fmla="*/ 2351087 w 4525962"/>
                <a:gd name="connsiteY8" fmla="*/ 6783387 h 6858000"/>
                <a:gd name="connsiteX9" fmla="*/ 2332037 w 4525962"/>
                <a:gd name="connsiteY9" fmla="*/ 6796881 h 6858000"/>
                <a:gd name="connsiteX10" fmla="*/ 2311400 w 4525962"/>
                <a:gd name="connsiteY10" fmla="*/ 6810375 h 6858000"/>
                <a:gd name="connsiteX11" fmla="*/ 2289968 w 4525962"/>
                <a:gd name="connsiteY11" fmla="*/ 6820694 h 6858000"/>
                <a:gd name="connsiteX12" fmla="*/ 2269331 w 4525962"/>
                <a:gd name="connsiteY12" fmla="*/ 6830219 h 6858000"/>
                <a:gd name="connsiteX13" fmla="*/ 2247106 w 4525962"/>
                <a:gd name="connsiteY13" fmla="*/ 6838156 h 6858000"/>
                <a:gd name="connsiteX14" fmla="*/ 2224087 w 4525962"/>
                <a:gd name="connsiteY14" fmla="*/ 6845300 h 6858000"/>
                <a:gd name="connsiteX15" fmla="*/ 2201068 w 4525962"/>
                <a:gd name="connsiteY15" fmla="*/ 6850856 h 6858000"/>
                <a:gd name="connsiteX16" fmla="*/ 2178050 w 4525962"/>
                <a:gd name="connsiteY16" fmla="*/ 6855619 h 6858000"/>
                <a:gd name="connsiteX17" fmla="*/ 2154237 w 4525962"/>
                <a:gd name="connsiteY17" fmla="*/ 6857206 h 6858000"/>
                <a:gd name="connsiteX18" fmla="*/ 2130425 w 4525962"/>
                <a:gd name="connsiteY18" fmla="*/ 6858000 h 6858000"/>
                <a:gd name="connsiteX19" fmla="*/ 2107406 w 4525962"/>
                <a:gd name="connsiteY19" fmla="*/ 6857206 h 6858000"/>
                <a:gd name="connsiteX20" fmla="*/ 2085181 w 4525962"/>
                <a:gd name="connsiteY20" fmla="*/ 6855619 h 6858000"/>
                <a:gd name="connsiteX21" fmla="*/ 2062162 w 4525962"/>
                <a:gd name="connsiteY21" fmla="*/ 6851650 h 6858000"/>
                <a:gd name="connsiteX22" fmla="*/ 2039937 w 4525962"/>
                <a:gd name="connsiteY22" fmla="*/ 6846887 h 6858000"/>
                <a:gd name="connsiteX23" fmla="*/ 2016918 w 4525962"/>
                <a:gd name="connsiteY23" fmla="*/ 6840537 h 6858000"/>
                <a:gd name="connsiteX24" fmla="*/ 1994693 w 4525962"/>
                <a:gd name="connsiteY24" fmla="*/ 6831806 h 6858000"/>
                <a:gd name="connsiteX25" fmla="*/ 1974056 w 4525962"/>
                <a:gd name="connsiteY25" fmla="*/ 6822281 h 6858000"/>
                <a:gd name="connsiteX26" fmla="*/ 1951831 w 4525962"/>
                <a:gd name="connsiteY26" fmla="*/ 6811169 h 6858000"/>
                <a:gd name="connsiteX27" fmla="*/ 1935956 w 4525962"/>
                <a:gd name="connsiteY27" fmla="*/ 6801644 h 6858000"/>
                <a:gd name="connsiteX28" fmla="*/ 1920875 w 4525962"/>
                <a:gd name="connsiteY28" fmla="*/ 6791325 h 6858000"/>
                <a:gd name="connsiteX29" fmla="*/ 1905793 w 4525962"/>
                <a:gd name="connsiteY29" fmla="*/ 6780213 h 6858000"/>
                <a:gd name="connsiteX30" fmla="*/ 1891506 w 4525962"/>
                <a:gd name="connsiteY30" fmla="*/ 6768306 h 6858000"/>
                <a:gd name="connsiteX31" fmla="*/ 1878012 w 4525962"/>
                <a:gd name="connsiteY31" fmla="*/ 6756400 h 6858000"/>
                <a:gd name="connsiteX32" fmla="*/ 1866106 w 4525962"/>
                <a:gd name="connsiteY32" fmla="*/ 6743700 h 6858000"/>
                <a:gd name="connsiteX33" fmla="*/ 1853406 w 4525962"/>
                <a:gd name="connsiteY33" fmla="*/ 6731000 h 6858000"/>
                <a:gd name="connsiteX34" fmla="*/ 1843087 w 4525962"/>
                <a:gd name="connsiteY34" fmla="*/ 6716713 h 6858000"/>
                <a:gd name="connsiteX35" fmla="*/ 1831975 w 4525962"/>
                <a:gd name="connsiteY35" fmla="*/ 6702425 h 6858000"/>
                <a:gd name="connsiteX36" fmla="*/ 1822450 w 4525962"/>
                <a:gd name="connsiteY36" fmla="*/ 6687344 h 6858000"/>
                <a:gd name="connsiteX37" fmla="*/ 1813718 w 4525962"/>
                <a:gd name="connsiteY37" fmla="*/ 6672263 h 6858000"/>
                <a:gd name="connsiteX38" fmla="*/ 1804987 w 4525962"/>
                <a:gd name="connsiteY38" fmla="*/ 6657181 h 6858000"/>
                <a:gd name="connsiteX39" fmla="*/ 1797843 w 4525962"/>
                <a:gd name="connsiteY39" fmla="*/ 6641306 h 6858000"/>
                <a:gd name="connsiteX40" fmla="*/ 1790700 w 4525962"/>
                <a:gd name="connsiteY40" fmla="*/ 6625431 h 6858000"/>
                <a:gd name="connsiteX41" fmla="*/ 1785143 w 4525962"/>
                <a:gd name="connsiteY41" fmla="*/ 6608763 h 6858000"/>
                <a:gd name="connsiteX42" fmla="*/ 1780381 w 4525962"/>
                <a:gd name="connsiteY42" fmla="*/ 6592094 h 6858000"/>
                <a:gd name="connsiteX43" fmla="*/ 1775618 w 4525962"/>
                <a:gd name="connsiteY43" fmla="*/ 6574631 h 6858000"/>
                <a:gd name="connsiteX44" fmla="*/ 1772443 w 4525962"/>
                <a:gd name="connsiteY44" fmla="*/ 6557963 h 6858000"/>
                <a:gd name="connsiteX45" fmla="*/ 1769268 w 4525962"/>
                <a:gd name="connsiteY45" fmla="*/ 6540500 h 6858000"/>
                <a:gd name="connsiteX46" fmla="*/ 1767681 w 4525962"/>
                <a:gd name="connsiteY46" fmla="*/ 6523037 h 6858000"/>
                <a:gd name="connsiteX47" fmla="*/ 1766887 w 4525962"/>
                <a:gd name="connsiteY47" fmla="*/ 6506369 h 6858000"/>
                <a:gd name="connsiteX48" fmla="*/ 1766887 w 4525962"/>
                <a:gd name="connsiteY48" fmla="*/ 6488113 h 6858000"/>
                <a:gd name="connsiteX49" fmla="*/ 1767681 w 4525962"/>
                <a:gd name="connsiteY49" fmla="*/ 6470650 h 6858000"/>
                <a:gd name="connsiteX50" fmla="*/ 1768475 w 4525962"/>
                <a:gd name="connsiteY50" fmla="*/ 6453187 h 6858000"/>
                <a:gd name="connsiteX51" fmla="*/ 1770856 w 4525962"/>
                <a:gd name="connsiteY51" fmla="*/ 6434931 h 6858000"/>
                <a:gd name="connsiteX52" fmla="*/ 1774825 w 4525962"/>
                <a:gd name="connsiteY52" fmla="*/ 6417469 h 6858000"/>
                <a:gd name="connsiteX53" fmla="*/ 1778793 w 4525962"/>
                <a:gd name="connsiteY53" fmla="*/ 6400006 h 6858000"/>
                <a:gd name="connsiteX54" fmla="*/ 1783556 w 4525962"/>
                <a:gd name="connsiteY54" fmla="*/ 6383337 h 6858000"/>
                <a:gd name="connsiteX55" fmla="*/ 1789906 w 4525962"/>
                <a:gd name="connsiteY55" fmla="*/ 6365081 h 6858000"/>
                <a:gd name="connsiteX56" fmla="*/ 1797050 w 4525962"/>
                <a:gd name="connsiteY56" fmla="*/ 6348413 h 6858000"/>
                <a:gd name="connsiteX57" fmla="*/ 1804987 w 4525962"/>
                <a:gd name="connsiteY57" fmla="*/ 6331744 h 6858000"/>
                <a:gd name="connsiteX58" fmla="*/ 1813718 w 4525962"/>
                <a:gd name="connsiteY58" fmla="*/ 6315075 h 6858000"/>
                <a:gd name="connsiteX59" fmla="*/ 2014537 w 4525962"/>
                <a:gd name="connsiteY59" fmla="*/ 5958681 h 6858000"/>
                <a:gd name="connsiteX60" fmla="*/ 2932906 w 4525962"/>
                <a:gd name="connsiteY60" fmla="*/ 5378450 h 6858000"/>
                <a:gd name="connsiteX61" fmla="*/ 3852863 w 4525962"/>
                <a:gd name="connsiteY61" fmla="*/ 3241675 h 6858000"/>
                <a:gd name="connsiteX62" fmla="*/ 3850482 w 4525962"/>
                <a:gd name="connsiteY62" fmla="*/ 3247234 h 6858000"/>
                <a:gd name="connsiteX63" fmla="*/ 3827468 w 4525962"/>
                <a:gd name="connsiteY63" fmla="*/ 3278205 h 6858000"/>
                <a:gd name="connsiteX64" fmla="*/ 3803661 w 4525962"/>
                <a:gd name="connsiteY64" fmla="*/ 3307587 h 6858000"/>
                <a:gd name="connsiteX65" fmla="*/ 3779060 w 4525962"/>
                <a:gd name="connsiteY65" fmla="*/ 3334588 h 6858000"/>
                <a:gd name="connsiteX66" fmla="*/ 3753666 w 4525962"/>
                <a:gd name="connsiteY66" fmla="*/ 3360794 h 6858000"/>
                <a:gd name="connsiteX67" fmla="*/ 3727478 w 4525962"/>
                <a:gd name="connsiteY67" fmla="*/ 3385412 h 6858000"/>
                <a:gd name="connsiteX68" fmla="*/ 3699702 w 4525962"/>
                <a:gd name="connsiteY68" fmla="*/ 3408441 h 6858000"/>
                <a:gd name="connsiteX69" fmla="*/ 3671927 w 4525962"/>
                <a:gd name="connsiteY69" fmla="*/ 3430677 h 6858000"/>
                <a:gd name="connsiteX70" fmla="*/ 3642564 w 4525962"/>
                <a:gd name="connsiteY70" fmla="*/ 3450530 h 6858000"/>
                <a:gd name="connsiteX71" fmla="*/ 3613202 w 4525962"/>
                <a:gd name="connsiteY71" fmla="*/ 3470383 h 6858000"/>
                <a:gd name="connsiteX72" fmla="*/ 3582252 w 4525962"/>
                <a:gd name="connsiteY72" fmla="*/ 3487853 h 6858000"/>
                <a:gd name="connsiteX73" fmla="*/ 3550509 w 4525962"/>
                <a:gd name="connsiteY73" fmla="*/ 3504530 h 6858000"/>
                <a:gd name="connsiteX74" fmla="*/ 3517972 w 4525962"/>
                <a:gd name="connsiteY74" fmla="*/ 3520412 h 6858000"/>
                <a:gd name="connsiteX75" fmla="*/ 3485436 w 4525962"/>
                <a:gd name="connsiteY75" fmla="*/ 3535501 h 6858000"/>
                <a:gd name="connsiteX76" fmla="*/ 3450518 w 4525962"/>
                <a:gd name="connsiteY76" fmla="*/ 3549795 h 6858000"/>
                <a:gd name="connsiteX77" fmla="*/ 3415600 w 4525962"/>
                <a:gd name="connsiteY77" fmla="*/ 3563295 h 6858000"/>
                <a:gd name="connsiteX78" fmla="*/ 3379890 w 4525962"/>
                <a:gd name="connsiteY78" fmla="*/ 3575207 h 6858000"/>
                <a:gd name="connsiteX79" fmla="*/ 3342591 w 4525962"/>
                <a:gd name="connsiteY79" fmla="*/ 3587119 h 6858000"/>
                <a:gd name="connsiteX80" fmla="*/ 3305293 w 4525962"/>
                <a:gd name="connsiteY80" fmla="*/ 3597442 h 6858000"/>
                <a:gd name="connsiteX81" fmla="*/ 3266408 w 4525962"/>
                <a:gd name="connsiteY81" fmla="*/ 3606972 h 6858000"/>
                <a:gd name="connsiteX82" fmla="*/ 3226728 w 4525962"/>
                <a:gd name="connsiteY82" fmla="*/ 3617295 h 6858000"/>
                <a:gd name="connsiteX83" fmla="*/ 3187050 w 4525962"/>
                <a:gd name="connsiteY83" fmla="*/ 3626031 h 6858000"/>
                <a:gd name="connsiteX84" fmla="*/ 3145783 w 4525962"/>
                <a:gd name="connsiteY84" fmla="*/ 3633972 h 6858000"/>
                <a:gd name="connsiteX85" fmla="*/ 3103724 w 4525962"/>
                <a:gd name="connsiteY85" fmla="*/ 3641913 h 6858000"/>
                <a:gd name="connsiteX86" fmla="*/ 3060870 w 4525962"/>
                <a:gd name="connsiteY86" fmla="*/ 3649854 h 6858000"/>
                <a:gd name="connsiteX87" fmla="*/ 2971989 w 4525962"/>
                <a:gd name="connsiteY87" fmla="*/ 3664149 h 6858000"/>
                <a:gd name="connsiteX88" fmla="*/ 2880728 w 4525962"/>
                <a:gd name="connsiteY88" fmla="*/ 3677649 h 6858000"/>
                <a:gd name="connsiteX89" fmla="*/ 2785498 w 4525962"/>
                <a:gd name="connsiteY89" fmla="*/ 3689561 h 6858000"/>
                <a:gd name="connsiteX90" fmla="*/ 2687094 w 4525962"/>
                <a:gd name="connsiteY90" fmla="*/ 3703061 h 6858000"/>
                <a:gd name="connsiteX91" fmla="*/ 2575993 w 4525962"/>
                <a:gd name="connsiteY91" fmla="*/ 3717355 h 6858000"/>
                <a:gd name="connsiteX92" fmla="*/ 2462511 w 4525962"/>
                <a:gd name="connsiteY92" fmla="*/ 3732443 h 6858000"/>
                <a:gd name="connsiteX93" fmla="*/ 2343474 w 4525962"/>
                <a:gd name="connsiteY93" fmla="*/ 3749120 h 6858000"/>
                <a:gd name="connsiteX94" fmla="*/ 2222056 w 4525962"/>
                <a:gd name="connsiteY94" fmla="*/ 3768179 h 6858000"/>
                <a:gd name="connsiteX95" fmla="*/ 2157776 w 4525962"/>
                <a:gd name="connsiteY95" fmla="*/ 3779297 h 6858000"/>
                <a:gd name="connsiteX96" fmla="*/ 2094290 w 4525962"/>
                <a:gd name="connsiteY96" fmla="*/ 3789620 h 6858000"/>
                <a:gd name="connsiteX97" fmla="*/ 2029216 w 4525962"/>
                <a:gd name="connsiteY97" fmla="*/ 3802326 h 6858000"/>
                <a:gd name="connsiteX98" fmla="*/ 1962556 w 4525962"/>
                <a:gd name="connsiteY98" fmla="*/ 3814238 h 6858000"/>
                <a:gd name="connsiteX99" fmla="*/ 1895101 w 4525962"/>
                <a:gd name="connsiteY99" fmla="*/ 3828532 h 6858000"/>
                <a:gd name="connsiteX100" fmla="*/ 1826854 w 4525962"/>
                <a:gd name="connsiteY100" fmla="*/ 3842826 h 6858000"/>
                <a:gd name="connsiteX101" fmla="*/ 1756225 w 4525962"/>
                <a:gd name="connsiteY101" fmla="*/ 3858709 h 6858000"/>
                <a:gd name="connsiteX102" fmla="*/ 1684803 w 4525962"/>
                <a:gd name="connsiteY102" fmla="*/ 3875385 h 6858000"/>
                <a:gd name="connsiteX103" fmla="*/ 1595922 w 4525962"/>
                <a:gd name="connsiteY103" fmla="*/ 3898415 h 6858000"/>
                <a:gd name="connsiteX104" fmla="*/ 1509422 w 4525962"/>
                <a:gd name="connsiteY104" fmla="*/ 3921445 h 6858000"/>
                <a:gd name="connsiteX105" fmla="*/ 1426096 w 4525962"/>
                <a:gd name="connsiteY105" fmla="*/ 3944474 h 6858000"/>
                <a:gd name="connsiteX106" fmla="*/ 1346738 w 4525962"/>
                <a:gd name="connsiteY106" fmla="*/ 3967504 h 6858000"/>
                <a:gd name="connsiteX107" fmla="*/ 1269760 w 4525962"/>
                <a:gd name="connsiteY107" fmla="*/ 3991327 h 6858000"/>
                <a:gd name="connsiteX108" fmla="*/ 1195958 w 4525962"/>
                <a:gd name="connsiteY108" fmla="*/ 4015151 h 6858000"/>
                <a:gd name="connsiteX109" fmla="*/ 1126122 w 4525962"/>
                <a:gd name="connsiteY109" fmla="*/ 4038975 h 6858000"/>
                <a:gd name="connsiteX110" fmla="*/ 1058668 w 4525962"/>
                <a:gd name="connsiteY110" fmla="*/ 4062004 h 6858000"/>
                <a:gd name="connsiteX111" fmla="*/ 994388 w 4525962"/>
                <a:gd name="connsiteY111" fmla="*/ 4085828 h 6858000"/>
                <a:gd name="connsiteX112" fmla="*/ 933283 w 4525962"/>
                <a:gd name="connsiteY112" fmla="*/ 4109652 h 6858000"/>
                <a:gd name="connsiteX113" fmla="*/ 874558 w 4525962"/>
                <a:gd name="connsiteY113" fmla="*/ 4133475 h 6858000"/>
                <a:gd name="connsiteX114" fmla="*/ 819007 w 4525962"/>
                <a:gd name="connsiteY114" fmla="*/ 4156505 h 6858000"/>
                <a:gd name="connsiteX115" fmla="*/ 766631 w 4525962"/>
                <a:gd name="connsiteY115" fmla="*/ 4179535 h 6858000"/>
                <a:gd name="connsiteX116" fmla="*/ 715842 w 4525962"/>
                <a:gd name="connsiteY116" fmla="*/ 4201770 h 6858000"/>
                <a:gd name="connsiteX117" fmla="*/ 669020 w 4525962"/>
                <a:gd name="connsiteY117" fmla="*/ 4224005 h 6858000"/>
                <a:gd name="connsiteX118" fmla="*/ 624580 w 4525962"/>
                <a:gd name="connsiteY118" fmla="*/ 4246241 h 6858000"/>
                <a:gd name="connsiteX119" fmla="*/ 582520 w 4525962"/>
                <a:gd name="connsiteY119" fmla="*/ 4267682 h 6858000"/>
                <a:gd name="connsiteX120" fmla="*/ 543635 w 4525962"/>
                <a:gd name="connsiteY120" fmla="*/ 4287535 h 6858000"/>
                <a:gd name="connsiteX121" fmla="*/ 506337 w 4525962"/>
                <a:gd name="connsiteY121" fmla="*/ 4308182 h 6858000"/>
                <a:gd name="connsiteX122" fmla="*/ 473006 w 4525962"/>
                <a:gd name="connsiteY122" fmla="*/ 4327241 h 6858000"/>
                <a:gd name="connsiteX123" fmla="*/ 441263 w 4525962"/>
                <a:gd name="connsiteY123" fmla="*/ 4346300 h 6858000"/>
                <a:gd name="connsiteX124" fmla="*/ 411901 w 4525962"/>
                <a:gd name="connsiteY124" fmla="*/ 4363771 h 6858000"/>
                <a:gd name="connsiteX125" fmla="*/ 360318 w 4525962"/>
                <a:gd name="connsiteY125" fmla="*/ 4396330 h 6858000"/>
                <a:gd name="connsiteX126" fmla="*/ 318258 w 4525962"/>
                <a:gd name="connsiteY126" fmla="*/ 4425713 h 6858000"/>
                <a:gd name="connsiteX127" fmla="*/ 284134 w 4525962"/>
                <a:gd name="connsiteY127" fmla="*/ 4449536 h 6858000"/>
                <a:gd name="connsiteX128" fmla="*/ 258740 w 4525962"/>
                <a:gd name="connsiteY128" fmla="*/ 4469389 h 6858000"/>
                <a:gd name="connsiteX129" fmla="*/ 242075 w 4525962"/>
                <a:gd name="connsiteY129" fmla="*/ 4482890 h 6858000"/>
                <a:gd name="connsiteX130" fmla="*/ 152400 w 4525962"/>
                <a:gd name="connsiteY130" fmla="*/ 4932363 h 6858000"/>
                <a:gd name="connsiteX131" fmla="*/ 236519 w 4525962"/>
                <a:gd name="connsiteY131" fmla="*/ 4879951 h 6858000"/>
                <a:gd name="connsiteX132" fmla="*/ 319845 w 4525962"/>
                <a:gd name="connsiteY132" fmla="*/ 4828333 h 6858000"/>
                <a:gd name="connsiteX133" fmla="*/ 404758 w 4525962"/>
                <a:gd name="connsiteY133" fmla="*/ 4777509 h 6858000"/>
                <a:gd name="connsiteX134" fmla="*/ 488878 w 4525962"/>
                <a:gd name="connsiteY134" fmla="*/ 4729862 h 6858000"/>
                <a:gd name="connsiteX135" fmla="*/ 573791 w 4525962"/>
                <a:gd name="connsiteY135" fmla="*/ 4683009 h 6858000"/>
                <a:gd name="connsiteX136" fmla="*/ 659498 w 4525962"/>
                <a:gd name="connsiteY136" fmla="*/ 4637744 h 6858000"/>
                <a:gd name="connsiteX137" fmla="*/ 745204 w 4525962"/>
                <a:gd name="connsiteY137" fmla="*/ 4594067 h 6858000"/>
                <a:gd name="connsiteX138" fmla="*/ 830911 w 4525962"/>
                <a:gd name="connsiteY138" fmla="*/ 4551978 h 6858000"/>
                <a:gd name="connsiteX139" fmla="*/ 917411 w 4525962"/>
                <a:gd name="connsiteY139" fmla="*/ 4511478 h 6858000"/>
                <a:gd name="connsiteX140" fmla="*/ 1003911 w 4525962"/>
                <a:gd name="connsiteY140" fmla="*/ 4473360 h 6858000"/>
                <a:gd name="connsiteX141" fmla="*/ 1091205 w 4525962"/>
                <a:gd name="connsiteY141" fmla="*/ 4436036 h 6858000"/>
                <a:gd name="connsiteX142" fmla="*/ 1178499 w 4525962"/>
                <a:gd name="connsiteY142" fmla="*/ 4401095 h 6858000"/>
                <a:gd name="connsiteX143" fmla="*/ 1265793 w 4525962"/>
                <a:gd name="connsiteY143" fmla="*/ 4366153 h 6858000"/>
                <a:gd name="connsiteX144" fmla="*/ 1353086 w 4525962"/>
                <a:gd name="connsiteY144" fmla="*/ 4334389 h 6858000"/>
                <a:gd name="connsiteX145" fmla="*/ 1441967 w 4525962"/>
                <a:gd name="connsiteY145" fmla="*/ 4303418 h 6858000"/>
                <a:gd name="connsiteX146" fmla="*/ 1530055 w 4525962"/>
                <a:gd name="connsiteY146" fmla="*/ 4274829 h 6858000"/>
                <a:gd name="connsiteX147" fmla="*/ 1618936 w 4525962"/>
                <a:gd name="connsiteY147" fmla="*/ 4247035 h 6858000"/>
                <a:gd name="connsiteX148" fmla="*/ 1707817 w 4525962"/>
                <a:gd name="connsiteY148" fmla="*/ 4221623 h 6858000"/>
                <a:gd name="connsiteX149" fmla="*/ 1797491 w 4525962"/>
                <a:gd name="connsiteY149" fmla="*/ 4197799 h 6858000"/>
                <a:gd name="connsiteX150" fmla="*/ 1886372 w 4525962"/>
                <a:gd name="connsiteY150" fmla="*/ 4174770 h 6858000"/>
                <a:gd name="connsiteX151" fmla="*/ 1976840 w 4525962"/>
                <a:gd name="connsiteY151" fmla="*/ 4153328 h 6858000"/>
                <a:gd name="connsiteX152" fmla="*/ 2065721 w 4525962"/>
                <a:gd name="connsiteY152" fmla="*/ 4133475 h 6858000"/>
                <a:gd name="connsiteX153" fmla="*/ 2156983 w 4525962"/>
                <a:gd name="connsiteY153" fmla="*/ 4116005 h 6858000"/>
                <a:gd name="connsiteX154" fmla="*/ 2247451 w 4525962"/>
                <a:gd name="connsiteY154" fmla="*/ 4100122 h 6858000"/>
                <a:gd name="connsiteX155" fmla="*/ 2338712 w 4525962"/>
                <a:gd name="connsiteY155" fmla="*/ 4085828 h 6858000"/>
                <a:gd name="connsiteX156" fmla="*/ 2429181 w 4525962"/>
                <a:gd name="connsiteY156" fmla="*/ 4073122 h 6858000"/>
                <a:gd name="connsiteX157" fmla="*/ 2520442 w 4525962"/>
                <a:gd name="connsiteY157" fmla="*/ 4062004 h 6858000"/>
                <a:gd name="connsiteX158" fmla="*/ 2612498 w 4525962"/>
                <a:gd name="connsiteY158" fmla="*/ 4052475 h 6858000"/>
                <a:gd name="connsiteX159" fmla="*/ 2704553 w 4525962"/>
                <a:gd name="connsiteY159" fmla="*/ 4044534 h 6858000"/>
                <a:gd name="connsiteX160" fmla="*/ 2796608 w 4525962"/>
                <a:gd name="connsiteY160" fmla="*/ 4038181 h 6858000"/>
                <a:gd name="connsiteX161" fmla="*/ 2889457 w 4525962"/>
                <a:gd name="connsiteY161" fmla="*/ 4032622 h 6858000"/>
                <a:gd name="connsiteX162" fmla="*/ 2981512 w 4525962"/>
                <a:gd name="connsiteY162" fmla="*/ 4030239 h 6858000"/>
                <a:gd name="connsiteX163" fmla="*/ 3033888 w 4525962"/>
                <a:gd name="connsiteY163" fmla="*/ 4028651 h 6858000"/>
                <a:gd name="connsiteX164" fmla="*/ 3084678 w 4525962"/>
                <a:gd name="connsiteY164" fmla="*/ 4024681 h 6858000"/>
                <a:gd name="connsiteX165" fmla="*/ 3133086 w 4525962"/>
                <a:gd name="connsiteY165" fmla="*/ 4021504 h 6858000"/>
                <a:gd name="connsiteX166" fmla="*/ 3179114 w 4525962"/>
                <a:gd name="connsiteY166" fmla="*/ 4015945 h 6858000"/>
                <a:gd name="connsiteX167" fmla="*/ 3224348 w 4525962"/>
                <a:gd name="connsiteY167" fmla="*/ 4009592 h 6858000"/>
                <a:gd name="connsiteX168" fmla="*/ 3266408 w 4525962"/>
                <a:gd name="connsiteY168" fmla="*/ 4003239 h 6858000"/>
                <a:gd name="connsiteX169" fmla="*/ 3306880 w 4525962"/>
                <a:gd name="connsiteY169" fmla="*/ 3994504 h 6858000"/>
                <a:gd name="connsiteX170" fmla="*/ 3345766 w 4525962"/>
                <a:gd name="connsiteY170" fmla="*/ 3985769 h 6858000"/>
                <a:gd name="connsiteX171" fmla="*/ 3382270 w 4525962"/>
                <a:gd name="connsiteY171" fmla="*/ 3977033 h 6858000"/>
                <a:gd name="connsiteX172" fmla="*/ 3417188 w 4525962"/>
                <a:gd name="connsiteY172" fmla="*/ 3967504 h 6858000"/>
                <a:gd name="connsiteX173" fmla="*/ 3450518 w 4525962"/>
                <a:gd name="connsiteY173" fmla="*/ 3957180 h 6858000"/>
                <a:gd name="connsiteX174" fmla="*/ 3481468 w 4525962"/>
                <a:gd name="connsiteY174" fmla="*/ 3946062 h 6858000"/>
                <a:gd name="connsiteX175" fmla="*/ 3511624 w 4525962"/>
                <a:gd name="connsiteY175" fmla="*/ 3935739 h 6858000"/>
                <a:gd name="connsiteX176" fmla="*/ 3540192 w 4525962"/>
                <a:gd name="connsiteY176" fmla="*/ 3923827 h 6858000"/>
                <a:gd name="connsiteX177" fmla="*/ 3565587 w 4525962"/>
                <a:gd name="connsiteY177" fmla="*/ 3911915 h 6858000"/>
                <a:gd name="connsiteX178" fmla="*/ 3590188 w 4525962"/>
                <a:gd name="connsiteY178" fmla="*/ 3900003 h 6858000"/>
                <a:gd name="connsiteX179" fmla="*/ 3613996 w 4525962"/>
                <a:gd name="connsiteY179" fmla="*/ 3888886 h 6858000"/>
                <a:gd name="connsiteX180" fmla="*/ 3635422 w 4525962"/>
                <a:gd name="connsiteY180" fmla="*/ 3876180 h 6858000"/>
                <a:gd name="connsiteX181" fmla="*/ 3656055 w 4525962"/>
                <a:gd name="connsiteY181" fmla="*/ 3865062 h 6858000"/>
                <a:gd name="connsiteX182" fmla="*/ 3674308 w 4525962"/>
                <a:gd name="connsiteY182" fmla="*/ 3852356 h 6858000"/>
                <a:gd name="connsiteX183" fmla="*/ 3691766 w 4525962"/>
                <a:gd name="connsiteY183" fmla="*/ 3841238 h 6858000"/>
                <a:gd name="connsiteX184" fmla="*/ 3707638 w 4525962"/>
                <a:gd name="connsiteY184" fmla="*/ 3829326 h 6858000"/>
                <a:gd name="connsiteX185" fmla="*/ 3735413 w 4525962"/>
                <a:gd name="connsiteY185" fmla="*/ 3807885 h 6858000"/>
                <a:gd name="connsiteX186" fmla="*/ 3757634 w 4525962"/>
                <a:gd name="connsiteY186" fmla="*/ 3788826 h 6858000"/>
                <a:gd name="connsiteX187" fmla="*/ 3775092 w 4525962"/>
                <a:gd name="connsiteY187" fmla="*/ 3771355 h 6858000"/>
                <a:gd name="connsiteX188" fmla="*/ 3788583 w 4525962"/>
                <a:gd name="connsiteY188" fmla="*/ 3757061 h 6858000"/>
                <a:gd name="connsiteX189" fmla="*/ 3797312 w 4525962"/>
                <a:gd name="connsiteY189" fmla="*/ 3745943 h 6858000"/>
                <a:gd name="connsiteX190" fmla="*/ 3807629 w 4525962"/>
                <a:gd name="connsiteY190" fmla="*/ 3671296 h 6858000"/>
                <a:gd name="connsiteX191" fmla="*/ 3822707 w 4525962"/>
                <a:gd name="connsiteY191" fmla="*/ 3546618 h 6858000"/>
                <a:gd name="connsiteX192" fmla="*/ 3831436 w 4525962"/>
                <a:gd name="connsiteY192" fmla="*/ 3473559 h 6858000"/>
                <a:gd name="connsiteX193" fmla="*/ 3839372 w 4525962"/>
                <a:gd name="connsiteY193" fmla="*/ 3395735 h 6858000"/>
                <a:gd name="connsiteX194" fmla="*/ 3846514 w 4525962"/>
                <a:gd name="connsiteY194" fmla="*/ 3317911 h 6858000"/>
                <a:gd name="connsiteX195" fmla="*/ 1258887 w 4525962"/>
                <a:gd name="connsiteY195" fmla="*/ 3082925 h 6858000"/>
                <a:gd name="connsiteX196" fmla="*/ 1246187 w 4525962"/>
                <a:gd name="connsiteY196" fmla="*/ 3099610 h 6858000"/>
                <a:gd name="connsiteX197" fmla="*/ 1232693 w 4525962"/>
                <a:gd name="connsiteY197" fmla="*/ 3117090 h 6858000"/>
                <a:gd name="connsiteX198" fmla="*/ 1220787 w 4525962"/>
                <a:gd name="connsiteY198" fmla="*/ 3135364 h 6858000"/>
                <a:gd name="connsiteX199" fmla="*/ 1209674 w 4525962"/>
                <a:gd name="connsiteY199" fmla="*/ 3152844 h 6858000"/>
                <a:gd name="connsiteX200" fmla="*/ 1200150 w 4525962"/>
                <a:gd name="connsiteY200" fmla="*/ 3171912 h 6858000"/>
                <a:gd name="connsiteX201" fmla="*/ 1189831 w 4525962"/>
                <a:gd name="connsiteY201" fmla="*/ 3190981 h 6858000"/>
                <a:gd name="connsiteX202" fmla="*/ 1181893 w 4525962"/>
                <a:gd name="connsiteY202" fmla="*/ 3210050 h 6858000"/>
                <a:gd name="connsiteX203" fmla="*/ 1173956 w 4525962"/>
                <a:gd name="connsiteY203" fmla="*/ 3229913 h 6858000"/>
                <a:gd name="connsiteX204" fmla="*/ 992981 w 4525962"/>
                <a:gd name="connsiteY204" fmla="*/ 3303804 h 6858000"/>
                <a:gd name="connsiteX205" fmla="*/ 917574 w 4525962"/>
                <a:gd name="connsiteY205" fmla="*/ 3690740 h 6858000"/>
                <a:gd name="connsiteX206" fmla="*/ 969168 w 4525962"/>
                <a:gd name="connsiteY206" fmla="*/ 3666904 h 6858000"/>
                <a:gd name="connsiteX207" fmla="*/ 1031081 w 4525962"/>
                <a:gd name="connsiteY207" fmla="*/ 3640685 h 6858000"/>
                <a:gd name="connsiteX208" fmla="*/ 1104900 w 4525962"/>
                <a:gd name="connsiteY208" fmla="*/ 3611287 h 6858000"/>
                <a:gd name="connsiteX209" fmla="*/ 1146174 w 4525962"/>
                <a:gd name="connsiteY209" fmla="*/ 3595396 h 6858000"/>
                <a:gd name="connsiteX210" fmla="*/ 1189831 w 4525962"/>
                <a:gd name="connsiteY210" fmla="*/ 3579506 h 6858000"/>
                <a:gd name="connsiteX211" fmla="*/ 1201737 w 4525962"/>
                <a:gd name="connsiteY211" fmla="*/ 3604136 h 6858000"/>
                <a:gd name="connsiteX212" fmla="*/ 1215231 w 4525962"/>
                <a:gd name="connsiteY212" fmla="*/ 3627178 h 6858000"/>
                <a:gd name="connsiteX213" fmla="*/ 1230312 w 4525962"/>
                <a:gd name="connsiteY213" fmla="*/ 3650219 h 6858000"/>
                <a:gd name="connsiteX214" fmla="*/ 1246187 w 4525962"/>
                <a:gd name="connsiteY214" fmla="*/ 3672466 h 6858000"/>
                <a:gd name="connsiteX215" fmla="*/ 1200150 w 4525962"/>
                <a:gd name="connsiteY215" fmla="*/ 3688356 h 6858000"/>
                <a:gd name="connsiteX216" fmla="*/ 1157287 w 4525962"/>
                <a:gd name="connsiteY216" fmla="*/ 3704247 h 6858000"/>
                <a:gd name="connsiteX217" fmla="*/ 1118393 w 4525962"/>
                <a:gd name="connsiteY217" fmla="*/ 3719343 h 6858000"/>
                <a:gd name="connsiteX218" fmla="*/ 1081087 w 4525962"/>
                <a:gd name="connsiteY218" fmla="*/ 3733644 h 6858000"/>
                <a:gd name="connsiteX219" fmla="*/ 1017587 w 4525962"/>
                <a:gd name="connsiteY219" fmla="*/ 3760658 h 6858000"/>
                <a:gd name="connsiteX220" fmla="*/ 966787 w 4525962"/>
                <a:gd name="connsiteY220" fmla="*/ 3783700 h 6858000"/>
                <a:gd name="connsiteX221" fmla="*/ 925512 w 4525962"/>
                <a:gd name="connsiteY221" fmla="*/ 3803563 h 6858000"/>
                <a:gd name="connsiteX222" fmla="*/ 897731 w 4525962"/>
                <a:gd name="connsiteY222" fmla="*/ 3818659 h 6858000"/>
                <a:gd name="connsiteX223" fmla="*/ 873918 w 4525962"/>
                <a:gd name="connsiteY223" fmla="*/ 3830577 h 6858000"/>
                <a:gd name="connsiteX224" fmla="*/ 773112 w 4525962"/>
                <a:gd name="connsiteY224" fmla="*/ 3892550 h 6858000"/>
                <a:gd name="connsiteX225" fmla="*/ 901700 w 4525962"/>
                <a:gd name="connsiteY225" fmla="*/ 3229119 h 6858000"/>
                <a:gd name="connsiteX226" fmla="*/ 2706688 w 4525962"/>
                <a:gd name="connsiteY226" fmla="*/ 2322513 h 6858000"/>
                <a:gd name="connsiteX227" fmla="*/ 2520846 w 4525962"/>
                <a:gd name="connsiteY227" fmla="*/ 2992438 h 6858000"/>
                <a:gd name="connsiteX228" fmla="*/ 1821950 w 4525962"/>
                <a:gd name="connsiteY228" fmla="*/ 3617913 h 6858000"/>
                <a:gd name="connsiteX229" fmla="*/ 1810037 w 4525962"/>
                <a:gd name="connsiteY229" fmla="*/ 3627438 h 6858000"/>
                <a:gd name="connsiteX230" fmla="*/ 1798919 w 4525962"/>
                <a:gd name="connsiteY230" fmla="*/ 3636169 h 6858000"/>
                <a:gd name="connsiteX231" fmla="*/ 1787006 w 4525962"/>
                <a:gd name="connsiteY231" fmla="*/ 3644901 h 6858000"/>
                <a:gd name="connsiteX232" fmla="*/ 1775093 w 4525962"/>
                <a:gd name="connsiteY232" fmla="*/ 3652838 h 6858000"/>
                <a:gd name="connsiteX233" fmla="*/ 1762385 w 4525962"/>
                <a:gd name="connsiteY233" fmla="*/ 3659982 h 6858000"/>
                <a:gd name="connsiteX234" fmla="*/ 1749678 w 4525962"/>
                <a:gd name="connsiteY234" fmla="*/ 3666332 h 6858000"/>
                <a:gd name="connsiteX235" fmla="*/ 1736971 w 4525962"/>
                <a:gd name="connsiteY235" fmla="*/ 3672682 h 6858000"/>
                <a:gd name="connsiteX236" fmla="*/ 1723470 w 4525962"/>
                <a:gd name="connsiteY236" fmla="*/ 3678238 h 6858000"/>
                <a:gd name="connsiteX237" fmla="*/ 1710762 w 4525962"/>
                <a:gd name="connsiteY237" fmla="*/ 3682207 h 6858000"/>
                <a:gd name="connsiteX238" fmla="*/ 1696467 w 4525962"/>
                <a:gd name="connsiteY238" fmla="*/ 3686969 h 6858000"/>
                <a:gd name="connsiteX239" fmla="*/ 1682966 w 4525962"/>
                <a:gd name="connsiteY239" fmla="*/ 3690144 h 6858000"/>
                <a:gd name="connsiteX240" fmla="*/ 1669464 w 4525962"/>
                <a:gd name="connsiteY240" fmla="*/ 3693319 h 6858000"/>
                <a:gd name="connsiteX241" fmla="*/ 1655169 w 4525962"/>
                <a:gd name="connsiteY241" fmla="*/ 3694907 h 6858000"/>
                <a:gd name="connsiteX242" fmla="*/ 1641667 w 4525962"/>
                <a:gd name="connsiteY242" fmla="*/ 3696494 h 6858000"/>
                <a:gd name="connsiteX243" fmla="*/ 1628166 w 4525962"/>
                <a:gd name="connsiteY243" fmla="*/ 3697288 h 6858000"/>
                <a:gd name="connsiteX244" fmla="*/ 1613870 w 4525962"/>
                <a:gd name="connsiteY244" fmla="*/ 3697288 h 6858000"/>
                <a:gd name="connsiteX245" fmla="*/ 1597986 w 4525962"/>
                <a:gd name="connsiteY245" fmla="*/ 3697288 h 6858000"/>
                <a:gd name="connsiteX246" fmla="*/ 1582102 w 4525962"/>
                <a:gd name="connsiteY246" fmla="*/ 3695701 h 6858000"/>
                <a:gd name="connsiteX247" fmla="*/ 1566218 w 4525962"/>
                <a:gd name="connsiteY247" fmla="*/ 3694113 h 6858000"/>
                <a:gd name="connsiteX248" fmla="*/ 1550334 w 4525962"/>
                <a:gd name="connsiteY248" fmla="*/ 3690938 h 6858000"/>
                <a:gd name="connsiteX249" fmla="*/ 1534450 w 4525962"/>
                <a:gd name="connsiteY249" fmla="*/ 3687763 h 6858000"/>
                <a:gd name="connsiteX250" fmla="*/ 1518566 w 4525962"/>
                <a:gd name="connsiteY250" fmla="*/ 3683001 h 6858000"/>
                <a:gd name="connsiteX251" fmla="*/ 1503477 w 4525962"/>
                <a:gd name="connsiteY251" fmla="*/ 3678238 h 6858000"/>
                <a:gd name="connsiteX252" fmla="*/ 1488387 w 4525962"/>
                <a:gd name="connsiteY252" fmla="*/ 3671888 h 6858000"/>
                <a:gd name="connsiteX253" fmla="*/ 1474091 w 4525962"/>
                <a:gd name="connsiteY253" fmla="*/ 3664744 h 6858000"/>
                <a:gd name="connsiteX254" fmla="*/ 1459001 w 4525962"/>
                <a:gd name="connsiteY254" fmla="*/ 3656807 h 6858000"/>
                <a:gd name="connsiteX255" fmla="*/ 1444706 w 4525962"/>
                <a:gd name="connsiteY255" fmla="*/ 3648076 h 6858000"/>
                <a:gd name="connsiteX256" fmla="*/ 1431999 w 4525962"/>
                <a:gd name="connsiteY256" fmla="*/ 3639344 h 6858000"/>
                <a:gd name="connsiteX257" fmla="*/ 1418497 w 4525962"/>
                <a:gd name="connsiteY257" fmla="*/ 3629026 h 6858000"/>
                <a:gd name="connsiteX258" fmla="*/ 1404996 w 4525962"/>
                <a:gd name="connsiteY258" fmla="*/ 3617913 h 6858000"/>
                <a:gd name="connsiteX259" fmla="*/ 1393083 w 4525962"/>
                <a:gd name="connsiteY259" fmla="*/ 3606007 h 6858000"/>
                <a:gd name="connsiteX260" fmla="*/ 1381170 w 4525962"/>
                <a:gd name="connsiteY260" fmla="*/ 3594101 h 6858000"/>
                <a:gd name="connsiteX261" fmla="*/ 1370845 w 4525962"/>
                <a:gd name="connsiteY261" fmla="*/ 3581401 h 6858000"/>
                <a:gd name="connsiteX262" fmla="*/ 1360521 w 4525962"/>
                <a:gd name="connsiteY262" fmla="*/ 3569494 h 6858000"/>
                <a:gd name="connsiteX263" fmla="*/ 1351785 w 4525962"/>
                <a:gd name="connsiteY263" fmla="*/ 3556001 h 6858000"/>
                <a:gd name="connsiteX264" fmla="*/ 1343843 w 4525962"/>
                <a:gd name="connsiteY264" fmla="*/ 3542507 h 6858000"/>
                <a:gd name="connsiteX265" fmla="*/ 1335901 w 4525962"/>
                <a:gd name="connsiteY265" fmla="*/ 3529013 h 6858000"/>
                <a:gd name="connsiteX266" fmla="*/ 1329547 w 4525962"/>
                <a:gd name="connsiteY266" fmla="*/ 3515519 h 6858000"/>
                <a:gd name="connsiteX267" fmla="*/ 1323988 w 4525962"/>
                <a:gd name="connsiteY267" fmla="*/ 3501232 h 6858000"/>
                <a:gd name="connsiteX268" fmla="*/ 1318428 w 4525962"/>
                <a:gd name="connsiteY268" fmla="*/ 3486944 h 6858000"/>
                <a:gd name="connsiteX269" fmla="*/ 1313663 w 4525962"/>
                <a:gd name="connsiteY269" fmla="*/ 3472657 h 6858000"/>
                <a:gd name="connsiteX270" fmla="*/ 1309692 w 4525962"/>
                <a:gd name="connsiteY270" fmla="*/ 3457576 h 6858000"/>
                <a:gd name="connsiteX271" fmla="*/ 1306515 w 4525962"/>
                <a:gd name="connsiteY271" fmla="*/ 3442494 h 6858000"/>
                <a:gd name="connsiteX272" fmla="*/ 1304133 w 4525962"/>
                <a:gd name="connsiteY272" fmla="*/ 3428207 h 6858000"/>
                <a:gd name="connsiteX273" fmla="*/ 1302544 w 4525962"/>
                <a:gd name="connsiteY273" fmla="*/ 3413919 h 6858000"/>
                <a:gd name="connsiteX274" fmla="*/ 1301750 w 4525962"/>
                <a:gd name="connsiteY274" fmla="*/ 3398838 h 6858000"/>
                <a:gd name="connsiteX275" fmla="*/ 1301750 w 4525962"/>
                <a:gd name="connsiteY275" fmla="*/ 3383757 h 6858000"/>
                <a:gd name="connsiteX276" fmla="*/ 1301750 w 4525962"/>
                <a:gd name="connsiteY276" fmla="*/ 3368676 h 6858000"/>
                <a:gd name="connsiteX277" fmla="*/ 1303338 w 4525962"/>
                <a:gd name="connsiteY277" fmla="*/ 3353594 h 6858000"/>
                <a:gd name="connsiteX278" fmla="*/ 1304927 w 4525962"/>
                <a:gd name="connsiteY278" fmla="*/ 3338513 h 6858000"/>
                <a:gd name="connsiteX279" fmla="*/ 1308104 w 4525962"/>
                <a:gd name="connsiteY279" fmla="*/ 3324226 h 6858000"/>
                <a:gd name="connsiteX280" fmla="*/ 1311280 w 4525962"/>
                <a:gd name="connsiteY280" fmla="*/ 3309144 h 6858000"/>
                <a:gd name="connsiteX281" fmla="*/ 1315251 w 4525962"/>
                <a:gd name="connsiteY281" fmla="*/ 3294857 h 6858000"/>
                <a:gd name="connsiteX282" fmla="*/ 1320017 w 4525962"/>
                <a:gd name="connsiteY282" fmla="*/ 3279776 h 6858000"/>
                <a:gd name="connsiteX283" fmla="*/ 1325576 w 4525962"/>
                <a:gd name="connsiteY283" fmla="*/ 3265488 h 6858000"/>
                <a:gd name="connsiteX284" fmla="*/ 1331930 w 4525962"/>
                <a:gd name="connsiteY284" fmla="*/ 3252788 h 6858000"/>
                <a:gd name="connsiteX285" fmla="*/ 1337489 w 4525962"/>
                <a:gd name="connsiteY285" fmla="*/ 3238501 h 6858000"/>
                <a:gd name="connsiteX286" fmla="*/ 1346225 w 4525962"/>
                <a:gd name="connsiteY286" fmla="*/ 3225007 h 6858000"/>
                <a:gd name="connsiteX287" fmla="*/ 1354167 w 4525962"/>
                <a:gd name="connsiteY287" fmla="*/ 3213101 h 6858000"/>
                <a:gd name="connsiteX288" fmla="*/ 1362903 w 4525962"/>
                <a:gd name="connsiteY288" fmla="*/ 3199607 h 6858000"/>
                <a:gd name="connsiteX289" fmla="*/ 1372434 w 4525962"/>
                <a:gd name="connsiteY289" fmla="*/ 3186907 h 6858000"/>
                <a:gd name="connsiteX290" fmla="*/ 1382758 w 4525962"/>
                <a:gd name="connsiteY290" fmla="*/ 3175794 h 6858000"/>
                <a:gd name="connsiteX291" fmla="*/ 1393877 w 4525962"/>
                <a:gd name="connsiteY291" fmla="*/ 3163888 h 6858000"/>
                <a:gd name="connsiteX292" fmla="*/ 1404996 w 4525962"/>
                <a:gd name="connsiteY292" fmla="*/ 3153569 h 6858000"/>
                <a:gd name="connsiteX293" fmla="*/ 1695673 w 4525962"/>
                <a:gd name="connsiteY293" fmla="*/ 2893219 h 6858000"/>
                <a:gd name="connsiteX294" fmla="*/ 2528787 w 4525962"/>
                <a:gd name="connsiteY294" fmla="*/ 2379663 h 6858000"/>
                <a:gd name="connsiteX295" fmla="*/ 2543083 w 4525962"/>
                <a:gd name="connsiteY295" fmla="*/ 2371726 h 6858000"/>
                <a:gd name="connsiteX296" fmla="*/ 2550231 w 4525962"/>
                <a:gd name="connsiteY296" fmla="*/ 2369344 h 6858000"/>
                <a:gd name="connsiteX297" fmla="*/ 2557379 w 4525962"/>
                <a:gd name="connsiteY297" fmla="*/ 2366169 h 6858000"/>
                <a:gd name="connsiteX298" fmla="*/ 3538538 w 4525962"/>
                <a:gd name="connsiteY298" fmla="*/ 1276350 h 6858000"/>
                <a:gd name="connsiteX299" fmla="*/ 3559175 w 4525962"/>
                <a:gd name="connsiteY299" fmla="*/ 1276350 h 6858000"/>
                <a:gd name="connsiteX300" fmla="*/ 3581400 w 4525962"/>
                <a:gd name="connsiteY300" fmla="*/ 1276350 h 6858000"/>
                <a:gd name="connsiteX301" fmla="*/ 3603625 w 4525962"/>
                <a:gd name="connsiteY301" fmla="*/ 1277938 h 6858000"/>
                <a:gd name="connsiteX302" fmla="*/ 3625850 w 4525962"/>
                <a:gd name="connsiteY302" fmla="*/ 1280320 h 6858000"/>
                <a:gd name="connsiteX303" fmla="*/ 3648075 w 4525962"/>
                <a:gd name="connsiteY303" fmla="*/ 1283496 h 6858000"/>
                <a:gd name="connsiteX304" fmla="*/ 3670300 w 4525962"/>
                <a:gd name="connsiteY304" fmla="*/ 1287466 h 6858000"/>
                <a:gd name="connsiteX305" fmla="*/ 3691731 w 4525962"/>
                <a:gd name="connsiteY305" fmla="*/ 1293024 h 6858000"/>
                <a:gd name="connsiteX306" fmla="*/ 3717925 w 4525962"/>
                <a:gd name="connsiteY306" fmla="*/ 1300964 h 6858000"/>
                <a:gd name="connsiteX307" fmla="*/ 3742531 w 4525962"/>
                <a:gd name="connsiteY307" fmla="*/ 1309698 h 6858000"/>
                <a:gd name="connsiteX308" fmla="*/ 3766344 w 4525962"/>
                <a:gd name="connsiteY308" fmla="*/ 1320020 h 6858000"/>
                <a:gd name="connsiteX309" fmla="*/ 3790156 w 4525962"/>
                <a:gd name="connsiteY309" fmla="*/ 1331930 h 6858000"/>
                <a:gd name="connsiteX310" fmla="*/ 3812381 w 4525962"/>
                <a:gd name="connsiteY310" fmla="*/ 1344634 h 6858000"/>
                <a:gd name="connsiteX311" fmla="*/ 3834606 w 4525962"/>
                <a:gd name="connsiteY311" fmla="*/ 1357338 h 6858000"/>
                <a:gd name="connsiteX312" fmla="*/ 3856038 w 4525962"/>
                <a:gd name="connsiteY312" fmla="*/ 1371630 h 6858000"/>
                <a:gd name="connsiteX313" fmla="*/ 3875881 w 4525962"/>
                <a:gd name="connsiteY313" fmla="*/ 1386716 h 6858000"/>
                <a:gd name="connsiteX314" fmla="*/ 3895725 w 4525962"/>
                <a:gd name="connsiteY314" fmla="*/ 1402597 h 6858000"/>
                <a:gd name="connsiteX315" fmla="*/ 3913981 w 4525962"/>
                <a:gd name="connsiteY315" fmla="*/ 1420065 h 6858000"/>
                <a:gd name="connsiteX316" fmla="*/ 3931444 w 4525962"/>
                <a:gd name="connsiteY316" fmla="*/ 1438327 h 6858000"/>
                <a:gd name="connsiteX317" fmla="*/ 3948906 w 4525962"/>
                <a:gd name="connsiteY317" fmla="*/ 1456589 h 6858000"/>
                <a:gd name="connsiteX318" fmla="*/ 3964781 w 4525962"/>
                <a:gd name="connsiteY318" fmla="*/ 1476439 h 6858000"/>
                <a:gd name="connsiteX319" fmla="*/ 3978275 w 4525962"/>
                <a:gd name="connsiteY319" fmla="*/ 1496289 h 6858000"/>
                <a:gd name="connsiteX320" fmla="*/ 3992562 w 4525962"/>
                <a:gd name="connsiteY320" fmla="*/ 1516933 h 6858000"/>
                <a:gd name="connsiteX321" fmla="*/ 4005262 w 4525962"/>
                <a:gd name="connsiteY321" fmla="*/ 1538371 h 6858000"/>
                <a:gd name="connsiteX322" fmla="*/ 4017169 w 4525962"/>
                <a:gd name="connsiteY322" fmla="*/ 1559810 h 6858000"/>
                <a:gd name="connsiteX323" fmla="*/ 4028281 w 4525962"/>
                <a:gd name="connsiteY323" fmla="*/ 1582836 h 6858000"/>
                <a:gd name="connsiteX324" fmla="*/ 4037806 w 4525962"/>
                <a:gd name="connsiteY324" fmla="*/ 1605862 h 6858000"/>
                <a:gd name="connsiteX325" fmla="*/ 4045744 w 4525962"/>
                <a:gd name="connsiteY325" fmla="*/ 1629682 h 6858000"/>
                <a:gd name="connsiteX326" fmla="*/ 4053681 w 4525962"/>
                <a:gd name="connsiteY326" fmla="*/ 1654296 h 6858000"/>
                <a:gd name="connsiteX327" fmla="*/ 4060031 w 4525962"/>
                <a:gd name="connsiteY327" fmla="*/ 1678116 h 6858000"/>
                <a:gd name="connsiteX328" fmla="*/ 4065588 w 4525962"/>
                <a:gd name="connsiteY328" fmla="*/ 1702731 h 6858000"/>
                <a:gd name="connsiteX329" fmla="*/ 4068762 w 4525962"/>
                <a:gd name="connsiteY329" fmla="*/ 1727345 h 6858000"/>
                <a:gd name="connsiteX330" fmla="*/ 4071144 w 4525962"/>
                <a:gd name="connsiteY330" fmla="*/ 1752753 h 6858000"/>
                <a:gd name="connsiteX331" fmla="*/ 4073525 w 4525962"/>
                <a:gd name="connsiteY331" fmla="*/ 1778955 h 6858000"/>
                <a:gd name="connsiteX332" fmla="*/ 4073525 w 4525962"/>
                <a:gd name="connsiteY332" fmla="*/ 1804363 h 6858000"/>
                <a:gd name="connsiteX333" fmla="*/ 4071144 w 4525962"/>
                <a:gd name="connsiteY333" fmla="*/ 1829771 h 6858000"/>
                <a:gd name="connsiteX334" fmla="*/ 4069556 w 4525962"/>
                <a:gd name="connsiteY334" fmla="*/ 1855974 h 6858000"/>
                <a:gd name="connsiteX335" fmla="*/ 4065588 w 4525962"/>
                <a:gd name="connsiteY335" fmla="*/ 1881382 h 6858000"/>
                <a:gd name="connsiteX336" fmla="*/ 4060825 w 4525962"/>
                <a:gd name="connsiteY336" fmla="*/ 1907584 h 6858000"/>
                <a:gd name="connsiteX337" fmla="*/ 4053681 w 4525962"/>
                <a:gd name="connsiteY337" fmla="*/ 1933786 h 6858000"/>
                <a:gd name="connsiteX338" fmla="*/ 3788569 w 4525962"/>
                <a:gd name="connsiteY338" fmla="*/ 2891356 h 6858000"/>
                <a:gd name="connsiteX339" fmla="*/ 3799681 w 4525962"/>
                <a:gd name="connsiteY339" fmla="*/ 2898502 h 6858000"/>
                <a:gd name="connsiteX340" fmla="*/ 3812381 w 4525962"/>
                <a:gd name="connsiteY340" fmla="*/ 2908030 h 6858000"/>
                <a:gd name="connsiteX341" fmla="*/ 3825875 w 4525962"/>
                <a:gd name="connsiteY341" fmla="*/ 2919146 h 6858000"/>
                <a:gd name="connsiteX342" fmla="*/ 3840162 w 4525962"/>
                <a:gd name="connsiteY342" fmla="*/ 2931057 h 6858000"/>
                <a:gd name="connsiteX343" fmla="*/ 3854450 w 4525962"/>
                <a:gd name="connsiteY343" fmla="*/ 2945349 h 6858000"/>
                <a:gd name="connsiteX344" fmla="*/ 3869531 w 4525962"/>
                <a:gd name="connsiteY344" fmla="*/ 2962023 h 6858000"/>
                <a:gd name="connsiteX345" fmla="*/ 3883819 w 4525962"/>
                <a:gd name="connsiteY345" fmla="*/ 2980285 h 6858000"/>
                <a:gd name="connsiteX346" fmla="*/ 3898900 w 4525962"/>
                <a:gd name="connsiteY346" fmla="*/ 3000135 h 6858000"/>
                <a:gd name="connsiteX347" fmla="*/ 3912394 w 4525962"/>
                <a:gd name="connsiteY347" fmla="*/ 3023161 h 6858000"/>
                <a:gd name="connsiteX348" fmla="*/ 3918744 w 4525962"/>
                <a:gd name="connsiteY348" fmla="*/ 3035071 h 6858000"/>
                <a:gd name="connsiteX349" fmla="*/ 3924300 w 4525962"/>
                <a:gd name="connsiteY349" fmla="*/ 3046981 h 6858000"/>
                <a:gd name="connsiteX350" fmla="*/ 3929856 w 4525962"/>
                <a:gd name="connsiteY350" fmla="*/ 3060479 h 6858000"/>
                <a:gd name="connsiteX351" fmla="*/ 3935412 w 4525962"/>
                <a:gd name="connsiteY351" fmla="*/ 3074771 h 6858000"/>
                <a:gd name="connsiteX352" fmla="*/ 3939381 w 4525962"/>
                <a:gd name="connsiteY352" fmla="*/ 3089064 h 6858000"/>
                <a:gd name="connsiteX353" fmla="*/ 3944144 w 4525962"/>
                <a:gd name="connsiteY353" fmla="*/ 3104150 h 6858000"/>
                <a:gd name="connsiteX354" fmla="*/ 3947319 w 4525962"/>
                <a:gd name="connsiteY354" fmla="*/ 3119236 h 6858000"/>
                <a:gd name="connsiteX355" fmla="*/ 3951288 w 4525962"/>
                <a:gd name="connsiteY355" fmla="*/ 3135116 h 6858000"/>
                <a:gd name="connsiteX356" fmla="*/ 3953669 w 4525962"/>
                <a:gd name="connsiteY356" fmla="*/ 3151790 h 6858000"/>
                <a:gd name="connsiteX357" fmla="*/ 3955256 w 4525962"/>
                <a:gd name="connsiteY357" fmla="*/ 3168464 h 6858000"/>
                <a:gd name="connsiteX358" fmla="*/ 3957638 w 4525962"/>
                <a:gd name="connsiteY358" fmla="*/ 3185932 h 6858000"/>
                <a:gd name="connsiteX359" fmla="*/ 3957638 w 4525962"/>
                <a:gd name="connsiteY359" fmla="*/ 3204988 h 6858000"/>
                <a:gd name="connsiteX360" fmla="*/ 3957638 w 4525962"/>
                <a:gd name="connsiteY360" fmla="*/ 3224044 h 6858000"/>
                <a:gd name="connsiteX361" fmla="*/ 3956844 w 4525962"/>
                <a:gd name="connsiteY361" fmla="*/ 3243895 h 6858000"/>
                <a:gd name="connsiteX362" fmla="*/ 3949700 w 4525962"/>
                <a:gd name="connsiteY362" fmla="*/ 3332030 h 6858000"/>
                <a:gd name="connsiteX363" fmla="*/ 3940969 w 4525962"/>
                <a:gd name="connsiteY363" fmla="*/ 3423340 h 6858000"/>
                <a:gd name="connsiteX364" fmla="*/ 3930650 w 4525962"/>
                <a:gd name="connsiteY364" fmla="*/ 3511475 h 6858000"/>
                <a:gd name="connsiteX365" fmla="*/ 3921125 w 4525962"/>
                <a:gd name="connsiteY365" fmla="*/ 3594051 h 6858000"/>
                <a:gd name="connsiteX366" fmla="*/ 3904456 w 4525962"/>
                <a:gd name="connsiteY366" fmla="*/ 3721886 h 6858000"/>
                <a:gd name="connsiteX367" fmla="*/ 3897312 w 4525962"/>
                <a:gd name="connsiteY367" fmla="*/ 3773496 h 6858000"/>
                <a:gd name="connsiteX368" fmla="*/ 3890169 w 4525962"/>
                <a:gd name="connsiteY368" fmla="*/ 3794934 h 6858000"/>
                <a:gd name="connsiteX369" fmla="*/ 3881438 w 4525962"/>
                <a:gd name="connsiteY369" fmla="*/ 3806051 h 6858000"/>
                <a:gd name="connsiteX370" fmla="*/ 3872706 w 4525962"/>
                <a:gd name="connsiteY370" fmla="*/ 3817961 h 6858000"/>
                <a:gd name="connsiteX371" fmla="*/ 3859212 w 4525962"/>
                <a:gd name="connsiteY371" fmla="*/ 3833047 h 6858000"/>
                <a:gd name="connsiteX372" fmla="*/ 3843338 w 4525962"/>
                <a:gd name="connsiteY372" fmla="*/ 3850515 h 6858000"/>
                <a:gd name="connsiteX373" fmla="*/ 3821906 w 4525962"/>
                <a:gd name="connsiteY373" fmla="*/ 3869571 h 6858000"/>
                <a:gd name="connsiteX374" fmla="*/ 3797300 w 4525962"/>
                <a:gd name="connsiteY374" fmla="*/ 3891009 h 6858000"/>
                <a:gd name="connsiteX375" fmla="*/ 3767931 w 4525962"/>
                <a:gd name="connsiteY375" fmla="*/ 3914035 h 6858000"/>
                <a:gd name="connsiteX376" fmla="*/ 3752056 w 4525962"/>
                <a:gd name="connsiteY376" fmla="*/ 3925945 h 6858000"/>
                <a:gd name="connsiteX377" fmla="*/ 3734594 w 4525962"/>
                <a:gd name="connsiteY377" fmla="*/ 3937061 h 6858000"/>
                <a:gd name="connsiteX378" fmla="*/ 3714750 w 4525962"/>
                <a:gd name="connsiteY378" fmla="*/ 3949765 h 6858000"/>
                <a:gd name="connsiteX379" fmla="*/ 3695700 w 4525962"/>
                <a:gd name="connsiteY379" fmla="*/ 3961676 h 6858000"/>
                <a:gd name="connsiteX380" fmla="*/ 3674269 w 4525962"/>
                <a:gd name="connsiteY380" fmla="*/ 3973586 h 6858000"/>
                <a:gd name="connsiteX381" fmla="*/ 3651250 w 4525962"/>
                <a:gd name="connsiteY381" fmla="*/ 3985496 h 6858000"/>
                <a:gd name="connsiteX382" fmla="*/ 3627438 w 4525962"/>
                <a:gd name="connsiteY382" fmla="*/ 3997406 h 6858000"/>
                <a:gd name="connsiteX383" fmla="*/ 3602038 w 4525962"/>
                <a:gd name="connsiteY383" fmla="*/ 4009316 h 6858000"/>
                <a:gd name="connsiteX384" fmla="*/ 3575050 w 4525962"/>
                <a:gd name="connsiteY384" fmla="*/ 4021226 h 6858000"/>
                <a:gd name="connsiteX385" fmla="*/ 3548062 w 4525962"/>
                <a:gd name="connsiteY385" fmla="*/ 4032342 h 6858000"/>
                <a:gd name="connsiteX386" fmla="*/ 3517900 w 4525962"/>
                <a:gd name="connsiteY386" fmla="*/ 4043458 h 6858000"/>
                <a:gd name="connsiteX387" fmla="*/ 3486944 w 4525962"/>
                <a:gd name="connsiteY387" fmla="*/ 4053780 h 6858000"/>
                <a:gd name="connsiteX388" fmla="*/ 3454400 w 4525962"/>
                <a:gd name="connsiteY388" fmla="*/ 4064102 h 6858000"/>
                <a:gd name="connsiteX389" fmla="*/ 3420269 w 4525962"/>
                <a:gd name="connsiteY389" fmla="*/ 4074424 h 6858000"/>
                <a:gd name="connsiteX390" fmla="*/ 3385344 w 4525962"/>
                <a:gd name="connsiteY390" fmla="*/ 4083158 h 6858000"/>
                <a:gd name="connsiteX391" fmla="*/ 3348038 w 4525962"/>
                <a:gd name="connsiteY391" fmla="*/ 4091892 h 6858000"/>
                <a:gd name="connsiteX392" fmla="*/ 2773362 w 4525962"/>
                <a:gd name="connsiteY392" fmla="*/ 5334510 h 6858000"/>
                <a:gd name="connsiteX393" fmla="*/ 1404144 w 4525962"/>
                <a:gd name="connsiteY393" fmla="*/ 6160275 h 6858000"/>
                <a:gd name="connsiteX394" fmla="*/ 1381125 w 4525962"/>
                <a:gd name="connsiteY394" fmla="*/ 6173773 h 6858000"/>
                <a:gd name="connsiteX395" fmla="*/ 1357312 w 4525962"/>
                <a:gd name="connsiteY395" fmla="*/ 6184890 h 6858000"/>
                <a:gd name="connsiteX396" fmla="*/ 1333500 w 4525962"/>
                <a:gd name="connsiteY396" fmla="*/ 6194418 h 6858000"/>
                <a:gd name="connsiteX397" fmla="*/ 1308894 w 4525962"/>
                <a:gd name="connsiteY397" fmla="*/ 6202358 h 6858000"/>
                <a:gd name="connsiteX398" fmla="*/ 1285081 w 4525962"/>
                <a:gd name="connsiteY398" fmla="*/ 6208710 h 6858000"/>
                <a:gd name="connsiteX399" fmla="*/ 1258888 w 4525962"/>
                <a:gd name="connsiteY399" fmla="*/ 6213474 h 6858000"/>
                <a:gd name="connsiteX400" fmla="*/ 1234281 w 4525962"/>
                <a:gd name="connsiteY400" fmla="*/ 6215856 h 6858000"/>
                <a:gd name="connsiteX401" fmla="*/ 1209675 w 4525962"/>
                <a:gd name="connsiteY401" fmla="*/ 6216650 h 6858000"/>
                <a:gd name="connsiteX402" fmla="*/ 1186656 w 4525962"/>
                <a:gd name="connsiteY402" fmla="*/ 6215856 h 6858000"/>
                <a:gd name="connsiteX403" fmla="*/ 1164431 w 4525962"/>
                <a:gd name="connsiteY403" fmla="*/ 6213474 h 6858000"/>
                <a:gd name="connsiteX404" fmla="*/ 1142206 w 4525962"/>
                <a:gd name="connsiteY404" fmla="*/ 6210298 h 6858000"/>
                <a:gd name="connsiteX405" fmla="*/ 1120775 w 4525962"/>
                <a:gd name="connsiteY405" fmla="*/ 6205534 h 6858000"/>
                <a:gd name="connsiteX406" fmla="*/ 1099344 w 4525962"/>
                <a:gd name="connsiteY406" fmla="*/ 6199182 h 6858000"/>
                <a:gd name="connsiteX407" fmla="*/ 1077912 w 4525962"/>
                <a:gd name="connsiteY407" fmla="*/ 6192036 h 6858000"/>
                <a:gd name="connsiteX408" fmla="*/ 1056481 w 4525962"/>
                <a:gd name="connsiteY408" fmla="*/ 6183302 h 6858000"/>
                <a:gd name="connsiteX409" fmla="*/ 1036638 w 4525962"/>
                <a:gd name="connsiteY409" fmla="*/ 6172185 h 6858000"/>
                <a:gd name="connsiteX410" fmla="*/ 1016794 w 4525962"/>
                <a:gd name="connsiteY410" fmla="*/ 6161069 h 6858000"/>
                <a:gd name="connsiteX411" fmla="*/ 997744 w 4525962"/>
                <a:gd name="connsiteY411" fmla="*/ 6148365 h 6858000"/>
                <a:gd name="connsiteX412" fmla="*/ 979488 w 4525962"/>
                <a:gd name="connsiteY412" fmla="*/ 6134867 h 6858000"/>
                <a:gd name="connsiteX413" fmla="*/ 962025 w 4525962"/>
                <a:gd name="connsiteY413" fmla="*/ 6119781 h 6858000"/>
                <a:gd name="connsiteX414" fmla="*/ 945356 w 4525962"/>
                <a:gd name="connsiteY414" fmla="*/ 6103901 h 6858000"/>
                <a:gd name="connsiteX415" fmla="*/ 930275 w 4525962"/>
                <a:gd name="connsiteY415" fmla="*/ 6085639 h 6858000"/>
                <a:gd name="connsiteX416" fmla="*/ 915194 w 4525962"/>
                <a:gd name="connsiteY416" fmla="*/ 6066583 h 6858000"/>
                <a:gd name="connsiteX417" fmla="*/ 901700 w 4525962"/>
                <a:gd name="connsiteY417" fmla="*/ 6046733 h 6858000"/>
                <a:gd name="connsiteX418" fmla="*/ 892175 w 4525962"/>
                <a:gd name="connsiteY418" fmla="*/ 6030853 h 6858000"/>
                <a:gd name="connsiteX419" fmla="*/ 883444 w 4525962"/>
                <a:gd name="connsiteY419" fmla="*/ 6014179 h 6858000"/>
                <a:gd name="connsiteX420" fmla="*/ 875506 w 4525962"/>
                <a:gd name="connsiteY420" fmla="*/ 5997505 h 6858000"/>
                <a:gd name="connsiteX421" fmla="*/ 868362 w 4525962"/>
                <a:gd name="connsiteY421" fmla="*/ 5980831 h 6858000"/>
                <a:gd name="connsiteX422" fmla="*/ 862806 w 4525962"/>
                <a:gd name="connsiteY422" fmla="*/ 5964157 h 6858000"/>
                <a:gd name="connsiteX423" fmla="*/ 858044 w 4525962"/>
                <a:gd name="connsiteY423" fmla="*/ 5945894 h 6858000"/>
                <a:gd name="connsiteX424" fmla="*/ 853281 w 4525962"/>
                <a:gd name="connsiteY424" fmla="*/ 5929220 h 6858000"/>
                <a:gd name="connsiteX425" fmla="*/ 850106 w 4525962"/>
                <a:gd name="connsiteY425" fmla="*/ 5911752 h 6858000"/>
                <a:gd name="connsiteX426" fmla="*/ 847725 w 4525962"/>
                <a:gd name="connsiteY426" fmla="*/ 5893490 h 6858000"/>
                <a:gd name="connsiteX427" fmla="*/ 846138 w 4525962"/>
                <a:gd name="connsiteY427" fmla="*/ 5876022 h 6858000"/>
                <a:gd name="connsiteX428" fmla="*/ 845344 w 4525962"/>
                <a:gd name="connsiteY428" fmla="*/ 5859347 h 6858000"/>
                <a:gd name="connsiteX429" fmla="*/ 845344 w 4525962"/>
                <a:gd name="connsiteY429" fmla="*/ 5841879 h 6858000"/>
                <a:gd name="connsiteX430" fmla="*/ 846138 w 4525962"/>
                <a:gd name="connsiteY430" fmla="*/ 5823617 h 6858000"/>
                <a:gd name="connsiteX431" fmla="*/ 847725 w 4525962"/>
                <a:gd name="connsiteY431" fmla="*/ 5806149 h 6858000"/>
                <a:gd name="connsiteX432" fmla="*/ 850900 w 4525962"/>
                <a:gd name="connsiteY432" fmla="*/ 5789475 h 6858000"/>
                <a:gd name="connsiteX433" fmla="*/ 854075 w 4525962"/>
                <a:gd name="connsiteY433" fmla="*/ 5772007 h 6858000"/>
                <a:gd name="connsiteX434" fmla="*/ 858838 w 4525962"/>
                <a:gd name="connsiteY434" fmla="*/ 5755333 h 6858000"/>
                <a:gd name="connsiteX435" fmla="*/ 863600 w 4525962"/>
                <a:gd name="connsiteY435" fmla="*/ 5737865 h 6858000"/>
                <a:gd name="connsiteX436" fmla="*/ 869156 w 4525962"/>
                <a:gd name="connsiteY436" fmla="*/ 5721985 h 6858000"/>
                <a:gd name="connsiteX437" fmla="*/ 876300 w 4525962"/>
                <a:gd name="connsiteY437" fmla="*/ 5705311 h 6858000"/>
                <a:gd name="connsiteX438" fmla="*/ 883444 w 4525962"/>
                <a:gd name="connsiteY438" fmla="*/ 5689431 h 6858000"/>
                <a:gd name="connsiteX439" fmla="*/ 891381 w 4525962"/>
                <a:gd name="connsiteY439" fmla="*/ 5674345 h 6858000"/>
                <a:gd name="connsiteX440" fmla="*/ 900906 w 4525962"/>
                <a:gd name="connsiteY440" fmla="*/ 5659259 h 6858000"/>
                <a:gd name="connsiteX441" fmla="*/ 910431 w 4525962"/>
                <a:gd name="connsiteY441" fmla="*/ 5644173 h 6858000"/>
                <a:gd name="connsiteX442" fmla="*/ 921544 w 4525962"/>
                <a:gd name="connsiteY442" fmla="*/ 5629880 h 6858000"/>
                <a:gd name="connsiteX443" fmla="*/ 931862 w 4525962"/>
                <a:gd name="connsiteY443" fmla="*/ 5616382 h 6858000"/>
                <a:gd name="connsiteX444" fmla="*/ 944562 w 4525962"/>
                <a:gd name="connsiteY444" fmla="*/ 5602884 h 6858000"/>
                <a:gd name="connsiteX445" fmla="*/ 956469 w 4525962"/>
                <a:gd name="connsiteY445" fmla="*/ 5589386 h 6858000"/>
                <a:gd name="connsiteX446" fmla="*/ 969962 w 4525962"/>
                <a:gd name="connsiteY446" fmla="*/ 5578270 h 6858000"/>
                <a:gd name="connsiteX447" fmla="*/ 984250 w 4525962"/>
                <a:gd name="connsiteY447" fmla="*/ 5565566 h 6858000"/>
                <a:gd name="connsiteX448" fmla="*/ 999331 w 4525962"/>
                <a:gd name="connsiteY448" fmla="*/ 5555243 h 6858000"/>
                <a:gd name="connsiteX449" fmla="*/ 1015206 w 4525962"/>
                <a:gd name="connsiteY449" fmla="*/ 5544127 h 6858000"/>
                <a:gd name="connsiteX450" fmla="*/ 2171700 w 4525962"/>
                <a:gd name="connsiteY450" fmla="*/ 4812849 h 6858000"/>
                <a:gd name="connsiteX451" fmla="*/ 2345531 w 4525962"/>
                <a:gd name="connsiteY451" fmla="*/ 4190349 h 6858000"/>
                <a:gd name="connsiteX452" fmla="*/ 2272506 w 4525962"/>
                <a:gd name="connsiteY452" fmla="*/ 4202259 h 6858000"/>
                <a:gd name="connsiteX453" fmla="*/ 2199481 w 4525962"/>
                <a:gd name="connsiteY453" fmla="*/ 4214963 h 6858000"/>
                <a:gd name="connsiteX454" fmla="*/ 2126456 w 4525962"/>
                <a:gd name="connsiteY454" fmla="*/ 4228461 h 6858000"/>
                <a:gd name="connsiteX455" fmla="*/ 2054225 w 4525962"/>
                <a:gd name="connsiteY455" fmla="*/ 4243547 h 6858000"/>
                <a:gd name="connsiteX456" fmla="*/ 1982788 w 4525962"/>
                <a:gd name="connsiteY456" fmla="*/ 4259427 h 6858000"/>
                <a:gd name="connsiteX457" fmla="*/ 1909762 w 4525962"/>
                <a:gd name="connsiteY457" fmla="*/ 4276102 h 6858000"/>
                <a:gd name="connsiteX458" fmla="*/ 1838325 w 4525962"/>
                <a:gd name="connsiteY458" fmla="*/ 4294364 h 6858000"/>
                <a:gd name="connsiteX459" fmla="*/ 1766888 w 4525962"/>
                <a:gd name="connsiteY459" fmla="*/ 4313420 h 6858000"/>
                <a:gd name="connsiteX460" fmla="*/ 1695450 w 4525962"/>
                <a:gd name="connsiteY460" fmla="*/ 4333270 h 6858000"/>
                <a:gd name="connsiteX461" fmla="*/ 1623219 w 4525962"/>
                <a:gd name="connsiteY461" fmla="*/ 4354708 h 6858000"/>
                <a:gd name="connsiteX462" fmla="*/ 1552575 w 4525962"/>
                <a:gd name="connsiteY462" fmla="*/ 4376940 h 6858000"/>
                <a:gd name="connsiteX463" fmla="*/ 1481138 w 4525962"/>
                <a:gd name="connsiteY463" fmla="*/ 4399966 h 6858000"/>
                <a:gd name="connsiteX464" fmla="*/ 1410494 w 4525962"/>
                <a:gd name="connsiteY464" fmla="*/ 4424581 h 6858000"/>
                <a:gd name="connsiteX465" fmla="*/ 1339850 w 4525962"/>
                <a:gd name="connsiteY465" fmla="*/ 4449195 h 6858000"/>
                <a:gd name="connsiteX466" fmla="*/ 1270000 w 4525962"/>
                <a:gd name="connsiteY466" fmla="*/ 4476191 h 6858000"/>
                <a:gd name="connsiteX467" fmla="*/ 1199356 w 4525962"/>
                <a:gd name="connsiteY467" fmla="*/ 4503187 h 6858000"/>
                <a:gd name="connsiteX468" fmla="*/ 1129506 w 4525962"/>
                <a:gd name="connsiteY468" fmla="*/ 4532565 h 6858000"/>
                <a:gd name="connsiteX469" fmla="*/ 1059656 w 4525962"/>
                <a:gd name="connsiteY469" fmla="*/ 4561943 h 6858000"/>
                <a:gd name="connsiteX470" fmla="*/ 990600 w 4525962"/>
                <a:gd name="connsiteY470" fmla="*/ 4592910 h 6858000"/>
                <a:gd name="connsiteX471" fmla="*/ 920750 w 4525962"/>
                <a:gd name="connsiteY471" fmla="*/ 4624670 h 6858000"/>
                <a:gd name="connsiteX472" fmla="*/ 851694 w 4525962"/>
                <a:gd name="connsiteY472" fmla="*/ 4657224 h 6858000"/>
                <a:gd name="connsiteX473" fmla="*/ 782638 w 4525962"/>
                <a:gd name="connsiteY473" fmla="*/ 4690572 h 6858000"/>
                <a:gd name="connsiteX474" fmla="*/ 713581 w 4525962"/>
                <a:gd name="connsiteY474" fmla="*/ 4726302 h 6858000"/>
                <a:gd name="connsiteX475" fmla="*/ 645319 w 4525962"/>
                <a:gd name="connsiteY475" fmla="*/ 4761239 h 6858000"/>
                <a:gd name="connsiteX476" fmla="*/ 576262 w 4525962"/>
                <a:gd name="connsiteY476" fmla="*/ 4798557 h 6858000"/>
                <a:gd name="connsiteX477" fmla="*/ 508794 w 4525962"/>
                <a:gd name="connsiteY477" fmla="*/ 4836669 h 6858000"/>
                <a:gd name="connsiteX478" fmla="*/ 441325 w 4525962"/>
                <a:gd name="connsiteY478" fmla="*/ 4875575 h 6858000"/>
                <a:gd name="connsiteX479" fmla="*/ 373062 w 4525962"/>
                <a:gd name="connsiteY479" fmla="*/ 4916070 h 6858000"/>
                <a:gd name="connsiteX480" fmla="*/ 305594 w 4525962"/>
                <a:gd name="connsiteY480" fmla="*/ 4957358 h 6858000"/>
                <a:gd name="connsiteX481" fmla="*/ 238919 w 4525962"/>
                <a:gd name="connsiteY481" fmla="*/ 4999440 h 6858000"/>
                <a:gd name="connsiteX482" fmla="*/ 171450 w 4525962"/>
                <a:gd name="connsiteY482" fmla="*/ 5043111 h 6858000"/>
                <a:gd name="connsiteX483" fmla="*/ 104775 w 4525962"/>
                <a:gd name="connsiteY483" fmla="*/ 5086781 h 6858000"/>
                <a:gd name="connsiteX484" fmla="*/ 0 w 4525962"/>
                <a:gd name="connsiteY484" fmla="*/ 5158241 h 6858000"/>
                <a:gd name="connsiteX485" fmla="*/ 145256 w 4525962"/>
                <a:gd name="connsiteY485" fmla="*/ 4430139 h 6858000"/>
                <a:gd name="connsiteX486" fmla="*/ 156369 w 4525962"/>
                <a:gd name="connsiteY486" fmla="*/ 4418228 h 6858000"/>
                <a:gd name="connsiteX487" fmla="*/ 163512 w 4525962"/>
                <a:gd name="connsiteY487" fmla="*/ 4411876 h 6858000"/>
                <a:gd name="connsiteX488" fmla="*/ 180181 w 4525962"/>
                <a:gd name="connsiteY488" fmla="*/ 4398378 h 6858000"/>
                <a:gd name="connsiteX489" fmla="*/ 205581 w 4525962"/>
                <a:gd name="connsiteY489" fmla="*/ 4376940 h 6858000"/>
                <a:gd name="connsiteX490" fmla="*/ 242094 w 4525962"/>
                <a:gd name="connsiteY490" fmla="*/ 4349150 h 6858000"/>
                <a:gd name="connsiteX491" fmla="*/ 264319 w 4525962"/>
                <a:gd name="connsiteY491" fmla="*/ 4333270 h 6858000"/>
                <a:gd name="connsiteX492" fmla="*/ 288925 w 4525962"/>
                <a:gd name="connsiteY492" fmla="*/ 4316596 h 6858000"/>
                <a:gd name="connsiteX493" fmla="*/ 316706 w 4525962"/>
                <a:gd name="connsiteY493" fmla="*/ 4299128 h 6858000"/>
                <a:gd name="connsiteX494" fmla="*/ 346869 w 4525962"/>
                <a:gd name="connsiteY494" fmla="*/ 4279278 h 6858000"/>
                <a:gd name="connsiteX495" fmla="*/ 380206 w 4525962"/>
                <a:gd name="connsiteY495" fmla="*/ 4259427 h 6858000"/>
                <a:gd name="connsiteX496" fmla="*/ 416719 w 4525962"/>
                <a:gd name="connsiteY496" fmla="*/ 4237989 h 6858000"/>
                <a:gd name="connsiteX497" fmla="*/ 455612 w 4525962"/>
                <a:gd name="connsiteY497" fmla="*/ 4214963 h 6858000"/>
                <a:gd name="connsiteX498" fmla="*/ 497681 w 4525962"/>
                <a:gd name="connsiteY498" fmla="*/ 4191937 h 6858000"/>
                <a:gd name="connsiteX499" fmla="*/ 543719 w 4525962"/>
                <a:gd name="connsiteY499" fmla="*/ 4168117 h 6858000"/>
                <a:gd name="connsiteX500" fmla="*/ 592138 w 4525962"/>
                <a:gd name="connsiteY500" fmla="*/ 4144297 h 6858000"/>
                <a:gd name="connsiteX501" fmla="*/ 644525 w 4525962"/>
                <a:gd name="connsiteY501" fmla="*/ 4118095 h 6858000"/>
                <a:gd name="connsiteX502" fmla="*/ 700088 w 4525962"/>
                <a:gd name="connsiteY502" fmla="*/ 4092686 h 6858000"/>
                <a:gd name="connsiteX503" fmla="*/ 759619 w 4525962"/>
                <a:gd name="connsiteY503" fmla="*/ 4067278 h 6858000"/>
                <a:gd name="connsiteX504" fmla="*/ 822325 w 4525962"/>
                <a:gd name="connsiteY504" fmla="*/ 4040282 h 6858000"/>
                <a:gd name="connsiteX505" fmla="*/ 889000 w 4525962"/>
                <a:gd name="connsiteY505" fmla="*/ 4014080 h 6858000"/>
                <a:gd name="connsiteX506" fmla="*/ 958850 w 4525962"/>
                <a:gd name="connsiteY506" fmla="*/ 3986290 h 6858000"/>
                <a:gd name="connsiteX507" fmla="*/ 1032669 w 4525962"/>
                <a:gd name="connsiteY507" fmla="*/ 3960088 h 6858000"/>
                <a:gd name="connsiteX508" fmla="*/ 1109662 w 4525962"/>
                <a:gd name="connsiteY508" fmla="*/ 3932297 h 6858000"/>
                <a:gd name="connsiteX509" fmla="*/ 1192212 w 4525962"/>
                <a:gd name="connsiteY509" fmla="*/ 3906095 h 6858000"/>
                <a:gd name="connsiteX510" fmla="*/ 1277144 w 4525962"/>
                <a:gd name="connsiteY510" fmla="*/ 3879893 h 6858000"/>
                <a:gd name="connsiteX511" fmla="*/ 1366044 w 4525962"/>
                <a:gd name="connsiteY511" fmla="*/ 3852103 h 6858000"/>
                <a:gd name="connsiteX512" fmla="*/ 1459706 w 4525962"/>
                <a:gd name="connsiteY512" fmla="*/ 3826695 h 6858000"/>
                <a:gd name="connsiteX513" fmla="*/ 1557338 w 4525962"/>
                <a:gd name="connsiteY513" fmla="*/ 3799698 h 6858000"/>
                <a:gd name="connsiteX514" fmla="*/ 1659731 w 4525962"/>
                <a:gd name="connsiteY514" fmla="*/ 3774290 h 6858000"/>
                <a:gd name="connsiteX515" fmla="*/ 1718469 w 4525962"/>
                <a:gd name="connsiteY515" fmla="*/ 3759998 h 6858000"/>
                <a:gd name="connsiteX516" fmla="*/ 1776412 w 4525962"/>
                <a:gd name="connsiteY516" fmla="*/ 3747294 h 6858000"/>
                <a:gd name="connsiteX517" fmla="*/ 1889919 w 4525962"/>
                <a:gd name="connsiteY517" fmla="*/ 3722680 h 6858000"/>
                <a:gd name="connsiteX518" fmla="*/ 1999456 w 4525962"/>
                <a:gd name="connsiteY518" fmla="*/ 3701242 h 6858000"/>
                <a:gd name="connsiteX519" fmla="*/ 2106612 w 4525962"/>
                <a:gd name="connsiteY519" fmla="*/ 3681392 h 6858000"/>
                <a:gd name="connsiteX520" fmla="*/ 2209800 w 4525962"/>
                <a:gd name="connsiteY520" fmla="*/ 3664718 h 6858000"/>
                <a:gd name="connsiteX521" fmla="*/ 2310606 w 4525962"/>
                <a:gd name="connsiteY521" fmla="*/ 3648837 h 6858000"/>
                <a:gd name="connsiteX522" fmla="*/ 2408238 w 4525962"/>
                <a:gd name="connsiteY522" fmla="*/ 3634545 h 6858000"/>
                <a:gd name="connsiteX523" fmla="*/ 2503488 w 4525962"/>
                <a:gd name="connsiteY523" fmla="*/ 3621047 h 6858000"/>
                <a:gd name="connsiteX524" fmla="*/ 2567781 w 4525962"/>
                <a:gd name="connsiteY524" fmla="*/ 3387610 h 6858000"/>
                <a:gd name="connsiteX525" fmla="*/ 2489994 w 4525962"/>
                <a:gd name="connsiteY525" fmla="*/ 3397138 h 6858000"/>
                <a:gd name="connsiteX526" fmla="*/ 2413000 w 4525962"/>
                <a:gd name="connsiteY526" fmla="*/ 3408254 h 6858000"/>
                <a:gd name="connsiteX527" fmla="*/ 2338388 w 4525962"/>
                <a:gd name="connsiteY527" fmla="*/ 3417782 h 6858000"/>
                <a:gd name="connsiteX528" fmla="*/ 2265362 w 4525962"/>
                <a:gd name="connsiteY528" fmla="*/ 3429692 h 6858000"/>
                <a:gd name="connsiteX529" fmla="*/ 2405856 w 4525962"/>
                <a:gd name="connsiteY529" fmla="*/ 3303445 h 6858000"/>
                <a:gd name="connsiteX530" fmla="*/ 2501106 w 4525962"/>
                <a:gd name="connsiteY530" fmla="*/ 3291535 h 6858000"/>
                <a:gd name="connsiteX531" fmla="*/ 2598738 w 4525962"/>
                <a:gd name="connsiteY531" fmla="*/ 3279625 h 6858000"/>
                <a:gd name="connsiteX532" fmla="*/ 2680494 w 4525962"/>
                <a:gd name="connsiteY532" fmla="*/ 2985843 h 6858000"/>
                <a:gd name="connsiteX533" fmla="*/ 2682081 w 4525962"/>
                <a:gd name="connsiteY533" fmla="*/ 2978697 h 6858000"/>
                <a:gd name="connsiteX534" fmla="*/ 2684462 w 4525962"/>
                <a:gd name="connsiteY534" fmla="*/ 2973139 h 6858000"/>
                <a:gd name="connsiteX535" fmla="*/ 2690812 w 4525962"/>
                <a:gd name="connsiteY535" fmla="*/ 2959641 h 6858000"/>
                <a:gd name="connsiteX536" fmla="*/ 2931319 w 4525962"/>
                <a:gd name="connsiteY536" fmla="*/ 2090999 h 6858000"/>
                <a:gd name="connsiteX537" fmla="*/ 2511425 w 4525962"/>
                <a:gd name="connsiteY537" fmla="*/ 2216452 h 6858000"/>
                <a:gd name="connsiteX538" fmla="*/ 2494756 w 4525962"/>
                <a:gd name="connsiteY538" fmla="*/ 2222010 h 6858000"/>
                <a:gd name="connsiteX539" fmla="*/ 2478088 w 4525962"/>
                <a:gd name="connsiteY539" fmla="*/ 2229156 h 6858000"/>
                <a:gd name="connsiteX540" fmla="*/ 2461419 w 4525962"/>
                <a:gd name="connsiteY540" fmla="*/ 2237096 h 6858000"/>
                <a:gd name="connsiteX541" fmla="*/ 2446338 w 4525962"/>
                <a:gd name="connsiteY541" fmla="*/ 2245830 h 6858000"/>
                <a:gd name="connsiteX542" fmla="*/ 1474788 w 4525962"/>
                <a:gd name="connsiteY542" fmla="*/ 2845304 h 6858000"/>
                <a:gd name="connsiteX543" fmla="*/ 1455738 w 4525962"/>
                <a:gd name="connsiteY543" fmla="*/ 2856420 h 6858000"/>
                <a:gd name="connsiteX544" fmla="*/ 1435894 w 4525962"/>
                <a:gd name="connsiteY544" fmla="*/ 2865948 h 6858000"/>
                <a:gd name="connsiteX545" fmla="*/ 1416050 w 4525962"/>
                <a:gd name="connsiteY545" fmla="*/ 2873888 h 6858000"/>
                <a:gd name="connsiteX546" fmla="*/ 1395412 w 4525962"/>
                <a:gd name="connsiteY546" fmla="*/ 2881034 h 6858000"/>
                <a:gd name="connsiteX547" fmla="*/ 1373981 w 4525962"/>
                <a:gd name="connsiteY547" fmla="*/ 2885004 h 6858000"/>
                <a:gd name="connsiteX548" fmla="*/ 1354138 w 4525962"/>
                <a:gd name="connsiteY548" fmla="*/ 2888974 h 6858000"/>
                <a:gd name="connsiteX549" fmla="*/ 1332706 w 4525962"/>
                <a:gd name="connsiteY549" fmla="*/ 2891356 h 6858000"/>
                <a:gd name="connsiteX550" fmla="*/ 1311275 w 4525962"/>
                <a:gd name="connsiteY550" fmla="*/ 2892150 h 6858000"/>
                <a:gd name="connsiteX551" fmla="*/ 1292225 w 4525962"/>
                <a:gd name="connsiteY551" fmla="*/ 2891356 h 6858000"/>
                <a:gd name="connsiteX552" fmla="*/ 1272381 w 4525962"/>
                <a:gd name="connsiteY552" fmla="*/ 2889768 h 6858000"/>
                <a:gd name="connsiteX553" fmla="*/ 1253331 w 4525962"/>
                <a:gd name="connsiteY553" fmla="*/ 2885798 h 6858000"/>
                <a:gd name="connsiteX554" fmla="*/ 1234281 w 4525962"/>
                <a:gd name="connsiteY554" fmla="*/ 2882622 h 6858000"/>
                <a:gd name="connsiteX555" fmla="*/ 1215231 w 4525962"/>
                <a:gd name="connsiteY555" fmla="*/ 2877064 h 6858000"/>
                <a:gd name="connsiteX556" fmla="*/ 1196975 w 4525962"/>
                <a:gd name="connsiteY556" fmla="*/ 2869918 h 6858000"/>
                <a:gd name="connsiteX557" fmla="*/ 1178719 w 4525962"/>
                <a:gd name="connsiteY557" fmla="*/ 2861978 h 6858000"/>
                <a:gd name="connsiteX558" fmla="*/ 1161256 w 4525962"/>
                <a:gd name="connsiteY558" fmla="*/ 2853244 h 6858000"/>
                <a:gd name="connsiteX559" fmla="*/ 1144588 w 4525962"/>
                <a:gd name="connsiteY559" fmla="*/ 2843716 h 6858000"/>
                <a:gd name="connsiteX560" fmla="*/ 1128712 w 4525962"/>
                <a:gd name="connsiteY560" fmla="*/ 2833394 h 6858000"/>
                <a:gd name="connsiteX561" fmla="*/ 1112044 w 4525962"/>
                <a:gd name="connsiteY561" fmla="*/ 2820690 h 6858000"/>
                <a:gd name="connsiteX562" fmla="*/ 1097756 w 4525962"/>
                <a:gd name="connsiteY562" fmla="*/ 2807192 h 6858000"/>
                <a:gd name="connsiteX563" fmla="*/ 1083469 w 4525962"/>
                <a:gd name="connsiteY563" fmla="*/ 2793694 h 6858000"/>
                <a:gd name="connsiteX564" fmla="*/ 1069975 w 4525962"/>
                <a:gd name="connsiteY564" fmla="*/ 2777020 h 6858000"/>
                <a:gd name="connsiteX565" fmla="*/ 1057275 w 4525962"/>
                <a:gd name="connsiteY565" fmla="*/ 2761139 h 6858000"/>
                <a:gd name="connsiteX566" fmla="*/ 1046162 w 4525962"/>
                <a:gd name="connsiteY566" fmla="*/ 2743671 h 6858000"/>
                <a:gd name="connsiteX567" fmla="*/ 1037431 w 4525962"/>
                <a:gd name="connsiteY567" fmla="*/ 2729379 h 6858000"/>
                <a:gd name="connsiteX568" fmla="*/ 1030288 w 4525962"/>
                <a:gd name="connsiteY568" fmla="*/ 2715087 h 6858000"/>
                <a:gd name="connsiteX569" fmla="*/ 1023938 w 4525962"/>
                <a:gd name="connsiteY569" fmla="*/ 2701589 h 6858000"/>
                <a:gd name="connsiteX570" fmla="*/ 1017588 w 4525962"/>
                <a:gd name="connsiteY570" fmla="*/ 2687297 h 6858000"/>
                <a:gd name="connsiteX571" fmla="*/ 1013619 w 4525962"/>
                <a:gd name="connsiteY571" fmla="*/ 2672211 h 6858000"/>
                <a:gd name="connsiteX572" fmla="*/ 1008856 w 4525962"/>
                <a:gd name="connsiteY572" fmla="*/ 2657125 h 6858000"/>
                <a:gd name="connsiteX573" fmla="*/ 1005681 w 4525962"/>
                <a:gd name="connsiteY573" fmla="*/ 2642833 h 6858000"/>
                <a:gd name="connsiteX574" fmla="*/ 1002506 w 4525962"/>
                <a:gd name="connsiteY574" fmla="*/ 2627747 h 6858000"/>
                <a:gd name="connsiteX575" fmla="*/ 1000919 w 4525962"/>
                <a:gd name="connsiteY575" fmla="*/ 2612660 h 6858000"/>
                <a:gd name="connsiteX576" fmla="*/ 999331 w 4525962"/>
                <a:gd name="connsiteY576" fmla="*/ 2597574 h 6858000"/>
                <a:gd name="connsiteX577" fmla="*/ 999331 w 4525962"/>
                <a:gd name="connsiteY577" fmla="*/ 2582488 h 6858000"/>
                <a:gd name="connsiteX578" fmla="*/ 999331 w 4525962"/>
                <a:gd name="connsiteY578" fmla="*/ 2567402 h 6858000"/>
                <a:gd name="connsiteX579" fmla="*/ 1000125 w 4525962"/>
                <a:gd name="connsiteY579" fmla="*/ 2552316 h 6858000"/>
                <a:gd name="connsiteX580" fmla="*/ 1001712 w 4525962"/>
                <a:gd name="connsiteY580" fmla="*/ 2538024 h 6858000"/>
                <a:gd name="connsiteX581" fmla="*/ 1004888 w 4525962"/>
                <a:gd name="connsiteY581" fmla="*/ 2522938 h 6858000"/>
                <a:gd name="connsiteX582" fmla="*/ 1007269 w 4525962"/>
                <a:gd name="connsiteY582" fmla="*/ 2508646 h 6858000"/>
                <a:gd name="connsiteX583" fmla="*/ 1011238 w 4525962"/>
                <a:gd name="connsiteY583" fmla="*/ 2493560 h 6858000"/>
                <a:gd name="connsiteX584" fmla="*/ 1016000 w 4525962"/>
                <a:gd name="connsiteY584" fmla="*/ 2479268 h 6858000"/>
                <a:gd name="connsiteX585" fmla="*/ 1021556 w 4525962"/>
                <a:gd name="connsiteY585" fmla="*/ 2464976 h 6858000"/>
                <a:gd name="connsiteX586" fmla="*/ 1026319 w 4525962"/>
                <a:gd name="connsiteY586" fmla="*/ 2450683 h 6858000"/>
                <a:gd name="connsiteX587" fmla="*/ 1033462 w 4525962"/>
                <a:gd name="connsiteY587" fmla="*/ 2437979 h 6858000"/>
                <a:gd name="connsiteX588" fmla="*/ 1040606 w 4525962"/>
                <a:gd name="connsiteY588" fmla="*/ 2424481 h 6858000"/>
                <a:gd name="connsiteX589" fmla="*/ 1048544 w 4525962"/>
                <a:gd name="connsiteY589" fmla="*/ 2410983 h 6858000"/>
                <a:gd name="connsiteX590" fmla="*/ 1056481 w 4525962"/>
                <a:gd name="connsiteY590" fmla="*/ 2399073 h 6858000"/>
                <a:gd name="connsiteX591" fmla="*/ 1065212 w 4525962"/>
                <a:gd name="connsiteY591" fmla="*/ 2386369 h 6858000"/>
                <a:gd name="connsiteX592" fmla="*/ 1075531 w 4525962"/>
                <a:gd name="connsiteY592" fmla="*/ 2375253 h 6858000"/>
                <a:gd name="connsiteX593" fmla="*/ 1085850 w 4525962"/>
                <a:gd name="connsiteY593" fmla="*/ 2363343 h 6858000"/>
                <a:gd name="connsiteX594" fmla="*/ 1097756 w 4525962"/>
                <a:gd name="connsiteY594" fmla="*/ 2353021 h 6858000"/>
                <a:gd name="connsiteX595" fmla="*/ 1108869 w 4525962"/>
                <a:gd name="connsiteY595" fmla="*/ 2341905 h 6858000"/>
                <a:gd name="connsiteX596" fmla="*/ 1121569 w 4525962"/>
                <a:gd name="connsiteY596" fmla="*/ 2332377 h 6858000"/>
                <a:gd name="connsiteX597" fmla="*/ 1133475 w 4525962"/>
                <a:gd name="connsiteY597" fmla="*/ 2322849 h 6858000"/>
                <a:gd name="connsiteX598" fmla="*/ 1146969 w 4525962"/>
                <a:gd name="connsiteY598" fmla="*/ 2314909 h 6858000"/>
                <a:gd name="connsiteX599" fmla="*/ 2117725 w 4525962"/>
                <a:gd name="connsiteY599" fmla="*/ 1714641 h 6858000"/>
                <a:gd name="connsiteX600" fmla="*/ 2143919 w 4525962"/>
                <a:gd name="connsiteY600" fmla="*/ 1699555 h 6858000"/>
                <a:gd name="connsiteX601" fmla="*/ 2169319 w 4525962"/>
                <a:gd name="connsiteY601" fmla="*/ 1686056 h 6858000"/>
                <a:gd name="connsiteX602" fmla="*/ 2195512 w 4525962"/>
                <a:gd name="connsiteY602" fmla="*/ 1672558 h 6858000"/>
                <a:gd name="connsiteX603" fmla="*/ 2222500 w 4525962"/>
                <a:gd name="connsiteY603" fmla="*/ 1659060 h 6858000"/>
                <a:gd name="connsiteX604" fmla="*/ 2248694 w 4525962"/>
                <a:gd name="connsiteY604" fmla="*/ 1647944 h 6858000"/>
                <a:gd name="connsiteX605" fmla="*/ 2277269 w 4525962"/>
                <a:gd name="connsiteY605" fmla="*/ 1636828 h 6858000"/>
                <a:gd name="connsiteX606" fmla="*/ 2304256 w 4525962"/>
                <a:gd name="connsiteY606" fmla="*/ 1627300 h 6858000"/>
                <a:gd name="connsiteX607" fmla="*/ 2332831 w 4525962"/>
                <a:gd name="connsiteY607" fmla="*/ 1618566 h 6858000"/>
                <a:gd name="connsiteX608" fmla="*/ 3375819 w 4525962"/>
                <a:gd name="connsiteY608" fmla="*/ 1307316 h 6858000"/>
                <a:gd name="connsiteX609" fmla="*/ 3395662 w 4525962"/>
                <a:gd name="connsiteY609" fmla="*/ 1300964 h 6858000"/>
                <a:gd name="connsiteX610" fmla="*/ 3415506 w 4525962"/>
                <a:gd name="connsiteY610" fmla="*/ 1294612 h 6858000"/>
                <a:gd name="connsiteX611" fmla="*/ 3433762 w 4525962"/>
                <a:gd name="connsiteY611" fmla="*/ 1289848 h 6858000"/>
                <a:gd name="connsiteX612" fmla="*/ 3441700 w 4525962"/>
                <a:gd name="connsiteY612" fmla="*/ 1287466 h 6858000"/>
                <a:gd name="connsiteX613" fmla="*/ 3449638 w 4525962"/>
                <a:gd name="connsiteY613" fmla="*/ 1285878 h 6858000"/>
                <a:gd name="connsiteX614" fmla="*/ 3465512 w 4525962"/>
                <a:gd name="connsiteY614" fmla="*/ 1283496 h 6858000"/>
                <a:gd name="connsiteX615" fmla="*/ 3478212 w 4525962"/>
                <a:gd name="connsiteY615" fmla="*/ 1280320 h 6858000"/>
                <a:gd name="connsiteX616" fmla="*/ 3491706 w 4525962"/>
                <a:gd name="connsiteY616" fmla="*/ 1278732 h 6858000"/>
                <a:gd name="connsiteX617" fmla="*/ 3503612 w 4525962"/>
                <a:gd name="connsiteY617" fmla="*/ 1277938 h 6858000"/>
                <a:gd name="connsiteX618" fmla="*/ 3516312 w 4525962"/>
                <a:gd name="connsiteY618" fmla="*/ 1277938 h 6858000"/>
                <a:gd name="connsiteX619" fmla="*/ 3919362 w 4525962"/>
                <a:gd name="connsiteY619" fmla="*/ 0 h 6858000"/>
                <a:gd name="connsiteX620" fmla="*/ 4525962 w 4525962"/>
                <a:gd name="connsiteY620" fmla="*/ 606600 h 6858000"/>
                <a:gd name="connsiteX621" fmla="*/ 3919362 w 4525962"/>
                <a:gd name="connsiteY621" fmla="*/ 1213200 h 6858000"/>
                <a:gd name="connsiteX622" fmla="*/ 3312762 w 4525962"/>
                <a:gd name="connsiteY622" fmla="*/ 606600 h 6858000"/>
                <a:gd name="connsiteX623" fmla="*/ 3919362 w 4525962"/>
                <a:gd name="connsiteY623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</a:cxnLst>
              <a:rect l="l" t="t" r="r" b="b"/>
              <a:pathLst>
                <a:path w="4525962" h="6858000">
                  <a:moveTo>
                    <a:pt x="3502025" y="4108450"/>
                  </a:moveTo>
                  <a:lnTo>
                    <a:pt x="3316288" y="5131594"/>
                  </a:lnTo>
                  <a:lnTo>
                    <a:pt x="2447925" y="6672263"/>
                  </a:lnTo>
                  <a:lnTo>
                    <a:pt x="2434431" y="6694487"/>
                  </a:lnTo>
                  <a:lnTo>
                    <a:pt x="2420143" y="6715125"/>
                  </a:lnTo>
                  <a:lnTo>
                    <a:pt x="2404268" y="6734175"/>
                  </a:lnTo>
                  <a:lnTo>
                    <a:pt x="2387600" y="6751637"/>
                  </a:lnTo>
                  <a:lnTo>
                    <a:pt x="2370137" y="6768306"/>
                  </a:lnTo>
                  <a:lnTo>
                    <a:pt x="2351087" y="6783387"/>
                  </a:lnTo>
                  <a:lnTo>
                    <a:pt x="2332037" y="6796881"/>
                  </a:lnTo>
                  <a:lnTo>
                    <a:pt x="2311400" y="6810375"/>
                  </a:lnTo>
                  <a:lnTo>
                    <a:pt x="2289968" y="6820694"/>
                  </a:lnTo>
                  <a:lnTo>
                    <a:pt x="2269331" y="6830219"/>
                  </a:lnTo>
                  <a:lnTo>
                    <a:pt x="2247106" y="6838156"/>
                  </a:lnTo>
                  <a:lnTo>
                    <a:pt x="2224087" y="6845300"/>
                  </a:lnTo>
                  <a:lnTo>
                    <a:pt x="2201068" y="6850856"/>
                  </a:lnTo>
                  <a:lnTo>
                    <a:pt x="2178050" y="6855619"/>
                  </a:lnTo>
                  <a:lnTo>
                    <a:pt x="2154237" y="6857206"/>
                  </a:lnTo>
                  <a:lnTo>
                    <a:pt x="2130425" y="6858000"/>
                  </a:lnTo>
                  <a:lnTo>
                    <a:pt x="2107406" y="6857206"/>
                  </a:lnTo>
                  <a:lnTo>
                    <a:pt x="2085181" y="6855619"/>
                  </a:lnTo>
                  <a:lnTo>
                    <a:pt x="2062162" y="6851650"/>
                  </a:lnTo>
                  <a:lnTo>
                    <a:pt x="2039937" y="6846887"/>
                  </a:lnTo>
                  <a:lnTo>
                    <a:pt x="2016918" y="6840537"/>
                  </a:lnTo>
                  <a:lnTo>
                    <a:pt x="1994693" y="6831806"/>
                  </a:lnTo>
                  <a:lnTo>
                    <a:pt x="1974056" y="6822281"/>
                  </a:lnTo>
                  <a:lnTo>
                    <a:pt x="1951831" y="6811169"/>
                  </a:lnTo>
                  <a:lnTo>
                    <a:pt x="1935956" y="6801644"/>
                  </a:lnTo>
                  <a:lnTo>
                    <a:pt x="1920875" y="6791325"/>
                  </a:lnTo>
                  <a:lnTo>
                    <a:pt x="1905793" y="6780213"/>
                  </a:lnTo>
                  <a:lnTo>
                    <a:pt x="1891506" y="6768306"/>
                  </a:lnTo>
                  <a:lnTo>
                    <a:pt x="1878012" y="6756400"/>
                  </a:lnTo>
                  <a:lnTo>
                    <a:pt x="1866106" y="6743700"/>
                  </a:lnTo>
                  <a:lnTo>
                    <a:pt x="1853406" y="6731000"/>
                  </a:lnTo>
                  <a:lnTo>
                    <a:pt x="1843087" y="6716713"/>
                  </a:lnTo>
                  <a:lnTo>
                    <a:pt x="1831975" y="6702425"/>
                  </a:lnTo>
                  <a:lnTo>
                    <a:pt x="1822450" y="6687344"/>
                  </a:lnTo>
                  <a:lnTo>
                    <a:pt x="1813718" y="6672263"/>
                  </a:lnTo>
                  <a:lnTo>
                    <a:pt x="1804987" y="6657181"/>
                  </a:lnTo>
                  <a:lnTo>
                    <a:pt x="1797843" y="6641306"/>
                  </a:lnTo>
                  <a:lnTo>
                    <a:pt x="1790700" y="6625431"/>
                  </a:lnTo>
                  <a:lnTo>
                    <a:pt x="1785143" y="6608763"/>
                  </a:lnTo>
                  <a:lnTo>
                    <a:pt x="1780381" y="6592094"/>
                  </a:lnTo>
                  <a:lnTo>
                    <a:pt x="1775618" y="6574631"/>
                  </a:lnTo>
                  <a:lnTo>
                    <a:pt x="1772443" y="6557963"/>
                  </a:lnTo>
                  <a:lnTo>
                    <a:pt x="1769268" y="6540500"/>
                  </a:lnTo>
                  <a:lnTo>
                    <a:pt x="1767681" y="6523037"/>
                  </a:lnTo>
                  <a:lnTo>
                    <a:pt x="1766887" y="6506369"/>
                  </a:lnTo>
                  <a:lnTo>
                    <a:pt x="1766887" y="6488113"/>
                  </a:lnTo>
                  <a:lnTo>
                    <a:pt x="1767681" y="6470650"/>
                  </a:lnTo>
                  <a:lnTo>
                    <a:pt x="1768475" y="6453187"/>
                  </a:lnTo>
                  <a:lnTo>
                    <a:pt x="1770856" y="6434931"/>
                  </a:lnTo>
                  <a:lnTo>
                    <a:pt x="1774825" y="6417469"/>
                  </a:lnTo>
                  <a:lnTo>
                    <a:pt x="1778793" y="6400006"/>
                  </a:lnTo>
                  <a:lnTo>
                    <a:pt x="1783556" y="6383337"/>
                  </a:lnTo>
                  <a:lnTo>
                    <a:pt x="1789906" y="6365081"/>
                  </a:lnTo>
                  <a:lnTo>
                    <a:pt x="1797050" y="6348413"/>
                  </a:lnTo>
                  <a:lnTo>
                    <a:pt x="1804987" y="6331744"/>
                  </a:lnTo>
                  <a:lnTo>
                    <a:pt x="1813718" y="6315075"/>
                  </a:lnTo>
                  <a:lnTo>
                    <a:pt x="2014537" y="5958681"/>
                  </a:lnTo>
                  <a:lnTo>
                    <a:pt x="2932906" y="5378450"/>
                  </a:lnTo>
                  <a:close/>
                  <a:moveTo>
                    <a:pt x="3852863" y="3241675"/>
                  </a:moveTo>
                  <a:lnTo>
                    <a:pt x="3850482" y="3247234"/>
                  </a:lnTo>
                  <a:lnTo>
                    <a:pt x="3827468" y="3278205"/>
                  </a:lnTo>
                  <a:lnTo>
                    <a:pt x="3803661" y="3307587"/>
                  </a:lnTo>
                  <a:lnTo>
                    <a:pt x="3779060" y="3334588"/>
                  </a:lnTo>
                  <a:lnTo>
                    <a:pt x="3753666" y="3360794"/>
                  </a:lnTo>
                  <a:lnTo>
                    <a:pt x="3727478" y="3385412"/>
                  </a:lnTo>
                  <a:lnTo>
                    <a:pt x="3699702" y="3408441"/>
                  </a:lnTo>
                  <a:lnTo>
                    <a:pt x="3671927" y="3430677"/>
                  </a:lnTo>
                  <a:lnTo>
                    <a:pt x="3642564" y="3450530"/>
                  </a:lnTo>
                  <a:lnTo>
                    <a:pt x="3613202" y="3470383"/>
                  </a:lnTo>
                  <a:lnTo>
                    <a:pt x="3582252" y="3487853"/>
                  </a:lnTo>
                  <a:lnTo>
                    <a:pt x="3550509" y="3504530"/>
                  </a:lnTo>
                  <a:lnTo>
                    <a:pt x="3517972" y="3520412"/>
                  </a:lnTo>
                  <a:lnTo>
                    <a:pt x="3485436" y="3535501"/>
                  </a:lnTo>
                  <a:lnTo>
                    <a:pt x="3450518" y="3549795"/>
                  </a:lnTo>
                  <a:lnTo>
                    <a:pt x="3415600" y="3563295"/>
                  </a:lnTo>
                  <a:lnTo>
                    <a:pt x="3379890" y="3575207"/>
                  </a:lnTo>
                  <a:lnTo>
                    <a:pt x="3342591" y="3587119"/>
                  </a:lnTo>
                  <a:lnTo>
                    <a:pt x="3305293" y="3597442"/>
                  </a:lnTo>
                  <a:lnTo>
                    <a:pt x="3266408" y="3606972"/>
                  </a:lnTo>
                  <a:lnTo>
                    <a:pt x="3226728" y="3617295"/>
                  </a:lnTo>
                  <a:lnTo>
                    <a:pt x="3187050" y="3626031"/>
                  </a:lnTo>
                  <a:lnTo>
                    <a:pt x="3145783" y="3633972"/>
                  </a:lnTo>
                  <a:lnTo>
                    <a:pt x="3103724" y="3641913"/>
                  </a:lnTo>
                  <a:lnTo>
                    <a:pt x="3060870" y="3649854"/>
                  </a:lnTo>
                  <a:lnTo>
                    <a:pt x="2971989" y="3664149"/>
                  </a:lnTo>
                  <a:lnTo>
                    <a:pt x="2880728" y="3677649"/>
                  </a:lnTo>
                  <a:lnTo>
                    <a:pt x="2785498" y="3689561"/>
                  </a:lnTo>
                  <a:lnTo>
                    <a:pt x="2687094" y="3703061"/>
                  </a:lnTo>
                  <a:lnTo>
                    <a:pt x="2575993" y="3717355"/>
                  </a:lnTo>
                  <a:lnTo>
                    <a:pt x="2462511" y="3732443"/>
                  </a:lnTo>
                  <a:lnTo>
                    <a:pt x="2343474" y="3749120"/>
                  </a:lnTo>
                  <a:lnTo>
                    <a:pt x="2222056" y="3768179"/>
                  </a:lnTo>
                  <a:lnTo>
                    <a:pt x="2157776" y="3779297"/>
                  </a:lnTo>
                  <a:lnTo>
                    <a:pt x="2094290" y="3789620"/>
                  </a:lnTo>
                  <a:lnTo>
                    <a:pt x="2029216" y="3802326"/>
                  </a:lnTo>
                  <a:lnTo>
                    <a:pt x="1962556" y="3814238"/>
                  </a:lnTo>
                  <a:lnTo>
                    <a:pt x="1895101" y="3828532"/>
                  </a:lnTo>
                  <a:lnTo>
                    <a:pt x="1826854" y="3842826"/>
                  </a:lnTo>
                  <a:lnTo>
                    <a:pt x="1756225" y="3858709"/>
                  </a:lnTo>
                  <a:lnTo>
                    <a:pt x="1684803" y="3875385"/>
                  </a:lnTo>
                  <a:lnTo>
                    <a:pt x="1595922" y="3898415"/>
                  </a:lnTo>
                  <a:lnTo>
                    <a:pt x="1509422" y="3921445"/>
                  </a:lnTo>
                  <a:lnTo>
                    <a:pt x="1426096" y="3944474"/>
                  </a:lnTo>
                  <a:lnTo>
                    <a:pt x="1346738" y="3967504"/>
                  </a:lnTo>
                  <a:lnTo>
                    <a:pt x="1269760" y="3991327"/>
                  </a:lnTo>
                  <a:lnTo>
                    <a:pt x="1195958" y="4015151"/>
                  </a:lnTo>
                  <a:lnTo>
                    <a:pt x="1126122" y="4038975"/>
                  </a:lnTo>
                  <a:lnTo>
                    <a:pt x="1058668" y="4062004"/>
                  </a:lnTo>
                  <a:lnTo>
                    <a:pt x="994388" y="4085828"/>
                  </a:lnTo>
                  <a:lnTo>
                    <a:pt x="933283" y="4109652"/>
                  </a:lnTo>
                  <a:lnTo>
                    <a:pt x="874558" y="4133475"/>
                  </a:lnTo>
                  <a:lnTo>
                    <a:pt x="819007" y="4156505"/>
                  </a:lnTo>
                  <a:lnTo>
                    <a:pt x="766631" y="4179535"/>
                  </a:lnTo>
                  <a:lnTo>
                    <a:pt x="715842" y="4201770"/>
                  </a:lnTo>
                  <a:lnTo>
                    <a:pt x="669020" y="4224005"/>
                  </a:lnTo>
                  <a:lnTo>
                    <a:pt x="624580" y="4246241"/>
                  </a:lnTo>
                  <a:lnTo>
                    <a:pt x="582520" y="4267682"/>
                  </a:lnTo>
                  <a:lnTo>
                    <a:pt x="543635" y="4287535"/>
                  </a:lnTo>
                  <a:lnTo>
                    <a:pt x="506337" y="4308182"/>
                  </a:lnTo>
                  <a:lnTo>
                    <a:pt x="473006" y="4327241"/>
                  </a:lnTo>
                  <a:lnTo>
                    <a:pt x="441263" y="4346300"/>
                  </a:lnTo>
                  <a:lnTo>
                    <a:pt x="411901" y="4363771"/>
                  </a:lnTo>
                  <a:lnTo>
                    <a:pt x="360318" y="4396330"/>
                  </a:lnTo>
                  <a:lnTo>
                    <a:pt x="318258" y="4425713"/>
                  </a:lnTo>
                  <a:lnTo>
                    <a:pt x="284134" y="4449536"/>
                  </a:lnTo>
                  <a:lnTo>
                    <a:pt x="258740" y="4469389"/>
                  </a:lnTo>
                  <a:lnTo>
                    <a:pt x="242075" y="4482890"/>
                  </a:lnTo>
                  <a:lnTo>
                    <a:pt x="152400" y="4932363"/>
                  </a:lnTo>
                  <a:lnTo>
                    <a:pt x="236519" y="4879951"/>
                  </a:lnTo>
                  <a:lnTo>
                    <a:pt x="319845" y="4828333"/>
                  </a:lnTo>
                  <a:lnTo>
                    <a:pt x="404758" y="4777509"/>
                  </a:lnTo>
                  <a:lnTo>
                    <a:pt x="488878" y="4729862"/>
                  </a:lnTo>
                  <a:lnTo>
                    <a:pt x="573791" y="4683009"/>
                  </a:lnTo>
                  <a:lnTo>
                    <a:pt x="659498" y="4637744"/>
                  </a:lnTo>
                  <a:lnTo>
                    <a:pt x="745204" y="4594067"/>
                  </a:lnTo>
                  <a:lnTo>
                    <a:pt x="830911" y="4551978"/>
                  </a:lnTo>
                  <a:lnTo>
                    <a:pt x="917411" y="4511478"/>
                  </a:lnTo>
                  <a:lnTo>
                    <a:pt x="1003911" y="4473360"/>
                  </a:lnTo>
                  <a:lnTo>
                    <a:pt x="1091205" y="4436036"/>
                  </a:lnTo>
                  <a:lnTo>
                    <a:pt x="1178499" y="4401095"/>
                  </a:lnTo>
                  <a:lnTo>
                    <a:pt x="1265793" y="4366153"/>
                  </a:lnTo>
                  <a:lnTo>
                    <a:pt x="1353086" y="4334389"/>
                  </a:lnTo>
                  <a:lnTo>
                    <a:pt x="1441967" y="4303418"/>
                  </a:lnTo>
                  <a:lnTo>
                    <a:pt x="1530055" y="4274829"/>
                  </a:lnTo>
                  <a:lnTo>
                    <a:pt x="1618936" y="4247035"/>
                  </a:lnTo>
                  <a:lnTo>
                    <a:pt x="1707817" y="4221623"/>
                  </a:lnTo>
                  <a:lnTo>
                    <a:pt x="1797491" y="4197799"/>
                  </a:lnTo>
                  <a:lnTo>
                    <a:pt x="1886372" y="4174770"/>
                  </a:lnTo>
                  <a:lnTo>
                    <a:pt x="1976840" y="4153328"/>
                  </a:lnTo>
                  <a:lnTo>
                    <a:pt x="2065721" y="4133475"/>
                  </a:lnTo>
                  <a:lnTo>
                    <a:pt x="2156983" y="4116005"/>
                  </a:lnTo>
                  <a:lnTo>
                    <a:pt x="2247451" y="4100122"/>
                  </a:lnTo>
                  <a:lnTo>
                    <a:pt x="2338712" y="4085828"/>
                  </a:lnTo>
                  <a:lnTo>
                    <a:pt x="2429181" y="4073122"/>
                  </a:lnTo>
                  <a:lnTo>
                    <a:pt x="2520442" y="4062004"/>
                  </a:lnTo>
                  <a:lnTo>
                    <a:pt x="2612498" y="4052475"/>
                  </a:lnTo>
                  <a:lnTo>
                    <a:pt x="2704553" y="4044534"/>
                  </a:lnTo>
                  <a:lnTo>
                    <a:pt x="2796608" y="4038181"/>
                  </a:lnTo>
                  <a:lnTo>
                    <a:pt x="2889457" y="4032622"/>
                  </a:lnTo>
                  <a:lnTo>
                    <a:pt x="2981512" y="4030239"/>
                  </a:lnTo>
                  <a:lnTo>
                    <a:pt x="3033888" y="4028651"/>
                  </a:lnTo>
                  <a:lnTo>
                    <a:pt x="3084678" y="4024681"/>
                  </a:lnTo>
                  <a:lnTo>
                    <a:pt x="3133086" y="4021504"/>
                  </a:lnTo>
                  <a:lnTo>
                    <a:pt x="3179114" y="4015945"/>
                  </a:lnTo>
                  <a:lnTo>
                    <a:pt x="3224348" y="4009592"/>
                  </a:lnTo>
                  <a:lnTo>
                    <a:pt x="3266408" y="4003239"/>
                  </a:lnTo>
                  <a:lnTo>
                    <a:pt x="3306880" y="3994504"/>
                  </a:lnTo>
                  <a:lnTo>
                    <a:pt x="3345766" y="3985769"/>
                  </a:lnTo>
                  <a:lnTo>
                    <a:pt x="3382270" y="3977033"/>
                  </a:lnTo>
                  <a:lnTo>
                    <a:pt x="3417188" y="3967504"/>
                  </a:lnTo>
                  <a:lnTo>
                    <a:pt x="3450518" y="3957180"/>
                  </a:lnTo>
                  <a:lnTo>
                    <a:pt x="3481468" y="3946062"/>
                  </a:lnTo>
                  <a:lnTo>
                    <a:pt x="3511624" y="3935739"/>
                  </a:lnTo>
                  <a:lnTo>
                    <a:pt x="3540192" y="3923827"/>
                  </a:lnTo>
                  <a:lnTo>
                    <a:pt x="3565587" y="3911915"/>
                  </a:lnTo>
                  <a:lnTo>
                    <a:pt x="3590188" y="3900003"/>
                  </a:lnTo>
                  <a:lnTo>
                    <a:pt x="3613996" y="3888886"/>
                  </a:lnTo>
                  <a:lnTo>
                    <a:pt x="3635422" y="3876180"/>
                  </a:lnTo>
                  <a:lnTo>
                    <a:pt x="3656055" y="3865062"/>
                  </a:lnTo>
                  <a:lnTo>
                    <a:pt x="3674308" y="3852356"/>
                  </a:lnTo>
                  <a:lnTo>
                    <a:pt x="3691766" y="3841238"/>
                  </a:lnTo>
                  <a:lnTo>
                    <a:pt x="3707638" y="3829326"/>
                  </a:lnTo>
                  <a:lnTo>
                    <a:pt x="3735413" y="3807885"/>
                  </a:lnTo>
                  <a:lnTo>
                    <a:pt x="3757634" y="3788826"/>
                  </a:lnTo>
                  <a:lnTo>
                    <a:pt x="3775092" y="3771355"/>
                  </a:lnTo>
                  <a:lnTo>
                    <a:pt x="3788583" y="3757061"/>
                  </a:lnTo>
                  <a:lnTo>
                    <a:pt x="3797312" y="3745943"/>
                  </a:lnTo>
                  <a:lnTo>
                    <a:pt x="3807629" y="3671296"/>
                  </a:lnTo>
                  <a:lnTo>
                    <a:pt x="3822707" y="3546618"/>
                  </a:lnTo>
                  <a:lnTo>
                    <a:pt x="3831436" y="3473559"/>
                  </a:lnTo>
                  <a:lnTo>
                    <a:pt x="3839372" y="3395735"/>
                  </a:lnTo>
                  <a:lnTo>
                    <a:pt x="3846514" y="3317911"/>
                  </a:lnTo>
                  <a:close/>
                  <a:moveTo>
                    <a:pt x="1258887" y="3082925"/>
                  </a:moveTo>
                  <a:lnTo>
                    <a:pt x="1246187" y="3099610"/>
                  </a:lnTo>
                  <a:lnTo>
                    <a:pt x="1232693" y="3117090"/>
                  </a:lnTo>
                  <a:lnTo>
                    <a:pt x="1220787" y="3135364"/>
                  </a:lnTo>
                  <a:lnTo>
                    <a:pt x="1209674" y="3152844"/>
                  </a:lnTo>
                  <a:lnTo>
                    <a:pt x="1200150" y="3171912"/>
                  </a:lnTo>
                  <a:lnTo>
                    <a:pt x="1189831" y="3190981"/>
                  </a:lnTo>
                  <a:lnTo>
                    <a:pt x="1181893" y="3210050"/>
                  </a:lnTo>
                  <a:lnTo>
                    <a:pt x="1173956" y="3229913"/>
                  </a:lnTo>
                  <a:lnTo>
                    <a:pt x="992981" y="3303804"/>
                  </a:lnTo>
                  <a:lnTo>
                    <a:pt x="917574" y="3690740"/>
                  </a:lnTo>
                  <a:lnTo>
                    <a:pt x="969168" y="3666904"/>
                  </a:lnTo>
                  <a:lnTo>
                    <a:pt x="1031081" y="3640685"/>
                  </a:lnTo>
                  <a:lnTo>
                    <a:pt x="1104900" y="3611287"/>
                  </a:lnTo>
                  <a:lnTo>
                    <a:pt x="1146174" y="3595396"/>
                  </a:lnTo>
                  <a:lnTo>
                    <a:pt x="1189831" y="3579506"/>
                  </a:lnTo>
                  <a:lnTo>
                    <a:pt x="1201737" y="3604136"/>
                  </a:lnTo>
                  <a:lnTo>
                    <a:pt x="1215231" y="3627178"/>
                  </a:lnTo>
                  <a:lnTo>
                    <a:pt x="1230312" y="3650219"/>
                  </a:lnTo>
                  <a:lnTo>
                    <a:pt x="1246187" y="3672466"/>
                  </a:lnTo>
                  <a:lnTo>
                    <a:pt x="1200150" y="3688356"/>
                  </a:lnTo>
                  <a:lnTo>
                    <a:pt x="1157287" y="3704247"/>
                  </a:lnTo>
                  <a:lnTo>
                    <a:pt x="1118393" y="3719343"/>
                  </a:lnTo>
                  <a:lnTo>
                    <a:pt x="1081087" y="3733644"/>
                  </a:lnTo>
                  <a:lnTo>
                    <a:pt x="1017587" y="3760658"/>
                  </a:lnTo>
                  <a:lnTo>
                    <a:pt x="966787" y="3783700"/>
                  </a:lnTo>
                  <a:lnTo>
                    <a:pt x="925512" y="3803563"/>
                  </a:lnTo>
                  <a:lnTo>
                    <a:pt x="897731" y="3818659"/>
                  </a:lnTo>
                  <a:lnTo>
                    <a:pt x="873918" y="3830577"/>
                  </a:lnTo>
                  <a:lnTo>
                    <a:pt x="773112" y="3892550"/>
                  </a:lnTo>
                  <a:lnTo>
                    <a:pt x="901700" y="3229119"/>
                  </a:lnTo>
                  <a:close/>
                  <a:moveTo>
                    <a:pt x="2706688" y="2322513"/>
                  </a:moveTo>
                  <a:lnTo>
                    <a:pt x="2520846" y="2992438"/>
                  </a:lnTo>
                  <a:lnTo>
                    <a:pt x="1821950" y="3617913"/>
                  </a:lnTo>
                  <a:lnTo>
                    <a:pt x="1810037" y="3627438"/>
                  </a:lnTo>
                  <a:lnTo>
                    <a:pt x="1798919" y="3636169"/>
                  </a:lnTo>
                  <a:lnTo>
                    <a:pt x="1787006" y="3644901"/>
                  </a:lnTo>
                  <a:lnTo>
                    <a:pt x="1775093" y="3652838"/>
                  </a:lnTo>
                  <a:lnTo>
                    <a:pt x="1762385" y="3659982"/>
                  </a:lnTo>
                  <a:lnTo>
                    <a:pt x="1749678" y="3666332"/>
                  </a:lnTo>
                  <a:lnTo>
                    <a:pt x="1736971" y="3672682"/>
                  </a:lnTo>
                  <a:lnTo>
                    <a:pt x="1723470" y="3678238"/>
                  </a:lnTo>
                  <a:lnTo>
                    <a:pt x="1710762" y="3682207"/>
                  </a:lnTo>
                  <a:lnTo>
                    <a:pt x="1696467" y="3686969"/>
                  </a:lnTo>
                  <a:lnTo>
                    <a:pt x="1682966" y="3690144"/>
                  </a:lnTo>
                  <a:lnTo>
                    <a:pt x="1669464" y="3693319"/>
                  </a:lnTo>
                  <a:lnTo>
                    <a:pt x="1655169" y="3694907"/>
                  </a:lnTo>
                  <a:lnTo>
                    <a:pt x="1641667" y="3696494"/>
                  </a:lnTo>
                  <a:lnTo>
                    <a:pt x="1628166" y="3697288"/>
                  </a:lnTo>
                  <a:lnTo>
                    <a:pt x="1613870" y="3697288"/>
                  </a:lnTo>
                  <a:lnTo>
                    <a:pt x="1597986" y="3697288"/>
                  </a:lnTo>
                  <a:lnTo>
                    <a:pt x="1582102" y="3695701"/>
                  </a:lnTo>
                  <a:lnTo>
                    <a:pt x="1566218" y="3694113"/>
                  </a:lnTo>
                  <a:lnTo>
                    <a:pt x="1550334" y="3690938"/>
                  </a:lnTo>
                  <a:lnTo>
                    <a:pt x="1534450" y="3687763"/>
                  </a:lnTo>
                  <a:lnTo>
                    <a:pt x="1518566" y="3683001"/>
                  </a:lnTo>
                  <a:lnTo>
                    <a:pt x="1503477" y="3678238"/>
                  </a:lnTo>
                  <a:lnTo>
                    <a:pt x="1488387" y="3671888"/>
                  </a:lnTo>
                  <a:lnTo>
                    <a:pt x="1474091" y="3664744"/>
                  </a:lnTo>
                  <a:lnTo>
                    <a:pt x="1459001" y="3656807"/>
                  </a:lnTo>
                  <a:lnTo>
                    <a:pt x="1444706" y="3648076"/>
                  </a:lnTo>
                  <a:lnTo>
                    <a:pt x="1431999" y="3639344"/>
                  </a:lnTo>
                  <a:lnTo>
                    <a:pt x="1418497" y="3629026"/>
                  </a:lnTo>
                  <a:lnTo>
                    <a:pt x="1404996" y="3617913"/>
                  </a:lnTo>
                  <a:lnTo>
                    <a:pt x="1393083" y="3606007"/>
                  </a:lnTo>
                  <a:lnTo>
                    <a:pt x="1381170" y="3594101"/>
                  </a:lnTo>
                  <a:lnTo>
                    <a:pt x="1370845" y="3581401"/>
                  </a:lnTo>
                  <a:lnTo>
                    <a:pt x="1360521" y="3569494"/>
                  </a:lnTo>
                  <a:lnTo>
                    <a:pt x="1351785" y="3556001"/>
                  </a:lnTo>
                  <a:lnTo>
                    <a:pt x="1343843" y="3542507"/>
                  </a:lnTo>
                  <a:lnTo>
                    <a:pt x="1335901" y="3529013"/>
                  </a:lnTo>
                  <a:lnTo>
                    <a:pt x="1329547" y="3515519"/>
                  </a:lnTo>
                  <a:lnTo>
                    <a:pt x="1323988" y="3501232"/>
                  </a:lnTo>
                  <a:lnTo>
                    <a:pt x="1318428" y="3486944"/>
                  </a:lnTo>
                  <a:lnTo>
                    <a:pt x="1313663" y="3472657"/>
                  </a:lnTo>
                  <a:lnTo>
                    <a:pt x="1309692" y="3457576"/>
                  </a:lnTo>
                  <a:lnTo>
                    <a:pt x="1306515" y="3442494"/>
                  </a:lnTo>
                  <a:lnTo>
                    <a:pt x="1304133" y="3428207"/>
                  </a:lnTo>
                  <a:lnTo>
                    <a:pt x="1302544" y="3413919"/>
                  </a:lnTo>
                  <a:lnTo>
                    <a:pt x="1301750" y="3398838"/>
                  </a:lnTo>
                  <a:lnTo>
                    <a:pt x="1301750" y="3383757"/>
                  </a:lnTo>
                  <a:lnTo>
                    <a:pt x="1301750" y="3368676"/>
                  </a:lnTo>
                  <a:lnTo>
                    <a:pt x="1303338" y="3353594"/>
                  </a:lnTo>
                  <a:lnTo>
                    <a:pt x="1304927" y="3338513"/>
                  </a:lnTo>
                  <a:lnTo>
                    <a:pt x="1308104" y="3324226"/>
                  </a:lnTo>
                  <a:lnTo>
                    <a:pt x="1311280" y="3309144"/>
                  </a:lnTo>
                  <a:lnTo>
                    <a:pt x="1315251" y="3294857"/>
                  </a:lnTo>
                  <a:lnTo>
                    <a:pt x="1320017" y="3279776"/>
                  </a:lnTo>
                  <a:lnTo>
                    <a:pt x="1325576" y="3265488"/>
                  </a:lnTo>
                  <a:lnTo>
                    <a:pt x="1331930" y="3252788"/>
                  </a:lnTo>
                  <a:lnTo>
                    <a:pt x="1337489" y="3238501"/>
                  </a:lnTo>
                  <a:lnTo>
                    <a:pt x="1346225" y="3225007"/>
                  </a:lnTo>
                  <a:lnTo>
                    <a:pt x="1354167" y="3213101"/>
                  </a:lnTo>
                  <a:lnTo>
                    <a:pt x="1362903" y="3199607"/>
                  </a:lnTo>
                  <a:lnTo>
                    <a:pt x="1372434" y="3186907"/>
                  </a:lnTo>
                  <a:lnTo>
                    <a:pt x="1382758" y="3175794"/>
                  </a:lnTo>
                  <a:lnTo>
                    <a:pt x="1393877" y="3163888"/>
                  </a:lnTo>
                  <a:lnTo>
                    <a:pt x="1404996" y="3153569"/>
                  </a:lnTo>
                  <a:lnTo>
                    <a:pt x="1695673" y="2893219"/>
                  </a:lnTo>
                  <a:lnTo>
                    <a:pt x="2528787" y="2379663"/>
                  </a:lnTo>
                  <a:lnTo>
                    <a:pt x="2543083" y="2371726"/>
                  </a:lnTo>
                  <a:lnTo>
                    <a:pt x="2550231" y="2369344"/>
                  </a:lnTo>
                  <a:lnTo>
                    <a:pt x="2557379" y="2366169"/>
                  </a:lnTo>
                  <a:close/>
                  <a:moveTo>
                    <a:pt x="3538538" y="1276350"/>
                  </a:moveTo>
                  <a:lnTo>
                    <a:pt x="3559175" y="1276350"/>
                  </a:lnTo>
                  <a:lnTo>
                    <a:pt x="3581400" y="1276350"/>
                  </a:lnTo>
                  <a:lnTo>
                    <a:pt x="3603625" y="1277938"/>
                  </a:lnTo>
                  <a:lnTo>
                    <a:pt x="3625850" y="1280320"/>
                  </a:lnTo>
                  <a:lnTo>
                    <a:pt x="3648075" y="1283496"/>
                  </a:lnTo>
                  <a:lnTo>
                    <a:pt x="3670300" y="1287466"/>
                  </a:lnTo>
                  <a:lnTo>
                    <a:pt x="3691731" y="1293024"/>
                  </a:lnTo>
                  <a:lnTo>
                    <a:pt x="3717925" y="1300964"/>
                  </a:lnTo>
                  <a:lnTo>
                    <a:pt x="3742531" y="1309698"/>
                  </a:lnTo>
                  <a:lnTo>
                    <a:pt x="3766344" y="1320020"/>
                  </a:lnTo>
                  <a:lnTo>
                    <a:pt x="3790156" y="1331930"/>
                  </a:lnTo>
                  <a:lnTo>
                    <a:pt x="3812381" y="1344634"/>
                  </a:lnTo>
                  <a:lnTo>
                    <a:pt x="3834606" y="1357338"/>
                  </a:lnTo>
                  <a:lnTo>
                    <a:pt x="3856038" y="1371630"/>
                  </a:lnTo>
                  <a:lnTo>
                    <a:pt x="3875881" y="1386716"/>
                  </a:lnTo>
                  <a:lnTo>
                    <a:pt x="3895725" y="1402597"/>
                  </a:lnTo>
                  <a:lnTo>
                    <a:pt x="3913981" y="1420065"/>
                  </a:lnTo>
                  <a:lnTo>
                    <a:pt x="3931444" y="1438327"/>
                  </a:lnTo>
                  <a:lnTo>
                    <a:pt x="3948906" y="1456589"/>
                  </a:lnTo>
                  <a:lnTo>
                    <a:pt x="3964781" y="1476439"/>
                  </a:lnTo>
                  <a:lnTo>
                    <a:pt x="3978275" y="1496289"/>
                  </a:lnTo>
                  <a:lnTo>
                    <a:pt x="3992562" y="1516933"/>
                  </a:lnTo>
                  <a:lnTo>
                    <a:pt x="4005262" y="1538371"/>
                  </a:lnTo>
                  <a:lnTo>
                    <a:pt x="4017169" y="1559810"/>
                  </a:lnTo>
                  <a:lnTo>
                    <a:pt x="4028281" y="1582836"/>
                  </a:lnTo>
                  <a:lnTo>
                    <a:pt x="4037806" y="1605862"/>
                  </a:lnTo>
                  <a:lnTo>
                    <a:pt x="4045744" y="1629682"/>
                  </a:lnTo>
                  <a:lnTo>
                    <a:pt x="4053681" y="1654296"/>
                  </a:lnTo>
                  <a:lnTo>
                    <a:pt x="4060031" y="1678116"/>
                  </a:lnTo>
                  <a:lnTo>
                    <a:pt x="4065588" y="1702731"/>
                  </a:lnTo>
                  <a:lnTo>
                    <a:pt x="4068762" y="1727345"/>
                  </a:lnTo>
                  <a:lnTo>
                    <a:pt x="4071144" y="1752753"/>
                  </a:lnTo>
                  <a:lnTo>
                    <a:pt x="4073525" y="1778955"/>
                  </a:lnTo>
                  <a:lnTo>
                    <a:pt x="4073525" y="1804363"/>
                  </a:lnTo>
                  <a:lnTo>
                    <a:pt x="4071144" y="1829771"/>
                  </a:lnTo>
                  <a:lnTo>
                    <a:pt x="4069556" y="1855974"/>
                  </a:lnTo>
                  <a:lnTo>
                    <a:pt x="4065588" y="1881382"/>
                  </a:lnTo>
                  <a:lnTo>
                    <a:pt x="4060825" y="1907584"/>
                  </a:lnTo>
                  <a:lnTo>
                    <a:pt x="4053681" y="1933786"/>
                  </a:lnTo>
                  <a:lnTo>
                    <a:pt x="3788569" y="2891356"/>
                  </a:lnTo>
                  <a:lnTo>
                    <a:pt x="3799681" y="2898502"/>
                  </a:lnTo>
                  <a:lnTo>
                    <a:pt x="3812381" y="2908030"/>
                  </a:lnTo>
                  <a:lnTo>
                    <a:pt x="3825875" y="2919146"/>
                  </a:lnTo>
                  <a:lnTo>
                    <a:pt x="3840162" y="2931057"/>
                  </a:lnTo>
                  <a:lnTo>
                    <a:pt x="3854450" y="2945349"/>
                  </a:lnTo>
                  <a:lnTo>
                    <a:pt x="3869531" y="2962023"/>
                  </a:lnTo>
                  <a:lnTo>
                    <a:pt x="3883819" y="2980285"/>
                  </a:lnTo>
                  <a:lnTo>
                    <a:pt x="3898900" y="3000135"/>
                  </a:lnTo>
                  <a:lnTo>
                    <a:pt x="3912394" y="3023161"/>
                  </a:lnTo>
                  <a:lnTo>
                    <a:pt x="3918744" y="3035071"/>
                  </a:lnTo>
                  <a:lnTo>
                    <a:pt x="3924300" y="3046981"/>
                  </a:lnTo>
                  <a:lnTo>
                    <a:pt x="3929856" y="3060479"/>
                  </a:lnTo>
                  <a:lnTo>
                    <a:pt x="3935412" y="3074771"/>
                  </a:lnTo>
                  <a:lnTo>
                    <a:pt x="3939381" y="3089064"/>
                  </a:lnTo>
                  <a:lnTo>
                    <a:pt x="3944144" y="3104150"/>
                  </a:lnTo>
                  <a:lnTo>
                    <a:pt x="3947319" y="3119236"/>
                  </a:lnTo>
                  <a:lnTo>
                    <a:pt x="3951288" y="3135116"/>
                  </a:lnTo>
                  <a:lnTo>
                    <a:pt x="3953669" y="3151790"/>
                  </a:lnTo>
                  <a:lnTo>
                    <a:pt x="3955256" y="3168464"/>
                  </a:lnTo>
                  <a:lnTo>
                    <a:pt x="3957638" y="3185932"/>
                  </a:lnTo>
                  <a:lnTo>
                    <a:pt x="3957638" y="3204988"/>
                  </a:lnTo>
                  <a:lnTo>
                    <a:pt x="3957638" y="3224044"/>
                  </a:lnTo>
                  <a:lnTo>
                    <a:pt x="3956844" y="3243895"/>
                  </a:lnTo>
                  <a:lnTo>
                    <a:pt x="3949700" y="3332030"/>
                  </a:lnTo>
                  <a:lnTo>
                    <a:pt x="3940969" y="3423340"/>
                  </a:lnTo>
                  <a:lnTo>
                    <a:pt x="3930650" y="3511475"/>
                  </a:lnTo>
                  <a:lnTo>
                    <a:pt x="3921125" y="3594051"/>
                  </a:lnTo>
                  <a:lnTo>
                    <a:pt x="3904456" y="3721886"/>
                  </a:lnTo>
                  <a:lnTo>
                    <a:pt x="3897312" y="3773496"/>
                  </a:lnTo>
                  <a:lnTo>
                    <a:pt x="3890169" y="3794934"/>
                  </a:lnTo>
                  <a:lnTo>
                    <a:pt x="3881438" y="3806051"/>
                  </a:lnTo>
                  <a:lnTo>
                    <a:pt x="3872706" y="3817961"/>
                  </a:lnTo>
                  <a:lnTo>
                    <a:pt x="3859212" y="3833047"/>
                  </a:lnTo>
                  <a:lnTo>
                    <a:pt x="3843338" y="3850515"/>
                  </a:lnTo>
                  <a:lnTo>
                    <a:pt x="3821906" y="3869571"/>
                  </a:lnTo>
                  <a:lnTo>
                    <a:pt x="3797300" y="3891009"/>
                  </a:lnTo>
                  <a:lnTo>
                    <a:pt x="3767931" y="3914035"/>
                  </a:lnTo>
                  <a:lnTo>
                    <a:pt x="3752056" y="3925945"/>
                  </a:lnTo>
                  <a:lnTo>
                    <a:pt x="3734594" y="3937061"/>
                  </a:lnTo>
                  <a:lnTo>
                    <a:pt x="3714750" y="3949765"/>
                  </a:lnTo>
                  <a:lnTo>
                    <a:pt x="3695700" y="3961676"/>
                  </a:lnTo>
                  <a:lnTo>
                    <a:pt x="3674269" y="3973586"/>
                  </a:lnTo>
                  <a:lnTo>
                    <a:pt x="3651250" y="3985496"/>
                  </a:lnTo>
                  <a:lnTo>
                    <a:pt x="3627438" y="3997406"/>
                  </a:lnTo>
                  <a:lnTo>
                    <a:pt x="3602038" y="4009316"/>
                  </a:lnTo>
                  <a:lnTo>
                    <a:pt x="3575050" y="4021226"/>
                  </a:lnTo>
                  <a:lnTo>
                    <a:pt x="3548062" y="4032342"/>
                  </a:lnTo>
                  <a:lnTo>
                    <a:pt x="3517900" y="4043458"/>
                  </a:lnTo>
                  <a:lnTo>
                    <a:pt x="3486944" y="4053780"/>
                  </a:lnTo>
                  <a:lnTo>
                    <a:pt x="3454400" y="4064102"/>
                  </a:lnTo>
                  <a:lnTo>
                    <a:pt x="3420269" y="4074424"/>
                  </a:lnTo>
                  <a:lnTo>
                    <a:pt x="3385344" y="4083158"/>
                  </a:lnTo>
                  <a:lnTo>
                    <a:pt x="3348038" y="4091892"/>
                  </a:lnTo>
                  <a:lnTo>
                    <a:pt x="2773362" y="5334510"/>
                  </a:lnTo>
                  <a:lnTo>
                    <a:pt x="1404144" y="6160275"/>
                  </a:lnTo>
                  <a:lnTo>
                    <a:pt x="1381125" y="6173773"/>
                  </a:lnTo>
                  <a:lnTo>
                    <a:pt x="1357312" y="6184890"/>
                  </a:lnTo>
                  <a:lnTo>
                    <a:pt x="1333500" y="6194418"/>
                  </a:lnTo>
                  <a:lnTo>
                    <a:pt x="1308894" y="6202358"/>
                  </a:lnTo>
                  <a:lnTo>
                    <a:pt x="1285081" y="6208710"/>
                  </a:lnTo>
                  <a:lnTo>
                    <a:pt x="1258888" y="6213474"/>
                  </a:lnTo>
                  <a:lnTo>
                    <a:pt x="1234281" y="6215856"/>
                  </a:lnTo>
                  <a:lnTo>
                    <a:pt x="1209675" y="6216650"/>
                  </a:lnTo>
                  <a:lnTo>
                    <a:pt x="1186656" y="6215856"/>
                  </a:lnTo>
                  <a:lnTo>
                    <a:pt x="1164431" y="6213474"/>
                  </a:lnTo>
                  <a:lnTo>
                    <a:pt x="1142206" y="6210298"/>
                  </a:lnTo>
                  <a:lnTo>
                    <a:pt x="1120775" y="6205534"/>
                  </a:lnTo>
                  <a:lnTo>
                    <a:pt x="1099344" y="6199182"/>
                  </a:lnTo>
                  <a:lnTo>
                    <a:pt x="1077912" y="6192036"/>
                  </a:lnTo>
                  <a:lnTo>
                    <a:pt x="1056481" y="6183302"/>
                  </a:lnTo>
                  <a:lnTo>
                    <a:pt x="1036638" y="6172185"/>
                  </a:lnTo>
                  <a:lnTo>
                    <a:pt x="1016794" y="6161069"/>
                  </a:lnTo>
                  <a:lnTo>
                    <a:pt x="997744" y="6148365"/>
                  </a:lnTo>
                  <a:lnTo>
                    <a:pt x="979488" y="6134867"/>
                  </a:lnTo>
                  <a:lnTo>
                    <a:pt x="962025" y="6119781"/>
                  </a:lnTo>
                  <a:lnTo>
                    <a:pt x="945356" y="6103901"/>
                  </a:lnTo>
                  <a:lnTo>
                    <a:pt x="930275" y="6085639"/>
                  </a:lnTo>
                  <a:lnTo>
                    <a:pt x="915194" y="6066583"/>
                  </a:lnTo>
                  <a:lnTo>
                    <a:pt x="901700" y="6046733"/>
                  </a:lnTo>
                  <a:lnTo>
                    <a:pt x="892175" y="6030853"/>
                  </a:lnTo>
                  <a:lnTo>
                    <a:pt x="883444" y="6014179"/>
                  </a:lnTo>
                  <a:lnTo>
                    <a:pt x="875506" y="5997505"/>
                  </a:lnTo>
                  <a:lnTo>
                    <a:pt x="868362" y="5980831"/>
                  </a:lnTo>
                  <a:lnTo>
                    <a:pt x="862806" y="5964157"/>
                  </a:lnTo>
                  <a:lnTo>
                    <a:pt x="858044" y="5945894"/>
                  </a:lnTo>
                  <a:lnTo>
                    <a:pt x="853281" y="5929220"/>
                  </a:lnTo>
                  <a:lnTo>
                    <a:pt x="850106" y="5911752"/>
                  </a:lnTo>
                  <a:lnTo>
                    <a:pt x="847725" y="5893490"/>
                  </a:lnTo>
                  <a:lnTo>
                    <a:pt x="846138" y="5876022"/>
                  </a:lnTo>
                  <a:lnTo>
                    <a:pt x="845344" y="5859347"/>
                  </a:lnTo>
                  <a:lnTo>
                    <a:pt x="845344" y="5841879"/>
                  </a:lnTo>
                  <a:lnTo>
                    <a:pt x="846138" y="5823617"/>
                  </a:lnTo>
                  <a:lnTo>
                    <a:pt x="847725" y="5806149"/>
                  </a:lnTo>
                  <a:lnTo>
                    <a:pt x="850900" y="5789475"/>
                  </a:lnTo>
                  <a:lnTo>
                    <a:pt x="854075" y="5772007"/>
                  </a:lnTo>
                  <a:lnTo>
                    <a:pt x="858838" y="5755333"/>
                  </a:lnTo>
                  <a:lnTo>
                    <a:pt x="863600" y="5737865"/>
                  </a:lnTo>
                  <a:lnTo>
                    <a:pt x="869156" y="5721985"/>
                  </a:lnTo>
                  <a:lnTo>
                    <a:pt x="876300" y="5705311"/>
                  </a:lnTo>
                  <a:lnTo>
                    <a:pt x="883444" y="5689431"/>
                  </a:lnTo>
                  <a:lnTo>
                    <a:pt x="891381" y="5674345"/>
                  </a:lnTo>
                  <a:lnTo>
                    <a:pt x="900906" y="5659259"/>
                  </a:lnTo>
                  <a:lnTo>
                    <a:pt x="910431" y="5644173"/>
                  </a:lnTo>
                  <a:lnTo>
                    <a:pt x="921544" y="5629880"/>
                  </a:lnTo>
                  <a:lnTo>
                    <a:pt x="931862" y="5616382"/>
                  </a:lnTo>
                  <a:lnTo>
                    <a:pt x="944562" y="5602884"/>
                  </a:lnTo>
                  <a:lnTo>
                    <a:pt x="956469" y="5589386"/>
                  </a:lnTo>
                  <a:lnTo>
                    <a:pt x="969962" y="5578270"/>
                  </a:lnTo>
                  <a:lnTo>
                    <a:pt x="984250" y="5565566"/>
                  </a:lnTo>
                  <a:lnTo>
                    <a:pt x="999331" y="5555243"/>
                  </a:lnTo>
                  <a:lnTo>
                    <a:pt x="1015206" y="5544127"/>
                  </a:lnTo>
                  <a:lnTo>
                    <a:pt x="2171700" y="4812849"/>
                  </a:lnTo>
                  <a:lnTo>
                    <a:pt x="2345531" y="4190349"/>
                  </a:lnTo>
                  <a:lnTo>
                    <a:pt x="2272506" y="4202259"/>
                  </a:lnTo>
                  <a:lnTo>
                    <a:pt x="2199481" y="4214963"/>
                  </a:lnTo>
                  <a:lnTo>
                    <a:pt x="2126456" y="4228461"/>
                  </a:lnTo>
                  <a:lnTo>
                    <a:pt x="2054225" y="4243547"/>
                  </a:lnTo>
                  <a:lnTo>
                    <a:pt x="1982788" y="4259427"/>
                  </a:lnTo>
                  <a:lnTo>
                    <a:pt x="1909762" y="4276102"/>
                  </a:lnTo>
                  <a:lnTo>
                    <a:pt x="1838325" y="4294364"/>
                  </a:lnTo>
                  <a:lnTo>
                    <a:pt x="1766888" y="4313420"/>
                  </a:lnTo>
                  <a:lnTo>
                    <a:pt x="1695450" y="4333270"/>
                  </a:lnTo>
                  <a:lnTo>
                    <a:pt x="1623219" y="4354708"/>
                  </a:lnTo>
                  <a:lnTo>
                    <a:pt x="1552575" y="4376940"/>
                  </a:lnTo>
                  <a:lnTo>
                    <a:pt x="1481138" y="4399966"/>
                  </a:lnTo>
                  <a:lnTo>
                    <a:pt x="1410494" y="4424581"/>
                  </a:lnTo>
                  <a:lnTo>
                    <a:pt x="1339850" y="4449195"/>
                  </a:lnTo>
                  <a:lnTo>
                    <a:pt x="1270000" y="4476191"/>
                  </a:lnTo>
                  <a:lnTo>
                    <a:pt x="1199356" y="4503187"/>
                  </a:lnTo>
                  <a:lnTo>
                    <a:pt x="1129506" y="4532565"/>
                  </a:lnTo>
                  <a:lnTo>
                    <a:pt x="1059656" y="4561943"/>
                  </a:lnTo>
                  <a:lnTo>
                    <a:pt x="990600" y="4592910"/>
                  </a:lnTo>
                  <a:lnTo>
                    <a:pt x="920750" y="4624670"/>
                  </a:lnTo>
                  <a:lnTo>
                    <a:pt x="851694" y="4657224"/>
                  </a:lnTo>
                  <a:lnTo>
                    <a:pt x="782638" y="4690572"/>
                  </a:lnTo>
                  <a:lnTo>
                    <a:pt x="713581" y="4726302"/>
                  </a:lnTo>
                  <a:lnTo>
                    <a:pt x="645319" y="4761239"/>
                  </a:lnTo>
                  <a:lnTo>
                    <a:pt x="576262" y="4798557"/>
                  </a:lnTo>
                  <a:lnTo>
                    <a:pt x="508794" y="4836669"/>
                  </a:lnTo>
                  <a:lnTo>
                    <a:pt x="441325" y="4875575"/>
                  </a:lnTo>
                  <a:lnTo>
                    <a:pt x="373062" y="4916070"/>
                  </a:lnTo>
                  <a:lnTo>
                    <a:pt x="305594" y="4957358"/>
                  </a:lnTo>
                  <a:lnTo>
                    <a:pt x="238919" y="4999440"/>
                  </a:lnTo>
                  <a:lnTo>
                    <a:pt x="171450" y="5043111"/>
                  </a:lnTo>
                  <a:lnTo>
                    <a:pt x="104775" y="5086781"/>
                  </a:lnTo>
                  <a:lnTo>
                    <a:pt x="0" y="5158241"/>
                  </a:lnTo>
                  <a:lnTo>
                    <a:pt x="145256" y="4430139"/>
                  </a:lnTo>
                  <a:lnTo>
                    <a:pt x="156369" y="4418228"/>
                  </a:lnTo>
                  <a:lnTo>
                    <a:pt x="163512" y="4411876"/>
                  </a:lnTo>
                  <a:lnTo>
                    <a:pt x="180181" y="4398378"/>
                  </a:lnTo>
                  <a:lnTo>
                    <a:pt x="205581" y="4376940"/>
                  </a:lnTo>
                  <a:lnTo>
                    <a:pt x="242094" y="4349150"/>
                  </a:lnTo>
                  <a:lnTo>
                    <a:pt x="264319" y="4333270"/>
                  </a:lnTo>
                  <a:lnTo>
                    <a:pt x="288925" y="4316596"/>
                  </a:lnTo>
                  <a:lnTo>
                    <a:pt x="316706" y="4299128"/>
                  </a:lnTo>
                  <a:lnTo>
                    <a:pt x="346869" y="4279278"/>
                  </a:lnTo>
                  <a:lnTo>
                    <a:pt x="380206" y="4259427"/>
                  </a:lnTo>
                  <a:lnTo>
                    <a:pt x="416719" y="4237989"/>
                  </a:lnTo>
                  <a:lnTo>
                    <a:pt x="455612" y="4214963"/>
                  </a:lnTo>
                  <a:lnTo>
                    <a:pt x="497681" y="4191937"/>
                  </a:lnTo>
                  <a:lnTo>
                    <a:pt x="543719" y="4168117"/>
                  </a:lnTo>
                  <a:lnTo>
                    <a:pt x="592138" y="4144297"/>
                  </a:lnTo>
                  <a:lnTo>
                    <a:pt x="644525" y="4118095"/>
                  </a:lnTo>
                  <a:lnTo>
                    <a:pt x="700088" y="4092686"/>
                  </a:lnTo>
                  <a:lnTo>
                    <a:pt x="759619" y="4067278"/>
                  </a:lnTo>
                  <a:lnTo>
                    <a:pt x="822325" y="4040282"/>
                  </a:lnTo>
                  <a:lnTo>
                    <a:pt x="889000" y="4014080"/>
                  </a:lnTo>
                  <a:lnTo>
                    <a:pt x="958850" y="3986290"/>
                  </a:lnTo>
                  <a:lnTo>
                    <a:pt x="1032669" y="3960088"/>
                  </a:lnTo>
                  <a:lnTo>
                    <a:pt x="1109662" y="3932297"/>
                  </a:lnTo>
                  <a:lnTo>
                    <a:pt x="1192212" y="3906095"/>
                  </a:lnTo>
                  <a:lnTo>
                    <a:pt x="1277144" y="3879893"/>
                  </a:lnTo>
                  <a:lnTo>
                    <a:pt x="1366044" y="3852103"/>
                  </a:lnTo>
                  <a:lnTo>
                    <a:pt x="1459706" y="3826695"/>
                  </a:lnTo>
                  <a:lnTo>
                    <a:pt x="1557338" y="3799698"/>
                  </a:lnTo>
                  <a:lnTo>
                    <a:pt x="1659731" y="3774290"/>
                  </a:lnTo>
                  <a:lnTo>
                    <a:pt x="1718469" y="3759998"/>
                  </a:lnTo>
                  <a:lnTo>
                    <a:pt x="1776412" y="3747294"/>
                  </a:lnTo>
                  <a:lnTo>
                    <a:pt x="1889919" y="3722680"/>
                  </a:lnTo>
                  <a:lnTo>
                    <a:pt x="1999456" y="3701242"/>
                  </a:lnTo>
                  <a:lnTo>
                    <a:pt x="2106612" y="3681392"/>
                  </a:lnTo>
                  <a:lnTo>
                    <a:pt x="2209800" y="3664718"/>
                  </a:lnTo>
                  <a:lnTo>
                    <a:pt x="2310606" y="3648837"/>
                  </a:lnTo>
                  <a:lnTo>
                    <a:pt x="2408238" y="3634545"/>
                  </a:lnTo>
                  <a:lnTo>
                    <a:pt x="2503488" y="3621047"/>
                  </a:lnTo>
                  <a:lnTo>
                    <a:pt x="2567781" y="3387610"/>
                  </a:lnTo>
                  <a:lnTo>
                    <a:pt x="2489994" y="3397138"/>
                  </a:lnTo>
                  <a:lnTo>
                    <a:pt x="2413000" y="3408254"/>
                  </a:lnTo>
                  <a:lnTo>
                    <a:pt x="2338388" y="3417782"/>
                  </a:lnTo>
                  <a:lnTo>
                    <a:pt x="2265362" y="3429692"/>
                  </a:lnTo>
                  <a:lnTo>
                    <a:pt x="2405856" y="3303445"/>
                  </a:lnTo>
                  <a:lnTo>
                    <a:pt x="2501106" y="3291535"/>
                  </a:lnTo>
                  <a:lnTo>
                    <a:pt x="2598738" y="3279625"/>
                  </a:lnTo>
                  <a:lnTo>
                    <a:pt x="2680494" y="2985843"/>
                  </a:lnTo>
                  <a:lnTo>
                    <a:pt x="2682081" y="2978697"/>
                  </a:lnTo>
                  <a:lnTo>
                    <a:pt x="2684462" y="2973139"/>
                  </a:lnTo>
                  <a:lnTo>
                    <a:pt x="2690812" y="2959641"/>
                  </a:lnTo>
                  <a:lnTo>
                    <a:pt x="2931319" y="2090999"/>
                  </a:lnTo>
                  <a:lnTo>
                    <a:pt x="2511425" y="2216452"/>
                  </a:lnTo>
                  <a:lnTo>
                    <a:pt x="2494756" y="2222010"/>
                  </a:lnTo>
                  <a:lnTo>
                    <a:pt x="2478088" y="2229156"/>
                  </a:lnTo>
                  <a:lnTo>
                    <a:pt x="2461419" y="2237096"/>
                  </a:lnTo>
                  <a:lnTo>
                    <a:pt x="2446338" y="2245830"/>
                  </a:lnTo>
                  <a:lnTo>
                    <a:pt x="1474788" y="2845304"/>
                  </a:lnTo>
                  <a:lnTo>
                    <a:pt x="1455738" y="2856420"/>
                  </a:lnTo>
                  <a:lnTo>
                    <a:pt x="1435894" y="2865948"/>
                  </a:lnTo>
                  <a:lnTo>
                    <a:pt x="1416050" y="2873888"/>
                  </a:lnTo>
                  <a:lnTo>
                    <a:pt x="1395412" y="2881034"/>
                  </a:lnTo>
                  <a:lnTo>
                    <a:pt x="1373981" y="2885004"/>
                  </a:lnTo>
                  <a:lnTo>
                    <a:pt x="1354138" y="2888974"/>
                  </a:lnTo>
                  <a:lnTo>
                    <a:pt x="1332706" y="2891356"/>
                  </a:lnTo>
                  <a:lnTo>
                    <a:pt x="1311275" y="2892150"/>
                  </a:lnTo>
                  <a:lnTo>
                    <a:pt x="1292225" y="2891356"/>
                  </a:lnTo>
                  <a:lnTo>
                    <a:pt x="1272381" y="2889768"/>
                  </a:lnTo>
                  <a:lnTo>
                    <a:pt x="1253331" y="2885798"/>
                  </a:lnTo>
                  <a:lnTo>
                    <a:pt x="1234281" y="2882622"/>
                  </a:lnTo>
                  <a:lnTo>
                    <a:pt x="1215231" y="2877064"/>
                  </a:lnTo>
                  <a:lnTo>
                    <a:pt x="1196975" y="2869918"/>
                  </a:lnTo>
                  <a:lnTo>
                    <a:pt x="1178719" y="2861978"/>
                  </a:lnTo>
                  <a:lnTo>
                    <a:pt x="1161256" y="2853244"/>
                  </a:lnTo>
                  <a:lnTo>
                    <a:pt x="1144588" y="2843716"/>
                  </a:lnTo>
                  <a:lnTo>
                    <a:pt x="1128712" y="2833394"/>
                  </a:lnTo>
                  <a:lnTo>
                    <a:pt x="1112044" y="2820690"/>
                  </a:lnTo>
                  <a:lnTo>
                    <a:pt x="1097756" y="2807192"/>
                  </a:lnTo>
                  <a:lnTo>
                    <a:pt x="1083469" y="2793694"/>
                  </a:lnTo>
                  <a:lnTo>
                    <a:pt x="1069975" y="2777020"/>
                  </a:lnTo>
                  <a:lnTo>
                    <a:pt x="1057275" y="2761139"/>
                  </a:lnTo>
                  <a:lnTo>
                    <a:pt x="1046162" y="2743671"/>
                  </a:lnTo>
                  <a:lnTo>
                    <a:pt x="1037431" y="2729379"/>
                  </a:lnTo>
                  <a:lnTo>
                    <a:pt x="1030288" y="2715087"/>
                  </a:lnTo>
                  <a:lnTo>
                    <a:pt x="1023938" y="2701589"/>
                  </a:lnTo>
                  <a:lnTo>
                    <a:pt x="1017588" y="2687297"/>
                  </a:lnTo>
                  <a:lnTo>
                    <a:pt x="1013619" y="2672211"/>
                  </a:lnTo>
                  <a:lnTo>
                    <a:pt x="1008856" y="2657125"/>
                  </a:lnTo>
                  <a:lnTo>
                    <a:pt x="1005681" y="2642833"/>
                  </a:lnTo>
                  <a:lnTo>
                    <a:pt x="1002506" y="2627747"/>
                  </a:lnTo>
                  <a:lnTo>
                    <a:pt x="1000919" y="2612660"/>
                  </a:lnTo>
                  <a:lnTo>
                    <a:pt x="999331" y="2597574"/>
                  </a:lnTo>
                  <a:lnTo>
                    <a:pt x="999331" y="2582488"/>
                  </a:lnTo>
                  <a:lnTo>
                    <a:pt x="999331" y="2567402"/>
                  </a:lnTo>
                  <a:lnTo>
                    <a:pt x="1000125" y="2552316"/>
                  </a:lnTo>
                  <a:lnTo>
                    <a:pt x="1001712" y="2538024"/>
                  </a:lnTo>
                  <a:lnTo>
                    <a:pt x="1004888" y="2522938"/>
                  </a:lnTo>
                  <a:lnTo>
                    <a:pt x="1007269" y="2508646"/>
                  </a:lnTo>
                  <a:lnTo>
                    <a:pt x="1011238" y="2493560"/>
                  </a:lnTo>
                  <a:lnTo>
                    <a:pt x="1016000" y="2479268"/>
                  </a:lnTo>
                  <a:lnTo>
                    <a:pt x="1021556" y="2464976"/>
                  </a:lnTo>
                  <a:lnTo>
                    <a:pt x="1026319" y="2450683"/>
                  </a:lnTo>
                  <a:lnTo>
                    <a:pt x="1033462" y="2437979"/>
                  </a:lnTo>
                  <a:lnTo>
                    <a:pt x="1040606" y="2424481"/>
                  </a:lnTo>
                  <a:lnTo>
                    <a:pt x="1048544" y="2410983"/>
                  </a:lnTo>
                  <a:lnTo>
                    <a:pt x="1056481" y="2399073"/>
                  </a:lnTo>
                  <a:lnTo>
                    <a:pt x="1065212" y="2386369"/>
                  </a:lnTo>
                  <a:lnTo>
                    <a:pt x="1075531" y="2375253"/>
                  </a:lnTo>
                  <a:lnTo>
                    <a:pt x="1085850" y="2363343"/>
                  </a:lnTo>
                  <a:lnTo>
                    <a:pt x="1097756" y="2353021"/>
                  </a:lnTo>
                  <a:lnTo>
                    <a:pt x="1108869" y="2341905"/>
                  </a:lnTo>
                  <a:lnTo>
                    <a:pt x="1121569" y="2332377"/>
                  </a:lnTo>
                  <a:lnTo>
                    <a:pt x="1133475" y="2322849"/>
                  </a:lnTo>
                  <a:lnTo>
                    <a:pt x="1146969" y="2314909"/>
                  </a:lnTo>
                  <a:lnTo>
                    <a:pt x="2117725" y="1714641"/>
                  </a:lnTo>
                  <a:lnTo>
                    <a:pt x="2143919" y="1699555"/>
                  </a:lnTo>
                  <a:lnTo>
                    <a:pt x="2169319" y="1686056"/>
                  </a:lnTo>
                  <a:lnTo>
                    <a:pt x="2195512" y="1672558"/>
                  </a:lnTo>
                  <a:lnTo>
                    <a:pt x="2222500" y="1659060"/>
                  </a:lnTo>
                  <a:lnTo>
                    <a:pt x="2248694" y="1647944"/>
                  </a:lnTo>
                  <a:lnTo>
                    <a:pt x="2277269" y="1636828"/>
                  </a:lnTo>
                  <a:lnTo>
                    <a:pt x="2304256" y="1627300"/>
                  </a:lnTo>
                  <a:lnTo>
                    <a:pt x="2332831" y="1618566"/>
                  </a:lnTo>
                  <a:lnTo>
                    <a:pt x="3375819" y="1307316"/>
                  </a:lnTo>
                  <a:lnTo>
                    <a:pt x="3395662" y="1300964"/>
                  </a:lnTo>
                  <a:lnTo>
                    <a:pt x="3415506" y="1294612"/>
                  </a:lnTo>
                  <a:lnTo>
                    <a:pt x="3433762" y="1289848"/>
                  </a:lnTo>
                  <a:lnTo>
                    <a:pt x="3441700" y="1287466"/>
                  </a:lnTo>
                  <a:lnTo>
                    <a:pt x="3449638" y="1285878"/>
                  </a:lnTo>
                  <a:lnTo>
                    <a:pt x="3465512" y="1283496"/>
                  </a:lnTo>
                  <a:lnTo>
                    <a:pt x="3478212" y="1280320"/>
                  </a:lnTo>
                  <a:lnTo>
                    <a:pt x="3491706" y="1278732"/>
                  </a:lnTo>
                  <a:lnTo>
                    <a:pt x="3503612" y="1277938"/>
                  </a:lnTo>
                  <a:lnTo>
                    <a:pt x="3516312" y="1277938"/>
                  </a:lnTo>
                  <a:close/>
                  <a:moveTo>
                    <a:pt x="3919362" y="0"/>
                  </a:moveTo>
                  <a:cubicBezTo>
                    <a:pt x="4254378" y="0"/>
                    <a:pt x="4525962" y="271584"/>
                    <a:pt x="4525962" y="606600"/>
                  </a:cubicBezTo>
                  <a:cubicBezTo>
                    <a:pt x="4525962" y="941616"/>
                    <a:pt x="4254378" y="1213200"/>
                    <a:pt x="3919362" y="1213200"/>
                  </a:cubicBezTo>
                  <a:cubicBezTo>
                    <a:pt x="3584346" y="1213200"/>
                    <a:pt x="3312762" y="941616"/>
                    <a:pt x="3312762" y="606600"/>
                  </a:cubicBezTo>
                  <a:cubicBezTo>
                    <a:pt x="3312762" y="271584"/>
                    <a:pt x="3584346" y="0"/>
                    <a:pt x="3919362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37037367-6393-AD43-A40A-BC826D85048C}"/>
              </a:ext>
            </a:extLst>
          </p:cNvPr>
          <p:cNvSpPr/>
          <p:nvPr/>
        </p:nvSpPr>
        <p:spPr>
          <a:xfrm>
            <a:off x="5872689" y="1744330"/>
            <a:ext cx="133081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54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60</a:t>
            </a:r>
            <a:r>
              <a:rPr lang="en-US" altLang="zh-CN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%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7ABEE70-ED68-FD4C-9352-174C5F58845E}"/>
              </a:ext>
            </a:extLst>
          </p:cNvPr>
          <p:cNvSpPr txBox="1"/>
          <p:nvPr/>
        </p:nvSpPr>
        <p:spPr>
          <a:xfrm>
            <a:off x="7611458" y="2051337"/>
            <a:ext cx="3698095" cy="616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sym typeface="MiSans" panose="00000500000000000000" pitchFamily="2" charset="-122"/>
              </a:rPr>
              <a:t>请您单击此处添加合适文字加以解释说明，可调整文字的大小或者颜色等属性。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A1E91D3-7A74-224F-9C59-3AC54723D72E}"/>
              </a:ext>
            </a:extLst>
          </p:cNvPr>
          <p:cNvSpPr txBox="1"/>
          <p:nvPr/>
        </p:nvSpPr>
        <p:spPr>
          <a:xfrm>
            <a:off x="7592712" y="1602874"/>
            <a:ext cx="2172321" cy="5032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Sans Demibold" pitchFamily="2" charset="-122"/>
                <a:ea typeface="MiSans Demibold" pitchFamily="2" charset="-122"/>
                <a:cs typeface="Times New Roman" panose="02020603050405020304" pitchFamily="18" charset="0"/>
              </a:rPr>
              <a:t>添加小标题</a:t>
            </a:r>
            <a:endParaRPr kumimoji="0" lang="en-US" sz="2400" b="1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MiSans Demibold" pitchFamily="2" charset="-122"/>
              <a:ea typeface="MiSans Demibold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026BBAA2-C3FC-BB47-9F43-F7245102AA02}"/>
              </a:ext>
            </a:extLst>
          </p:cNvPr>
          <p:cNvGrpSpPr/>
          <p:nvPr/>
        </p:nvGrpSpPr>
        <p:grpSpPr>
          <a:xfrm>
            <a:off x="6031252" y="3116123"/>
            <a:ext cx="5431159" cy="1113490"/>
            <a:chOff x="6019796" y="3363863"/>
            <a:chExt cx="5431159" cy="1113490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627EABA8-B4B9-5448-B781-DA7F7D83FA56}"/>
                </a:ext>
              </a:extLst>
            </p:cNvPr>
            <p:cNvSpPr/>
            <p:nvPr/>
          </p:nvSpPr>
          <p:spPr>
            <a:xfrm>
              <a:off x="6096000" y="3695700"/>
              <a:ext cx="2453640" cy="350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15,850,000</a:t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6DB0D27-9869-8449-894C-A8F14B3651D9}"/>
                </a:ext>
              </a:extLst>
            </p:cNvPr>
            <p:cNvSpPr/>
            <p:nvPr/>
          </p:nvSpPr>
          <p:spPr>
            <a:xfrm>
              <a:off x="8549640" y="3695700"/>
              <a:ext cx="1303020" cy="3505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8,500,250</a:t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DB62ADA-2709-8F4E-B37B-25DBE212BEB6}"/>
                </a:ext>
              </a:extLst>
            </p:cNvPr>
            <p:cNvSpPr/>
            <p:nvPr/>
          </p:nvSpPr>
          <p:spPr>
            <a:xfrm>
              <a:off x="9843135" y="3696335"/>
              <a:ext cx="1607820" cy="35052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10,650,250</a:t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CBB340B5-1FE9-E243-B665-A0EDC21F6689}"/>
                </a:ext>
              </a:extLst>
            </p:cNvPr>
            <p:cNvSpPr/>
            <p:nvPr/>
          </p:nvSpPr>
          <p:spPr>
            <a:xfrm>
              <a:off x="6019796" y="4108021"/>
              <a:ext cx="5741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60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%</a:t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4B31314A-3C25-FB4F-9AC2-50BA40616FA0}"/>
                </a:ext>
              </a:extLst>
            </p:cNvPr>
            <p:cNvSpPr/>
            <p:nvPr/>
          </p:nvSpPr>
          <p:spPr>
            <a:xfrm>
              <a:off x="6024558" y="3363863"/>
              <a:ext cx="53091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项目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A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BA4D7800-A73F-F243-A524-0DE48BDEE57B}"/>
                </a:ext>
              </a:extLst>
            </p:cNvPr>
            <p:cNvSpPr/>
            <p:nvPr/>
          </p:nvSpPr>
          <p:spPr>
            <a:xfrm>
              <a:off x="8473436" y="4108021"/>
              <a:ext cx="5261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18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%</a:t>
              </a: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EE17E962-84B6-EC40-B70A-88BA5C24809E}"/>
                </a:ext>
              </a:extLst>
            </p:cNvPr>
            <p:cNvSpPr/>
            <p:nvPr/>
          </p:nvSpPr>
          <p:spPr>
            <a:xfrm>
              <a:off x="8478198" y="3363863"/>
              <a:ext cx="526106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项目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B</a:t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3635244C-D954-F446-912B-BABE5A1897D5}"/>
                </a:ext>
              </a:extLst>
            </p:cNvPr>
            <p:cNvSpPr/>
            <p:nvPr/>
          </p:nvSpPr>
          <p:spPr>
            <a:xfrm>
              <a:off x="9734731" y="4108021"/>
              <a:ext cx="55015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22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%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14BD28FA-306F-4840-82A6-A215DB071D03}"/>
                </a:ext>
              </a:extLst>
            </p:cNvPr>
            <p:cNvSpPr/>
            <p:nvPr/>
          </p:nvSpPr>
          <p:spPr>
            <a:xfrm>
              <a:off x="9739493" y="3363863"/>
              <a:ext cx="53091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项目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C</a:t>
              </a:r>
            </a:p>
          </p:txBody>
        </p: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C82418A0-A769-FD43-822C-82DDB102E169}"/>
              </a:ext>
            </a:extLst>
          </p:cNvPr>
          <p:cNvSpPr txBox="1"/>
          <p:nvPr/>
        </p:nvSpPr>
        <p:spPr>
          <a:xfrm>
            <a:off x="5872689" y="4579478"/>
            <a:ext cx="5521762" cy="893321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完成课堂闭环并布置迁移任务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结论：会做题的标志是能解释物理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意义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90645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1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58FDF4BD-37F3-305E-3ABC-F65E15724400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8F0D970A-A700-C262-B112-47348EF617D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730F685-BF7E-68A1-6B9E-BA1484FCCD3E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课堂小结：知识结构图</a:t>
            </a:r>
          </a:p>
        </p:txBody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0D8A05DD-C0F4-4CE0-8D4C-8F9039A6E194}"/>
              </a:ext>
            </a:extLst>
          </p:cNvPr>
          <p:cNvSpPr/>
          <p:nvPr/>
        </p:nvSpPr>
        <p:spPr>
          <a:xfrm>
            <a:off x="0" y="1879600"/>
            <a:ext cx="5611813" cy="3365500"/>
          </a:xfrm>
          <a:custGeom>
            <a:avLst/>
            <a:gdLst>
              <a:gd name="connsiteX0" fmla="*/ 0 w 5611813"/>
              <a:gd name="connsiteY0" fmla="*/ 0 h 3365500"/>
              <a:gd name="connsiteX1" fmla="*/ 5611813 w 5611813"/>
              <a:gd name="connsiteY1" fmla="*/ 0 h 3365500"/>
              <a:gd name="connsiteX2" fmla="*/ 5611813 w 5611813"/>
              <a:gd name="connsiteY2" fmla="*/ 3365500 h 3365500"/>
              <a:gd name="connsiteX3" fmla="*/ 0 w 5611813"/>
              <a:gd name="connsiteY3" fmla="*/ 3365500 h 3365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1813" h="3365500">
                <a:moveTo>
                  <a:pt x="0" y="0"/>
                </a:moveTo>
                <a:lnTo>
                  <a:pt x="5611813" y="0"/>
                </a:lnTo>
                <a:lnTo>
                  <a:pt x="5611813" y="3365500"/>
                </a:lnTo>
                <a:lnTo>
                  <a:pt x="0" y="3365500"/>
                </a:lnTo>
                <a:close/>
              </a:path>
            </a:pathLst>
          </a:custGeom>
          <a:blipFill>
            <a:blip r:embed="rId3"/>
            <a:srcRect/>
            <a:stretch>
              <a:fillRect t="-778" b="-778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5979D23-913B-804B-B49C-244F21858399}"/>
              </a:ext>
            </a:extLst>
          </p:cNvPr>
          <p:cNvSpPr/>
          <p:nvPr/>
        </p:nvSpPr>
        <p:spPr>
          <a:xfrm>
            <a:off x="5708650" y="1879600"/>
            <a:ext cx="774700" cy="3365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F54411A6-D599-47E3-95F4-69804990C97F}"/>
              </a:ext>
            </a:extLst>
          </p:cNvPr>
          <p:cNvGrpSpPr/>
          <p:nvPr/>
        </p:nvGrpSpPr>
        <p:grpSpPr>
          <a:xfrm>
            <a:off x="8363046" y="3914776"/>
            <a:ext cx="933450" cy="933450"/>
            <a:chOff x="8363046" y="3914776"/>
            <a:chExt cx="933450" cy="933450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B7CF3DD6-A527-7443-9BDD-D2FCBB196BF5}"/>
                </a:ext>
              </a:extLst>
            </p:cNvPr>
            <p:cNvSpPr/>
            <p:nvPr/>
          </p:nvSpPr>
          <p:spPr>
            <a:xfrm>
              <a:off x="8363046" y="3914776"/>
              <a:ext cx="933450" cy="933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6E71AF4C-25A2-FE49-8936-E4CDB8AC7AD2}"/>
                </a:ext>
              </a:extLst>
            </p:cNvPr>
            <p:cNvGrpSpPr/>
            <p:nvPr/>
          </p:nvGrpSpPr>
          <p:grpSpPr>
            <a:xfrm>
              <a:off x="8724995" y="4202907"/>
              <a:ext cx="209551" cy="358775"/>
              <a:chOff x="9277350" y="750888"/>
              <a:chExt cx="209551" cy="358775"/>
            </a:xfrm>
            <a:solidFill>
              <a:schemeClr val="bg1"/>
            </a:solidFill>
          </p:grpSpPr>
          <p:sp>
            <p:nvSpPr>
              <p:cNvPr id="10" name="任意多边形: 形状 9">
                <a:extLst>
                  <a:ext uri="{FF2B5EF4-FFF2-40B4-BE49-F238E27FC236}">
                    <a16:creationId xmlns:a16="http://schemas.microsoft.com/office/drawing/2014/main" id="{CA433C86-A511-B24F-9270-5632C877C9D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277350" y="750888"/>
                <a:ext cx="209551" cy="358775"/>
              </a:xfrm>
              <a:custGeom>
                <a:avLst/>
                <a:gdLst>
                  <a:gd name="T0" fmla="*/ 944 w 1867"/>
                  <a:gd name="T1" fmla="*/ 3204 h 3204"/>
                  <a:gd name="T2" fmla="*/ 862 w 1867"/>
                  <a:gd name="T3" fmla="*/ 3169 h 3204"/>
                  <a:gd name="T4" fmla="*/ 31 w 1867"/>
                  <a:gd name="T5" fmla="*/ 2272 h 3204"/>
                  <a:gd name="T6" fmla="*/ 0 w 1867"/>
                  <a:gd name="T7" fmla="*/ 2196 h 3204"/>
                  <a:gd name="T8" fmla="*/ 0 w 1867"/>
                  <a:gd name="T9" fmla="*/ 334 h 3204"/>
                  <a:gd name="T10" fmla="*/ 336 w 1867"/>
                  <a:gd name="T11" fmla="*/ 0 h 3204"/>
                  <a:gd name="T12" fmla="*/ 1520 w 1867"/>
                  <a:gd name="T13" fmla="*/ 0 h 3204"/>
                  <a:gd name="T14" fmla="*/ 1856 w 1867"/>
                  <a:gd name="T15" fmla="*/ 334 h 3204"/>
                  <a:gd name="T16" fmla="*/ 1856 w 1867"/>
                  <a:gd name="T17" fmla="*/ 1768 h 3204"/>
                  <a:gd name="T18" fmla="*/ 1799 w 1867"/>
                  <a:gd name="T19" fmla="*/ 1865 h 3204"/>
                  <a:gd name="T20" fmla="*/ 1687 w 1867"/>
                  <a:gd name="T21" fmla="*/ 1865 h 3204"/>
                  <a:gd name="T22" fmla="*/ 1630 w 1867"/>
                  <a:gd name="T23" fmla="*/ 1768 h 3204"/>
                  <a:gd name="T24" fmla="*/ 1630 w 1867"/>
                  <a:gd name="T25" fmla="*/ 334 h 3204"/>
                  <a:gd name="T26" fmla="*/ 1598 w 1867"/>
                  <a:gd name="T27" fmla="*/ 256 h 3204"/>
                  <a:gd name="T28" fmla="*/ 1520 w 1867"/>
                  <a:gd name="T29" fmla="*/ 224 h 3204"/>
                  <a:gd name="T30" fmla="*/ 336 w 1867"/>
                  <a:gd name="T31" fmla="*/ 224 h 3204"/>
                  <a:gd name="T32" fmla="*/ 258 w 1867"/>
                  <a:gd name="T33" fmla="*/ 256 h 3204"/>
                  <a:gd name="T34" fmla="*/ 225 w 1867"/>
                  <a:gd name="T35" fmla="*/ 334 h 3204"/>
                  <a:gd name="T36" fmla="*/ 225 w 1867"/>
                  <a:gd name="T37" fmla="*/ 2083 h 3204"/>
                  <a:gd name="T38" fmla="*/ 1747 w 1867"/>
                  <a:gd name="T39" fmla="*/ 2083 h 3204"/>
                  <a:gd name="T40" fmla="*/ 1849 w 1867"/>
                  <a:gd name="T41" fmla="*/ 2151 h 3204"/>
                  <a:gd name="T42" fmla="*/ 1831 w 1867"/>
                  <a:gd name="T43" fmla="*/ 2270 h 3204"/>
                  <a:gd name="T44" fmla="*/ 1032 w 1867"/>
                  <a:gd name="T45" fmla="*/ 3167 h 3204"/>
                  <a:gd name="T46" fmla="*/ 950 w 1867"/>
                  <a:gd name="T47" fmla="*/ 3204 h 3204"/>
                  <a:gd name="T48" fmla="*/ 944 w 1867"/>
                  <a:gd name="T49" fmla="*/ 3204 h 3204"/>
                  <a:gd name="T50" fmla="*/ 369 w 1867"/>
                  <a:gd name="T51" fmla="*/ 2309 h 3204"/>
                  <a:gd name="T52" fmla="*/ 944 w 1867"/>
                  <a:gd name="T53" fmla="*/ 2923 h 3204"/>
                  <a:gd name="T54" fmla="*/ 1493 w 1867"/>
                  <a:gd name="T55" fmla="*/ 2309 h 3204"/>
                  <a:gd name="T56" fmla="*/ 369 w 1867"/>
                  <a:gd name="T57" fmla="*/ 2309 h 3204"/>
                  <a:gd name="T58" fmla="*/ 369 w 1867"/>
                  <a:gd name="T59" fmla="*/ 2309 h 3204"/>
                  <a:gd name="T60" fmla="*/ 369 w 1867"/>
                  <a:gd name="T61" fmla="*/ 2309 h 3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867" h="3204">
                    <a:moveTo>
                      <a:pt x="944" y="3204"/>
                    </a:moveTo>
                    <a:cubicBezTo>
                      <a:pt x="913" y="3203"/>
                      <a:pt x="884" y="3191"/>
                      <a:pt x="862" y="3169"/>
                    </a:cubicBezTo>
                    <a:cubicBezTo>
                      <a:pt x="31" y="2272"/>
                      <a:pt x="31" y="2272"/>
                      <a:pt x="31" y="2272"/>
                    </a:cubicBezTo>
                    <a:cubicBezTo>
                      <a:pt x="11" y="2252"/>
                      <a:pt x="0" y="2224"/>
                      <a:pt x="0" y="2196"/>
                    </a:cubicBezTo>
                    <a:cubicBezTo>
                      <a:pt x="0" y="334"/>
                      <a:pt x="0" y="334"/>
                      <a:pt x="0" y="334"/>
                    </a:cubicBezTo>
                    <a:cubicBezTo>
                      <a:pt x="1" y="150"/>
                      <a:pt x="151" y="0"/>
                      <a:pt x="336" y="0"/>
                    </a:cubicBezTo>
                    <a:cubicBezTo>
                      <a:pt x="1520" y="0"/>
                      <a:pt x="1520" y="0"/>
                      <a:pt x="1520" y="0"/>
                    </a:cubicBezTo>
                    <a:cubicBezTo>
                      <a:pt x="1704" y="0"/>
                      <a:pt x="1854" y="150"/>
                      <a:pt x="1856" y="334"/>
                    </a:cubicBezTo>
                    <a:cubicBezTo>
                      <a:pt x="1856" y="1768"/>
                      <a:pt x="1856" y="1768"/>
                      <a:pt x="1856" y="1768"/>
                    </a:cubicBezTo>
                    <a:cubicBezTo>
                      <a:pt x="1856" y="1808"/>
                      <a:pt x="1834" y="1845"/>
                      <a:pt x="1799" y="1865"/>
                    </a:cubicBezTo>
                    <a:cubicBezTo>
                      <a:pt x="1764" y="1886"/>
                      <a:pt x="1721" y="1886"/>
                      <a:pt x="1687" y="1865"/>
                    </a:cubicBezTo>
                    <a:cubicBezTo>
                      <a:pt x="1652" y="1845"/>
                      <a:pt x="1630" y="1808"/>
                      <a:pt x="1630" y="1768"/>
                    </a:cubicBezTo>
                    <a:cubicBezTo>
                      <a:pt x="1630" y="334"/>
                      <a:pt x="1630" y="334"/>
                      <a:pt x="1630" y="334"/>
                    </a:cubicBezTo>
                    <a:cubicBezTo>
                      <a:pt x="1630" y="305"/>
                      <a:pt x="1619" y="277"/>
                      <a:pt x="1598" y="256"/>
                    </a:cubicBezTo>
                    <a:cubicBezTo>
                      <a:pt x="1577" y="235"/>
                      <a:pt x="1549" y="224"/>
                      <a:pt x="1520" y="224"/>
                    </a:cubicBezTo>
                    <a:cubicBezTo>
                      <a:pt x="336" y="224"/>
                      <a:pt x="336" y="224"/>
                      <a:pt x="336" y="224"/>
                    </a:cubicBezTo>
                    <a:cubicBezTo>
                      <a:pt x="307" y="224"/>
                      <a:pt x="278" y="235"/>
                      <a:pt x="258" y="256"/>
                    </a:cubicBezTo>
                    <a:cubicBezTo>
                      <a:pt x="237" y="277"/>
                      <a:pt x="225" y="305"/>
                      <a:pt x="225" y="334"/>
                    </a:cubicBezTo>
                    <a:cubicBezTo>
                      <a:pt x="225" y="2083"/>
                      <a:pt x="225" y="2083"/>
                      <a:pt x="225" y="2083"/>
                    </a:cubicBezTo>
                    <a:cubicBezTo>
                      <a:pt x="1747" y="2083"/>
                      <a:pt x="1747" y="2083"/>
                      <a:pt x="1747" y="2083"/>
                    </a:cubicBezTo>
                    <a:cubicBezTo>
                      <a:pt x="1791" y="2084"/>
                      <a:pt x="1832" y="2110"/>
                      <a:pt x="1849" y="2151"/>
                    </a:cubicBezTo>
                    <a:cubicBezTo>
                      <a:pt x="1867" y="2191"/>
                      <a:pt x="1860" y="2237"/>
                      <a:pt x="1831" y="2270"/>
                    </a:cubicBezTo>
                    <a:cubicBezTo>
                      <a:pt x="1032" y="3167"/>
                      <a:pt x="1032" y="3167"/>
                      <a:pt x="1032" y="3167"/>
                    </a:cubicBezTo>
                    <a:cubicBezTo>
                      <a:pt x="1012" y="3190"/>
                      <a:pt x="982" y="3204"/>
                      <a:pt x="950" y="3204"/>
                    </a:cubicBezTo>
                    <a:lnTo>
                      <a:pt x="944" y="3204"/>
                    </a:lnTo>
                    <a:close/>
                    <a:moveTo>
                      <a:pt x="369" y="2309"/>
                    </a:moveTo>
                    <a:cubicBezTo>
                      <a:pt x="944" y="2923"/>
                      <a:pt x="944" y="2923"/>
                      <a:pt x="944" y="2923"/>
                    </a:cubicBezTo>
                    <a:cubicBezTo>
                      <a:pt x="1493" y="2309"/>
                      <a:pt x="1493" y="2309"/>
                      <a:pt x="1493" y="2309"/>
                    </a:cubicBezTo>
                    <a:lnTo>
                      <a:pt x="369" y="2309"/>
                    </a:lnTo>
                    <a:close/>
                    <a:moveTo>
                      <a:pt x="369" y="2309"/>
                    </a:moveTo>
                    <a:cubicBezTo>
                      <a:pt x="369" y="2309"/>
                      <a:pt x="369" y="2309"/>
                      <a:pt x="369" y="230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" name="任意多边形: 形状 10">
                <a:extLst>
                  <a:ext uri="{FF2B5EF4-FFF2-40B4-BE49-F238E27FC236}">
                    <a16:creationId xmlns:a16="http://schemas.microsoft.com/office/drawing/2014/main" id="{5428DFBE-A0D1-594D-867B-1A56551ABEB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329738" y="752476"/>
                <a:ext cx="25400" cy="206375"/>
              </a:xfrm>
              <a:custGeom>
                <a:avLst/>
                <a:gdLst>
                  <a:gd name="T0" fmla="*/ 111 w 223"/>
                  <a:gd name="T1" fmla="*/ 1848 h 1848"/>
                  <a:gd name="T2" fmla="*/ 0 w 223"/>
                  <a:gd name="T3" fmla="*/ 1735 h 1848"/>
                  <a:gd name="T4" fmla="*/ 0 w 223"/>
                  <a:gd name="T5" fmla="*/ 97 h 1848"/>
                  <a:gd name="T6" fmla="*/ 112 w 223"/>
                  <a:gd name="T7" fmla="*/ 0 h 1848"/>
                  <a:gd name="T8" fmla="*/ 223 w 223"/>
                  <a:gd name="T9" fmla="*/ 97 h 1848"/>
                  <a:gd name="T10" fmla="*/ 223 w 223"/>
                  <a:gd name="T11" fmla="*/ 1735 h 1848"/>
                  <a:gd name="T12" fmla="*/ 190 w 223"/>
                  <a:gd name="T13" fmla="*/ 1815 h 1848"/>
                  <a:gd name="T14" fmla="*/ 111 w 223"/>
                  <a:gd name="T15" fmla="*/ 1848 h 1848"/>
                  <a:gd name="T16" fmla="*/ 111 w 223"/>
                  <a:gd name="T17" fmla="*/ 1848 h 1848"/>
                  <a:gd name="T18" fmla="*/ 111 w 223"/>
                  <a:gd name="T19" fmla="*/ 1848 h 18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23" h="1848">
                    <a:moveTo>
                      <a:pt x="111" y="1848"/>
                    </a:moveTo>
                    <a:cubicBezTo>
                      <a:pt x="49" y="1847"/>
                      <a:pt x="0" y="1797"/>
                      <a:pt x="0" y="1735"/>
                    </a:cubicBezTo>
                    <a:cubicBezTo>
                      <a:pt x="0" y="97"/>
                      <a:pt x="0" y="97"/>
                      <a:pt x="0" y="97"/>
                    </a:cubicBezTo>
                    <a:cubicBezTo>
                      <a:pt x="8" y="41"/>
                      <a:pt x="55" y="0"/>
                      <a:pt x="112" y="0"/>
                    </a:cubicBezTo>
                    <a:cubicBezTo>
                      <a:pt x="168" y="0"/>
                      <a:pt x="216" y="41"/>
                      <a:pt x="223" y="97"/>
                    </a:cubicBezTo>
                    <a:cubicBezTo>
                      <a:pt x="223" y="1735"/>
                      <a:pt x="223" y="1735"/>
                      <a:pt x="223" y="1735"/>
                    </a:cubicBezTo>
                    <a:cubicBezTo>
                      <a:pt x="223" y="1765"/>
                      <a:pt x="211" y="1794"/>
                      <a:pt x="190" y="1815"/>
                    </a:cubicBezTo>
                    <a:cubicBezTo>
                      <a:pt x="169" y="1836"/>
                      <a:pt x="140" y="1848"/>
                      <a:pt x="111" y="1848"/>
                    </a:cubicBezTo>
                    <a:close/>
                    <a:moveTo>
                      <a:pt x="111" y="1848"/>
                    </a:moveTo>
                    <a:cubicBezTo>
                      <a:pt x="111" y="1848"/>
                      <a:pt x="111" y="1848"/>
                      <a:pt x="111" y="184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E330A90B-9575-4609-B570-114D97A3FE0D}"/>
              </a:ext>
            </a:extLst>
          </p:cNvPr>
          <p:cNvGrpSpPr/>
          <p:nvPr/>
        </p:nvGrpSpPr>
        <p:grpSpPr>
          <a:xfrm>
            <a:off x="7076887" y="3914776"/>
            <a:ext cx="933450" cy="933450"/>
            <a:chOff x="7076887" y="3914776"/>
            <a:chExt cx="933450" cy="933450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E821F777-139F-0E44-92EA-33C9C0F18CCC}"/>
                </a:ext>
              </a:extLst>
            </p:cNvPr>
            <p:cNvSpPr/>
            <p:nvPr/>
          </p:nvSpPr>
          <p:spPr>
            <a:xfrm>
              <a:off x="7076887" y="3914776"/>
              <a:ext cx="933450" cy="933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E451EAD3-91A8-7D4A-9AD4-579AE659F141}"/>
                </a:ext>
              </a:extLst>
            </p:cNvPr>
            <p:cNvGrpSpPr/>
            <p:nvPr/>
          </p:nvGrpSpPr>
          <p:grpSpPr>
            <a:xfrm>
              <a:off x="7382481" y="4201319"/>
              <a:ext cx="322262" cy="360363"/>
              <a:chOff x="9894888" y="749301"/>
              <a:chExt cx="322262" cy="360363"/>
            </a:xfrm>
            <a:solidFill>
              <a:schemeClr val="bg1"/>
            </a:solidFill>
          </p:grpSpPr>
          <p:sp>
            <p:nvSpPr>
              <p:cNvPr id="13" name="任意多边形: 形状 12">
                <a:extLst>
                  <a:ext uri="{FF2B5EF4-FFF2-40B4-BE49-F238E27FC236}">
                    <a16:creationId xmlns:a16="http://schemas.microsoft.com/office/drawing/2014/main" id="{1D99D223-93CA-7F46-846B-96B9929FD47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894888" y="749301"/>
                <a:ext cx="322262" cy="360363"/>
              </a:xfrm>
              <a:custGeom>
                <a:avLst/>
                <a:gdLst>
                  <a:gd name="T0" fmla="*/ 1446 w 2886"/>
                  <a:gd name="T1" fmla="*/ 3249 h 3249"/>
                  <a:gd name="T2" fmla="*/ 1296 w 2886"/>
                  <a:gd name="T3" fmla="*/ 3208 h 3249"/>
                  <a:gd name="T4" fmla="*/ 156 w 2886"/>
                  <a:gd name="T5" fmla="*/ 2550 h 3249"/>
                  <a:gd name="T6" fmla="*/ 0 w 2886"/>
                  <a:gd name="T7" fmla="*/ 2290 h 3249"/>
                  <a:gd name="T8" fmla="*/ 0 w 2886"/>
                  <a:gd name="T9" fmla="*/ 973 h 3249"/>
                  <a:gd name="T10" fmla="*/ 152 w 2886"/>
                  <a:gd name="T11" fmla="*/ 713 h 3249"/>
                  <a:gd name="T12" fmla="*/ 1294 w 2886"/>
                  <a:gd name="T13" fmla="*/ 54 h 3249"/>
                  <a:gd name="T14" fmla="*/ 1595 w 2886"/>
                  <a:gd name="T15" fmla="*/ 54 h 3249"/>
                  <a:gd name="T16" fmla="*/ 2736 w 2886"/>
                  <a:gd name="T17" fmla="*/ 713 h 3249"/>
                  <a:gd name="T18" fmla="*/ 2886 w 2886"/>
                  <a:gd name="T19" fmla="*/ 973 h 3249"/>
                  <a:gd name="T20" fmla="*/ 2886 w 2886"/>
                  <a:gd name="T21" fmla="*/ 2290 h 3249"/>
                  <a:gd name="T22" fmla="*/ 2736 w 2886"/>
                  <a:gd name="T23" fmla="*/ 2550 h 3249"/>
                  <a:gd name="T24" fmla="*/ 1595 w 2886"/>
                  <a:gd name="T25" fmla="*/ 3208 h 3249"/>
                  <a:gd name="T26" fmla="*/ 1446 w 2886"/>
                  <a:gd name="T27" fmla="*/ 3249 h 3249"/>
                  <a:gd name="T28" fmla="*/ 1446 w 2886"/>
                  <a:gd name="T29" fmla="*/ 218 h 3249"/>
                  <a:gd name="T30" fmla="*/ 1399 w 2886"/>
                  <a:gd name="T31" fmla="*/ 232 h 3249"/>
                  <a:gd name="T32" fmla="*/ 258 w 2886"/>
                  <a:gd name="T33" fmla="*/ 889 h 3249"/>
                  <a:gd name="T34" fmla="*/ 205 w 2886"/>
                  <a:gd name="T35" fmla="*/ 973 h 3249"/>
                  <a:gd name="T36" fmla="*/ 205 w 2886"/>
                  <a:gd name="T37" fmla="*/ 2290 h 3249"/>
                  <a:gd name="T38" fmla="*/ 254 w 2886"/>
                  <a:gd name="T39" fmla="*/ 2372 h 3249"/>
                  <a:gd name="T40" fmla="*/ 1395 w 2886"/>
                  <a:gd name="T41" fmla="*/ 3032 h 3249"/>
                  <a:gd name="T42" fmla="*/ 1489 w 2886"/>
                  <a:gd name="T43" fmla="*/ 3032 h 3249"/>
                  <a:gd name="T44" fmla="*/ 2630 w 2886"/>
                  <a:gd name="T45" fmla="*/ 2372 h 3249"/>
                  <a:gd name="T46" fmla="*/ 2677 w 2886"/>
                  <a:gd name="T47" fmla="*/ 2290 h 3249"/>
                  <a:gd name="T48" fmla="*/ 2677 w 2886"/>
                  <a:gd name="T49" fmla="*/ 973 h 3249"/>
                  <a:gd name="T50" fmla="*/ 2630 w 2886"/>
                  <a:gd name="T51" fmla="*/ 889 h 3249"/>
                  <a:gd name="T52" fmla="*/ 1493 w 2886"/>
                  <a:gd name="T53" fmla="*/ 232 h 3249"/>
                  <a:gd name="T54" fmla="*/ 1446 w 2886"/>
                  <a:gd name="T55" fmla="*/ 218 h 3249"/>
                  <a:gd name="T56" fmla="*/ 1446 w 2886"/>
                  <a:gd name="T57" fmla="*/ 218 h 3249"/>
                  <a:gd name="T58" fmla="*/ 1446 w 2886"/>
                  <a:gd name="T59" fmla="*/ 218 h 3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2886" h="3249">
                    <a:moveTo>
                      <a:pt x="1446" y="3249"/>
                    </a:moveTo>
                    <a:cubicBezTo>
                      <a:pt x="1393" y="3249"/>
                      <a:pt x="1342" y="3235"/>
                      <a:pt x="1296" y="3208"/>
                    </a:cubicBezTo>
                    <a:cubicBezTo>
                      <a:pt x="156" y="2550"/>
                      <a:pt x="156" y="2550"/>
                      <a:pt x="156" y="2550"/>
                    </a:cubicBezTo>
                    <a:cubicBezTo>
                      <a:pt x="60" y="2498"/>
                      <a:pt x="1" y="2399"/>
                      <a:pt x="0" y="2290"/>
                    </a:cubicBezTo>
                    <a:cubicBezTo>
                      <a:pt x="0" y="973"/>
                      <a:pt x="0" y="973"/>
                      <a:pt x="0" y="973"/>
                    </a:cubicBezTo>
                    <a:cubicBezTo>
                      <a:pt x="0" y="866"/>
                      <a:pt x="58" y="766"/>
                      <a:pt x="152" y="713"/>
                    </a:cubicBezTo>
                    <a:cubicBezTo>
                      <a:pt x="1294" y="54"/>
                      <a:pt x="1294" y="54"/>
                      <a:pt x="1294" y="54"/>
                    </a:cubicBezTo>
                    <a:cubicBezTo>
                      <a:pt x="1388" y="0"/>
                      <a:pt x="1502" y="0"/>
                      <a:pt x="1595" y="54"/>
                    </a:cubicBezTo>
                    <a:cubicBezTo>
                      <a:pt x="2736" y="713"/>
                      <a:pt x="2736" y="713"/>
                      <a:pt x="2736" y="713"/>
                    </a:cubicBezTo>
                    <a:cubicBezTo>
                      <a:pt x="2829" y="767"/>
                      <a:pt x="2886" y="866"/>
                      <a:pt x="2886" y="973"/>
                    </a:cubicBezTo>
                    <a:cubicBezTo>
                      <a:pt x="2886" y="2290"/>
                      <a:pt x="2886" y="2290"/>
                      <a:pt x="2886" y="2290"/>
                    </a:cubicBezTo>
                    <a:cubicBezTo>
                      <a:pt x="2886" y="2397"/>
                      <a:pt x="2829" y="2496"/>
                      <a:pt x="2736" y="2550"/>
                    </a:cubicBezTo>
                    <a:cubicBezTo>
                      <a:pt x="1595" y="3208"/>
                      <a:pt x="1595" y="3208"/>
                      <a:pt x="1595" y="3208"/>
                    </a:cubicBezTo>
                    <a:cubicBezTo>
                      <a:pt x="1550" y="3234"/>
                      <a:pt x="1498" y="3248"/>
                      <a:pt x="1446" y="3249"/>
                    </a:cubicBezTo>
                    <a:close/>
                    <a:moveTo>
                      <a:pt x="1446" y="218"/>
                    </a:moveTo>
                    <a:cubicBezTo>
                      <a:pt x="1429" y="218"/>
                      <a:pt x="1413" y="223"/>
                      <a:pt x="1399" y="232"/>
                    </a:cubicBezTo>
                    <a:cubicBezTo>
                      <a:pt x="258" y="889"/>
                      <a:pt x="258" y="889"/>
                      <a:pt x="258" y="889"/>
                    </a:cubicBezTo>
                    <a:cubicBezTo>
                      <a:pt x="226" y="905"/>
                      <a:pt x="206" y="938"/>
                      <a:pt x="205" y="973"/>
                    </a:cubicBezTo>
                    <a:cubicBezTo>
                      <a:pt x="205" y="2290"/>
                      <a:pt x="205" y="2290"/>
                      <a:pt x="205" y="2290"/>
                    </a:cubicBezTo>
                    <a:cubicBezTo>
                      <a:pt x="205" y="2324"/>
                      <a:pt x="224" y="2356"/>
                      <a:pt x="254" y="2372"/>
                    </a:cubicBezTo>
                    <a:cubicBezTo>
                      <a:pt x="1395" y="3032"/>
                      <a:pt x="1395" y="3032"/>
                      <a:pt x="1395" y="3032"/>
                    </a:cubicBezTo>
                    <a:cubicBezTo>
                      <a:pt x="1424" y="3048"/>
                      <a:pt x="1460" y="3048"/>
                      <a:pt x="1489" y="3032"/>
                    </a:cubicBezTo>
                    <a:cubicBezTo>
                      <a:pt x="2630" y="2372"/>
                      <a:pt x="2630" y="2372"/>
                      <a:pt x="2630" y="2372"/>
                    </a:cubicBezTo>
                    <a:cubicBezTo>
                      <a:pt x="2659" y="2355"/>
                      <a:pt x="2676" y="2324"/>
                      <a:pt x="2677" y="2290"/>
                    </a:cubicBezTo>
                    <a:cubicBezTo>
                      <a:pt x="2677" y="973"/>
                      <a:pt x="2677" y="973"/>
                      <a:pt x="2677" y="973"/>
                    </a:cubicBezTo>
                    <a:cubicBezTo>
                      <a:pt x="2676" y="939"/>
                      <a:pt x="2659" y="908"/>
                      <a:pt x="2630" y="889"/>
                    </a:cubicBezTo>
                    <a:cubicBezTo>
                      <a:pt x="1493" y="232"/>
                      <a:pt x="1493" y="232"/>
                      <a:pt x="1493" y="232"/>
                    </a:cubicBezTo>
                    <a:cubicBezTo>
                      <a:pt x="1479" y="223"/>
                      <a:pt x="1463" y="218"/>
                      <a:pt x="1446" y="218"/>
                    </a:cubicBezTo>
                    <a:close/>
                    <a:moveTo>
                      <a:pt x="1446" y="218"/>
                    </a:moveTo>
                    <a:cubicBezTo>
                      <a:pt x="1446" y="218"/>
                      <a:pt x="1446" y="218"/>
                      <a:pt x="1446" y="21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" name="任意多边形: 形状 13">
                <a:extLst>
                  <a:ext uri="{FF2B5EF4-FFF2-40B4-BE49-F238E27FC236}">
                    <a16:creationId xmlns:a16="http://schemas.microsoft.com/office/drawing/2014/main" id="{D06BE372-4EEE-324B-9A66-615083EE8EE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44113" y="906463"/>
                <a:ext cx="22225" cy="146050"/>
              </a:xfrm>
              <a:custGeom>
                <a:avLst/>
                <a:gdLst>
                  <a:gd name="T0" fmla="*/ 103 w 205"/>
                  <a:gd name="T1" fmla="*/ 1307 h 1307"/>
                  <a:gd name="T2" fmla="*/ 0 w 205"/>
                  <a:gd name="T3" fmla="*/ 1204 h 1307"/>
                  <a:gd name="T4" fmla="*/ 0 w 205"/>
                  <a:gd name="T5" fmla="*/ 102 h 1307"/>
                  <a:gd name="T6" fmla="*/ 103 w 205"/>
                  <a:gd name="T7" fmla="*/ 0 h 1307"/>
                  <a:gd name="T8" fmla="*/ 205 w 205"/>
                  <a:gd name="T9" fmla="*/ 102 h 1307"/>
                  <a:gd name="T10" fmla="*/ 205 w 205"/>
                  <a:gd name="T11" fmla="*/ 1204 h 1307"/>
                  <a:gd name="T12" fmla="*/ 103 w 205"/>
                  <a:gd name="T13" fmla="*/ 1307 h 1307"/>
                  <a:gd name="T14" fmla="*/ 103 w 205"/>
                  <a:gd name="T15" fmla="*/ 1307 h 1307"/>
                  <a:gd name="T16" fmla="*/ 103 w 205"/>
                  <a:gd name="T17" fmla="*/ 1307 h 13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05" h="1307">
                    <a:moveTo>
                      <a:pt x="103" y="1307"/>
                    </a:moveTo>
                    <a:cubicBezTo>
                      <a:pt x="46" y="1307"/>
                      <a:pt x="0" y="1261"/>
                      <a:pt x="0" y="1204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46"/>
                      <a:pt x="46" y="0"/>
                      <a:pt x="103" y="0"/>
                    </a:cubicBezTo>
                    <a:cubicBezTo>
                      <a:pt x="159" y="1"/>
                      <a:pt x="204" y="46"/>
                      <a:pt x="205" y="102"/>
                    </a:cubicBezTo>
                    <a:cubicBezTo>
                      <a:pt x="205" y="1204"/>
                      <a:pt x="205" y="1204"/>
                      <a:pt x="205" y="1204"/>
                    </a:cubicBezTo>
                    <a:cubicBezTo>
                      <a:pt x="205" y="1261"/>
                      <a:pt x="159" y="1307"/>
                      <a:pt x="103" y="1307"/>
                    </a:cubicBezTo>
                    <a:close/>
                    <a:moveTo>
                      <a:pt x="103" y="1307"/>
                    </a:moveTo>
                    <a:cubicBezTo>
                      <a:pt x="103" y="1307"/>
                      <a:pt x="103" y="1307"/>
                      <a:pt x="103" y="1307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" name="任意多边形: 形状 14">
                <a:extLst>
                  <a:ext uri="{FF2B5EF4-FFF2-40B4-BE49-F238E27FC236}">
                    <a16:creationId xmlns:a16="http://schemas.microsoft.com/office/drawing/2014/main" id="{0D19B579-0985-BC4C-A6E8-7BA14B9F996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40938" y="868363"/>
                <a:ext cx="122237" cy="61913"/>
              </a:xfrm>
              <a:custGeom>
                <a:avLst/>
                <a:gdLst>
                  <a:gd name="T0" fmla="*/ 131 w 1101"/>
                  <a:gd name="T1" fmla="*/ 549 h 559"/>
                  <a:gd name="T2" fmla="*/ 10 w 1101"/>
                  <a:gd name="T3" fmla="*/ 465 h 559"/>
                  <a:gd name="T4" fmla="*/ 94 w 1101"/>
                  <a:gd name="T5" fmla="*/ 344 h 559"/>
                  <a:gd name="T6" fmla="*/ 950 w 1101"/>
                  <a:gd name="T7" fmla="*/ 16 h 559"/>
                  <a:gd name="T8" fmla="*/ 1056 w 1101"/>
                  <a:gd name="T9" fmla="*/ 27 h 559"/>
                  <a:gd name="T10" fmla="*/ 1095 w 1101"/>
                  <a:gd name="T11" fmla="*/ 127 h 559"/>
                  <a:gd name="T12" fmla="*/ 1024 w 1101"/>
                  <a:gd name="T13" fmla="*/ 207 h 559"/>
                  <a:gd name="T14" fmla="*/ 176 w 1101"/>
                  <a:gd name="T15" fmla="*/ 549 h 559"/>
                  <a:gd name="T16" fmla="*/ 131 w 1101"/>
                  <a:gd name="T17" fmla="*/ 549 h 559"/>
                  <a:gd name="T18" fmla="*/ 131 w 1101"/>
                  <a:gd name="T19" fmla="*/ 549 h 559"/>
                  <a:gd name="T20" fmla="*/ 131 w 1101"/>
                  <a:gd name="T21" fmla="*/ 549 h 5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101" h="559">
                    <a:moveTo>
                      <a:pt x="131" y="549"/>
                    </a:moveTo>
                    <a:cubicBezTo>
                      <a:pt x="74" y="559"/>
                      <a:pt x="20" y="521"/>
                      <a:pt x="10" y="465"/>
                    </a:cubicBezTo>
                    <a:cubicBezTo>
                      <a:pt x="0" y="408"/>
                      <a:pt x="37" y="354"/>
                      <a:pt x="94" y="344"/>
                    </a:cubicBezTo>
                    <a:cubicBezTo>
                      <a:pt x="950" y="16"/>
                      <a:pt x="950" y="16"/>
                      <a:pt x="950" y="16"/>
                    </a:cubicBezTo>
                    <a:cubicBezTo>
                      <a:pt x="984" y="0"/>
                      <a:pt x="1025" y="4"/>
                      <a:pt x="1056" y="27"/>
                    </a:cubicBezTo>
                    <a:cubicBezTo>
                      <a:pt x="1086" y="51"/>
                      <a:pt x="1101" y="89"/>
                      <a:pt x="1095" y="127"/>
                    </a:cubicBezTo>
                    <a:cubicBezTo>
                      <a:pt x="1088" y="165"/>
                      <a:pt x="1060" y="196"/>
                      <a:pt x="1024" y="207"/>
                    </a:cubicBezTo>
                    <a:cubicBezTo>
                      <a:pt x="176" y="549"/>
                      <a:pt x="176" y="549"/>
                      <a:pt x="176" y="549"/>
                    </a:cubicBezTo>
                    <a:cubicBezTo>
                      <a:pt x="161" y="553"/>
                      <a:pt x="145" y="553"/>
                      <a:pt x="131" y="549"/>
                    </a:cubicBezTo>
                    <a:close/>
                    <a:moveTo>
                      <a:pt x="131" y="549"/>
                    </a:moveTo>
                    <a:cubicBezTo>
                      <a:pt x="131" y="549"/>
                      <a:pt x="131" y="549"/>
                      <a:pt x="131" y="54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" name="任意多边形: 形状 15">
                <a:extLst>
                  <a:ext uri="{FF2B5EF4-FFF2-40B4-BE49-F238E27FC236}">
                    <a16:creationId xmlns:a16="http://schemas.microsoft.com/office/drawing/2014/main" id="{BDFC70A1-9A50-4745-8DB9-BFC62322636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952038" y="869951"/>
                <a:ext cx="117475" cy="60325"/>
              </a:xfrm>
              <a:custGeom>
                <a:avLst/>
                <a:gdLst>
                  <a:gd name="T0" fmla="*/ 930 w 1054"/>
                  <a:gd name="T1" fmla="*/ 539 h 547"/>
                  <a:gd name="T2" fmla="*/ 893 w 1054"/>
                  <a:gd name="T3" fmla="*/ 539 h 547"/>
                  <a:gd name="T4" fmla="*/ 78 w 1054"/>
                  <a:gd name="T5" fmla="*/ 207 h 547"/>
                  <a:gd name="T6" fmla="*/ 7 w 1054"/>
                  <a:gd name="T7" fmla="*/ 127 h 547"/>
                  <a:gd name="T8" fmla="*/ 45 w 1054"/>
                  <a:gd name="T9" fmla="*/ 28 h 547"/>
                  <a:gd name="T10" fmla="*/ 151 w 1054"/>
                  <a:gd name="T11" fmla="*/ 17 h 547"/>
                  <a:gd name="T12" fmla="*/ 958 w 1054"/>
                  <a:gd name="T13" fmla="*/ 334 h 547"/>
                  <a:gd name="T14" fmla="*/ 1046 w 1054"/>
                  <a:gd name="T15" fmla="*/ 451 h 547"/>
                  <a:gd name="T16" fmla="*/ 930 w 1054"/>
                  <a:gd name="T17" fmla="*/ 539 h 547"/>
                  <a:gd name="T18" fmla="*/ 930 w 1054"/>
                  <a:gd name="T19" fmla="*/ 539 h 547"/>
                  <a:gd name="T20" fmla="*/ 930 w 1054"/>
                  <a:gd name="T21" fmla="*/ 539 h 5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54" h="547">
                    <a:moveTo>
                      <a:pt x="930" y="539"/>
                    </a:moveTo>
                    <a:cubicBezTo>
                      <a:pt x="917" y="542"/>
                      <a:pt x="905" y="542"/>
                      <a:pt x="893" y="539"/>
                    </a:cubicBezTo>
                    <a:cubicBezTo>
                      <a:pt x="78" y="207"/>
                      <a:pt x="78" y="207"/>
                      <a:pt x="78" y="207"/>
                    </a:cubicBezTo>
                    <a:cubicBezTo>
                      <a:pt x="41" y="196"/>
                      <a:pt x="13" y="165"/>
                      <a:pt x="7" y="127"/>
                    </a:cubicBezTo>
                    <a:cubicBezTo>
                      <a:pt x="0" y="89"/>
                      <a:pt x="15" y="51"/>
                      <a:pt x="45" y="28"/>
                    </a:cubicBezTo>
                    <a:cubicBezTo>
                      <a:pt x="76" y="4"/>
                      <a:pt x="117" y="0"/>
                      <a:pt x="151" y="17"/>
                    </a:cubicBezTo>
                    <a:cubicBezTo>
                      <a:pt x="958" y="334"/>
                      <a:pt x="958" y="334"/>
                      <a:pt x="958" y="334"/>
                    </a:cubicBezTo>
                    <a:cubicBezTo>
                      <a:pt x="1015" y="342"/>
                      <a:pt x="1054" y="394"/>
                      <a:pt x="1046" y="451"/>
                    </a:cubicBezTo>
                    <a:cubicBezTo>
                      <a:pt x="1038" y="507"/>
                      <a:pt x="986" y="547"/>
                      <a:pt x="930" y="539"/>
                    </a:cubicBezTo>
                    <a:close/>
                    <a:moveTo>
                      <a:pt x="930" y="539"/>
                    </a:moveTo>
                    <a:cubicBezTo>
                      <a:pt x="930" y="539"/>
                      <a:pt x="930" y="539"/>
                      <a:pt x="930" y="53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" name="任意多边形: 形状 16">
                <a:extLst>
                  <a:ext uri="{FF2B5EF4-FFF2-40B4-BE49-F238E27FC236}">
                    <a16:creationId xmlns:a16="http://schemas.microsoft.com/office/drawing/2014/main" id="{0278E211-FE71-3541-AC69-ACEA7B78AF3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931400" y="852488"/>
                <a:ext cx="57150" cy="57150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3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3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" name="任意多边形: 形状 17">
                <a:extLst>
                  <a:ext uri="{FF2B5EF4-FFF2-40B4-BE49-F238E27FC236}">
                    <a16:creationId xmlns:a16="http://schemas.microsoft.com/office/drawing/2014/main" id="{9B61E063-163E-EB45-A829-633F94D768F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29825" y="1012826"/>
                <a:ext cx="55562" cy="55563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4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4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" name="任意多边形: 形状 18">
                <a:extLst>
                  <a:ext uri="{FF2B5EF4-FFF2-40B4-BE49-F238E27FC236}">
                    <a16:creationId xmlns:a16="http://schemas.microsoft.com/office/drawing/2014/main" id="{A23CFDE7-04F3-BC42-B351-536F0B449E7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125075" y="852488"/>
                <a:ext cx="55562" cy="57150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4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4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35133F4-689C-4658-A66B-D08FF03B5304}"/>
              </a:ext>
            </a:extLst>
          </p:cNvPr>
          <p:cNvGrpSpPr/>
          <p:nvPr/>
        </p:nvGrpSpPr>
        <p:grpSpPr>
          <a:xfrm>
            <a:off x="9649204" y="3914776"/>
            <a:ext cx="933450" cy="933450"/>
            <a:chOff x="9649204" y="3914776"/>
            <a:chExt cx="933450" cy="933450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1C47A455-6E7E-D349-B5C5-480DC5ABB8C5}"/>
                </a:ext>
              </a:extLst>
            </p:cNvPr>
            <p:cNvSpPr/>
            <p:nvPr/>
          </p:nvSpPr>
          <p:spPr>
            <a:xfrm>
              <a:off x="9649204" y="3914776"/>
              <a:ext cx="933450" cy="933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5A5F358F-CB87-D54A-818D-438C81C339B7}"/>
                </a:ext>
              </a:extLst>
            </p:cNvPr>
            <p:cNvGrpSpPr/>
            <p:nvPr/>
          </p:nvGrpSpPr>
          <p:grpSpPr>
            <a:xfrm>
              <a:off x="9951622" y="4179093"/>
              <a:ext cx="328613" cy="358775"/>
              <a:chOff x="6407150" y="750888"/>
              <a:chExt cx="328613" cy="358775"/>
            </a:xfrm>
            <a:solidFill>
              <a:schemeClr val="bg1"/>
            </a:solidFill>
          </p:grpSpPr>
          <p:sp>
            <p:nvSpPr>
              <p:cNvPr id="21" name="任意多边形: 形状 20">
                <a:extLst>
                  <a:ext uri="{FF2B5EF4-FFF2-40B4-BE49-F238E27FC236}">
                    <a16:creationId xmlns:a16="http://schemas.microsoft.com/office/drawing/2014/main" id="{6F98F890-6126-154D-9733-502567CDC6D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07150" y="750888"/>
                <a:ext cx="314325" cy="358775"/>
              </a:xfrm>
              <a:custGeom>
                <a:avLst/>
                <a:gdLst>
                  <a:gd name="T0" fmla="*/ 1403 w 2807"/>
                  <a:gd name="T1" fmla="*/ 3215 h 3216"/>
                  <a:gd name="T2" fmla="*/ 1354 w 2807"/>
                  <a:gd name="T3" fmla="*/ 3201 h 3216"/>
                  <a:gd name="T4" fmla="*/ 996 w 2807"/>
                  <a:gd name="T5" fmla="*/ 2996 h 3216"/>
                  <a:gd name="T6" fmla="*/ 959 w 2807"/>
                  <a:gd name="T7" fmla="*/ 2859 h 3216"/>
                  <a:gd name="T8" fmla="*/ 1096 w 2807"/>
                  <a:gd name="T9" fmla="*/ 2824 h 3216"/>
                  <a:gd name="T10" fmla="*/ 1403 w 2807"/>
                  <a:gd name="T11" fmla="*/ 3000 h 3216"/>
                  <a:gd name="T12" fmla="*/ 2606 w 2807"/>
                  <a:gd name="T13" fmla="*/ 2306 h 3216"/>
                  <a:gd name="T14" fmla="*/ 2606 w 2807"/>
                  <a:gd name="T15" fmla="*/ 1896 h 3216"/>
                  <a:gd name="T16" fmla="*/ 2635 w 2807"/>
                  <a:gd name="T17" fmla="*/ 1825 h 3216"/>
                  <a:gd name="T18" fmla="*/ 2706 w 2807"/>
                  <a:gd name="T19" fmla="*/ 1796 h 3216"/>
                  <a:gd name="T20" fmla="*/ 2778 w 2807"/>
                  <a:gd name="T21" fmla="*/ 1825 h 3216"/>
                  <a:gd name="T22" fmla="*/ 2806 w 2807"/>
                  <a:gd name="T23" fmla="*/ 1896 h 3216"/>
                  <a:gd name="T24" fmla="*/ 2806 w 2807"/>
                  <a:gd name="T25" fmla="*/ 2369 h 3216"/>
                  <a:gd name="T26" fmla="*/ 2757 w 2807"/>
                  <a:gd name="T27" fmla="*/ 2457 h 3216"/>
                  <a:gd name="T28" fmla="*/ 1455 w 2807"/>
                  <a:gd name="T29" fmla="*/ 3201 h 3216"/>
                  <a:gd name="T30" fmla="*/ 1403 w 2807"/>
                  <a:gd name="T31" fmla="*/ 3215 h 3216"/>
                  <a:gd name="T32" fmla="*/ 412 w 2807"/>
                  <a:gd name="T33" fmla="*/ 2634 h 3216"/>
                  <a:gd name="T34" fmla="*/ 361 w 2807"/>
                  <a:gd name="T35" fmla="*/ 2634 h 3216"/>
                  <a:gd name="T36" fmla="*/ 50 w 2807"/>
                  <a:gd name="T37" fmla="*/ 2449 h 3216"/>
                  <a:gd name="T38" fmla="*/ 1 w 2807"/>
                  <a:gd name="T39" fmla="*/ 2361 h 3216"/>
                  <a:gd name="T40" fmla="*/ 1 w 2807"/>
                  <a:gd name="T41" fmla="*/ 858 h 3216"/>
                  <a:gd name="T42" fmla="*/ 50 w 2807"/>
                  <a:gd name="T43" fmla="*/ 770 h 3216"/>
                  <a:gd name="T44" fmla="*/ 1354 w 2807"/>
                  <a:gd name="T45" fmla="*/ 18 h 3216"/>
                  <a:gd name="T46" fmla="*/ 1455 w 2807"/>
                  <a:gd name="T47" fmla="*/ 18 h 3216"/>
                  <a:gd name="T48" fmla="*/ 2757 w 2807"/>
                  <a:gd name="T49" fmla="*/ 770 h 3216"/>
                  <a:gd name="T50" fmla="*/ 2806 w 2807"/>
                  <a:gd name="T51" fmla="*/ 858 h 3216"/>
                  <a:gd name="T52" fmla="*/ 2806 w 2807"/>
                  <a:gd name="T53" fmla="*/ 1186 h 3216"/>
                  <a:gd name="T54" fmla="*/ 2778 w 2807"/>
                  <a:gd name="T55" fmla="*/ 1257 h 3216"/>
                  <a:gd name="T56" fmla="*/ 2706 w 2807"/>
                  <a:gd name="T57" fmla="*/ 1286 h 3216"/>
                  <a:gd name="T58" fmla="*/ 2635 w 2807"/>
                  <a:gd name="T59" fmla="*/ 1257 h 3216"/>
                  <a:gd name="T60" fmla="*/ 2606 w 2807"/>
                  <a:gd name="T61" fmla="*/ 1186 h 3216"/>
                  <a:gd name="T62" fmla="*/ 2606 w 2807"/>
                  <a:gd name="T63" fmla="*/ 915 h 3216"/>
                  <a:gd name="T64" fmla="*/ 1403 w 2807"/>
                  <a:gd name="T65" fmla="*/ 221 h 3216"/>
                  <a:gd name="T66" fmla="*/ 201 w 2807"/>
                  <a:gd name="T67" fmla="*/ 915 h 3216"/>
                  <a:gd name="T68" fmla="*/ 201 w 2807"/>
                  <a:gd name="T69" fmla="*/ 2304 h 3216"/>
                  <a:gd name="T70" fmla="*/ 461 w 2807"/>
                  <a:gd name="T71" fmla="*/ 2455 h 3216"/>
                  <a:gd name="T72" fmla="*/ 509 w 2807"/>
                  <a:gd name="T73" fmla="*/ 2515 h 3216"/>
                  <a:gd name="T74" fmla="*/ 498 w 2807"/>
                  <a:gd name="T75" fmla="*/ 2591 h 3216"/>
                  <a:gd name="T76" fmla="*/ 412 w 2807"/>
                  <a:gd name="T77" fmla="*/ 2634 h 3216"/>
                  <a:gd name="T78" fmla="*/ 412 w 2807"/>
                  <a:gd name="T79" fmla="*/ 2634 h 3216"/>
                  <a:gd name="T80" fmla="*/ 412 w 2807"/>
                  <a:gd name="T81" fmla="*/ 2634 h 3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807" h="3216">
                    <a:moveTo>
                      <a:pt x="1403" y="3215"/>
                    </a:moveTo>
                    <a:cubicBezTo>
                      <a:pt x="1386" y="3215"/>
                      <a:pt x="1369" y="3210"/>
                      <a:pt x="1354" y="3201"/>
                    </a:cubicBezTo>
                    <a:cubicBezTo>
                      <a:pt x="996" y="2996"/>
                      <a:pt x="996" y="2996"/>
                      <a:pt x="996" y="2996"/>
                    </a:cubicBezTo>
                    <a:cubicBezTo>
                      <a:pt x="949" y="2968"/>
                      <a:pt x="932" y="2907"/>
                      <a:pt x="959" y="2859"/>
                    </a:cubicBezTo>
                    <a:cubicBezTo>
                      <a:pt x="987" y="2811"/>
                      <a:pt x="1049" y="2796"/>
                      <a:pt x="1096" y="2824"/>
                    </a:cubicBezTo>
                    <a:cubicBezTo>
                      <a:pt x="1403" y="3000"/>
                      <a:pt x="1403" y="3000"/>
                      <a:pt x="1403" y="3000"/>
                    </a:cubicBezTo>
                    <a:cubicBezTo>
                      <a:pt x="2606" y="2306"/>
                      <a:pt x="2606" y="2306"/>
                      <a:pt x="2606" y="2306"/>
                    </a:cubicBezTo>
                    <a:cubicBezTo>
                      <a:pt x="2606" y="1896"/>
                      <a:pt x="2606" y="1896"/>
                      <a:pt x="2606" y="1896"/>
                    </a:cubicBezTo>
                    <a:cubicBezTo>
                      <a:pt x="2606" y="1870"/>
                      <a:pt x="2616" y="1844"/>
                      <a:pt x="2635" y="1825"/>
                    </a:cubicBezTo>
                    <a:cubicBezTo>
                      <a:pt x="2654" y="1806"/>
                      <a:pt x="2679" y="1796"/>
                      <a:pt x="2706" y="1796"/>
                    </a:cubicBezTo>
                    <a:cubicBezTo>
                      <a:pt x="2733" y="1795"/>
                      <a:pt x="2759" y="1806"/>
                      <a:pt x="2778" y="1825"/>
                    </a:cubicBezTo>
                    <a:cubicBezTo>
                      <a:pt x="2796" y="1844"/>
                      <a:pt x="2807" y="1869"/>
                      <a:pt x="2806" y="1896"/>
                    </a:cubicBezTo>
                    <a:cubicBezTo>
                      <a:pt x="2806" y="2369"/>
                      <a:pt x="2806" y="2369"/>
                      <a:pt x="2806" y="2369"/>
                    </a:cubicBezTo>
                    <a:cubicBezTo>
                      <a:pt x="2807" y="2405"/>
                      <a:pt x="2788" y="2439"/>
                      <a:pt x="2757" y="2457"/>
                    </a:cubicBezTo>
                    <a:cubicBezTo>
                      <a:pt x="1455" y="3201"/>
                      <a:pt x="1455" y="3201"/>
                      <a:pt x="1455" y="3201"/>
                    </a:cubicBezTo>
                    <a:cubicBezTo>
                      <a:pt x="1439" y="3211"/>
                      <a:pt x="1422" y="3216"/>
                      <a:pt x="1403" y="3215"/>
                    </a:cubicBezTo>
                    <a:close/>
                    <a:moveTo>
                      <a:pt x="412" y="2634"/>
                    </a:moveTo>
                    <a:cubicBezTo>
                      <a:pt x="395" y="2638"/>
                      <a:pt x="378" y="2638"/>
                      <a:pt x="361" y="2634"/>
                    </a:cubicBezTo>
                    <a:cubicBezTo>
                      <a:pt x="50" y="2449"/>
                      <a:pt x="50" y="2449"/>
                      <a:pt x="50" y="2449"/>
                    </a:cubicBezTo>
                    <a:cubicBezTo>
                      <a:pt x="19" y="2431"/>
                      <a:pt x="0" y="2397"/>
                      <a:pt x="1" y="2361"/>
                    </a:cubicBezTo>
                    <a:cubicBezTo>
                      <a:pt x="1" y="858"/>
                      <a:pt x="1" y="858"/>
                      <a:pt x="1" y="858"/>
                    </a:cubicBezTo>
                    <a:cubicBezTo>
                      <a:pt x="0" y="822"/>
                      <a:pt x="19" y="789"/>
                      <a:pt x="50" y="770"/>
                    </a:cubicBezTo>
                    <a:cubicBezTo>
                      <a:pt x="1354" y="18"/>
                      <a:pt x="1354" y="18"/>
                      <a:pt x="1354" y="18"/>
                    </a:cubicBezTo>
                    <a:cubicBezTo>
                      <a:pt x="1385" y="0"/>
                      <a:pt x="1424" y="0"/>
                      <a:pt x="1455" y="18"/>
                    </a:cubicBezTo>
                    <a:cubicBezTo>
                      <a:pt x="2757" y="770"/>
                      <a:pt x="2757" y="770"/>
                      <a:pt x="2757" y="770"/>
                    </a:cubicBezTo>
                    <a:cubicBezTo>
                      <a:pt x="2788" y="789"/>
                      <a:pt x="2807" y="822"/>
                      <a:pt x="2806" y="858"/>
                    </a:cubicBezTo>
                    <a:cubicBezTo>
                      <a:pt x="2806" y="1186"/>
                      <a:pt x="2806" y="1186"/>
                      <a:pt x="2806" y="1186"/>
                    </a:cubicBezTo>
                    <a:cubicBezTo>
                      <a:pt x="2807" y="1212"/>
                      <a:pt x="2796" y="1238"/>
                      <a:pt x="2778" y="1257"/>
                    </a:cubicBezTo>
                    <a:cubicBezTo>
                      <a:pt x="2759" y="1276"/>
                      <a:pt x="2733" y="1287"/>
                      <a:pt x="2706" y="1286"/>
                    </a:cubicBezTo>
                    <a:cubicBezTo>
                      <a:pt x="2679" y="1286"/>
                      <a:pt x="2654" y="1275"/>
                      <a:pt x="2635" y="1257"/>
                    </a:cubicBezTo>
                    <a:cubicBezTo>
                      <a:pt x="2616" y="1238"/>
                      <a:pt x="2606" y="1212"/>
                      <a:pt x="2606" y="1186"/>
                    </a:cubicBezTo>
                    <a:cubicBezTo>
                      <a:pt x="2606" y="915"/>
                      <a:pt x="2606" y="915"/>
                      <a:pt x="2606" y="915"/>
                    </a:cubicBezTo>
                    <a:cubicBezTo>
                      <a:pt x="1403" y="221"/>
                      <a:pt x="1403" y="221"/>
                      <a:pt x="1403" y="221"/>
                    </a:cubicBezTo>
                    <a:cubicBezTo>
                      <a:pt x="201" y="915"/>
                      <a:pt x="201" y="915"/>
                      <a:pt x="201" y="915"/>
                    </a:cubicBezTo>
                    <a:cubicBezTo>
                      <a:pt x="201" y="2304"/>
                      <a:pt x="201" y="2304"/>
                      <a:pt x="201" y="2304"/>
                    </a:cubicBezTo>
                    <a:cubicBezTo>
                      <a:pt x="461" y="2455"/>
                      <a:pt x="461" y="2455"/>
                      <a:pt x="461" y="2455"/>
                    </a:cubicBezTo>
                    <a:cubicBezTo>
                      <a:pt x="485" y="2468"/>
                      <a:pt x="502" y="2489"/>
                      <a:pt x="509" y="2515"/>
                    </a:cubicBezTo>
                    <a:cubicBezTo>
                      <a:pt x="516" y="2541"/>
                      <a:pt x="512" y="2568"/>
                      <a:pt x="498" y="2591"/>
                    </a:cubicBezTo>
                    <a:cubicBezTo>
                      <a:pt x="479" y="2619"/>
                      <a:pt x="446" y="2635"/>
                      <a:pt x="412" y="2634"/>
                    </a:cubicBezTo>
                    <a:close/>
                    <a:moveTo>
                      <a:pt x="412" y="2634"/>
                    </a:moveTo>
                    <a:cubicBezTo>
                      <a:pt x="412" y="2634"/>
                      <a:pt x="412" y="2634"/>
                      <a:pt x="412" y="263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" name="任意多边形: 形状 21">
                <a:extLst>
                  <a:ext uri="{FF2B5EF4-FFF2-40B4-BE49-F238E27FC236}">
                    <a16:creationId xmlns:a16="http://schemas.microsoft.com/office/drawing/2014/main" id="{D7591C1D-ED6B-DE4A-8E9F-402859465C1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07150" y="835026"/>
                <a:ext cx="169863" cy="104775"/>
              </a:xfrm>
              <a:custGeom>
                <a:avLst/>
                <a:gdLst>
                  <a:gd name="T0" fmla="*/ 1406 w 1516"/>
                  <a:gd name="T1" fmla="*/ 943 h 943"/>
                  <a:gd name="T2" fmla="*/ 1357 w 1516"/>
                  <a:gd name="T3" fmla="*/ 928 h 943"/>
                  <a:gd name="T4" fmla="*/ 55 w 1516"/>
                  <a:gd name="T5" fmla="*/ 191 h 943"/>
                  <a:gd name="T6" fmla="*/ 7 w 1516"/>
                  <a:gd name="T7" fmla="*/ 132 h 943"/>
                  <a:gd name="T8" fmla="*/ 16 w 1516"/>
                  <a:gd name="T9" fmla="*/ 56 h 943"/>
                  <a:gd name="T10" fmla="*/ 76 w 1516"/>
                  <a:gd name="T11" fmla="*/ 8 h 943"/>
                  <a:gd name="T12" fmla="*/ 153 w 1516"/>
                  <a:gd name="T13" fmla="*/ 17 h 943"/>
                  <a:gd name="T14" fmla="*/ 1456 w 1516"/>
                  <a:gd name="T15" fmla="*/ 754 h 943"/>
                  <a:gd name="T16" fmla="*/ 1505 w 1516"/>
                  <a:gd name="T17" fmla="*/ 868 h 943"/>
                  <a:gd name="T18" fmla="*/ 1406 w 1516"/>
                  <a:gd name="T19" fmla="*/ 943 h 943"/>
                  <a:gd name="T20" fmla="*/ 1406 w 1516"/>
                  <a:gd name="T21" fmla="*/ 943 h 943"/>
                  <a:gd name="T22" fmla="*/ 1406 w 1516"/>
                  <a:gd name="T23" fmla="*/ 943 h 9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516" h="943">
                    <a:moveTo>
                      <a:pt x="1406" y="943"/>
                    </a:moveTo>
                    <a:cubicBezTo>
                      <a:pt x="1389" y="943"/>
                      <a:pt x="1372" y="938"/>
                      <a:pt x="1357" y="928"/>
                    </a:cubicBezTo>
                    <a:cubicBezTo>
                      <a:pt x="55" y="191"/>
                      <a:pt x="55" y="191"/>
                      <a:pt x="55" y="191"/>
                    </a:cubicBezTo>
                    <a:cubicBezTo>
                      <a:pt x="31" y="178"/>
                      <a:pt x="14" y="157"/>
                      <a:pt x="7" y="132"/>
                    </a:cubicBezTo>
                    <a:cubicBezTo>
                      <a:pt x="0" y="106"/>
                      <a:pt x="3" y="79"/>
                      <a:pt x="16" y="56"/>
                    </a:cubicBezTo>
                    <a:cubicBezTo>
                      <a:pt x="29" y="32"/>
                      <a:pt x="51" y="15"/>
                      <a:pt x="76" y="8"/>
                    </a:cubicBezTo>
                    <a:cubicBezTo>
                      <a:pt x="102" y="0"/>
                      <a:pt x="130" y="4"/>
                      <a:pt x="153" y="17"/>
                    </a:cubicBezTo>
                    <a:cubicBezTo>
                      <a:pt x="1456" y="754"/>
                      <a:pt x="1456" y="754"/>
                      <a:pt x="1456" y="754"/>
                    </a:cubicBezTo>
                    <a:cubicBezTo>
                      <a:pt x="1496" y="776"/>
                      <a:pt x="1516" y="823"/>
                      <a:pt x="1505" y="868"/>
                    </a:cubicBezTo>
                    <a:cubicBezTo>
                      <a:pt x="1493" y="912"/>
                      <a:pt x="1452" y="943"/>
                      <a:pt x="1406" y="943"/>
                    </a:cubicBezTo>
                    <a:close/>
                    <a:moveTo>
                      <a:pt x="1406" y="943"/>
                    </a:moveTo>
                    <a:cubicBezTo>
                      <a:pt x="1406" y="943"/>
                      <a:pt x="1406" y="943"/>
                      <a:pt x="1406" y="94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" name="任意多边形: 形状 22">
                <a:extLst>
                  <a:ext uri="{FF2B5EF4-FFF2-40B4-BE49-F238E27FC236}">
                    <a16:creationId xmlns:a16="http://schemas.microsoft.com/office/drawing/2014/main" id="{E9E40DC2-E543-CD47-8CAB-8D077C4F83C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56375" y="836613"/>
                <a:ext cx="161925" cy="100013"/>
              </a:xfrm>
              <a:custGeom>
                <a:avLst/>
                <a:gdLst>
                  <a:gd name="T0" fmla="*/ 109 w 1453"/>
                  <a:gd name="T1" fmla="*/ 899 h 899"/>
                  <a:gd name="T2" fmla="*/ 11 w 1453"/>
                  <a:gd name="T3" fmla="*/ 824 h 899"/>
                  <a:gd name="T4" fmla="*/ 60 w 1453"/>
                  <a:gd name="T5" fmla="*/ 710 h 899"/>
                  <a:gd name="T6" fmla="*/ 1289 w 1453"/>
                  <a:gd name="T7" fmla="*/ 16 h 899"/>
                  <a:gd name="T8" fmla="*/ 1366 w 1453"/>
                  <a:gd name="T9" fmla="*/ 7 h 899"/>
                  <a:gd name="T10" fmla="*/ 1426 w 1453"/>
                  <a:gd name="T11" fmla="*/ 55 h 899"/>
                  <a:gd name="T12" fmla="*/ 1389 w 1453"/>
                  <a:gd name="T13" fmla="*/ 192 h 899"/>
                  <a:gd name="T14" fmla="*/ 161 w 1453"/>
                  <a:gd name="T15" fmla="*/ 887 h 899"/>
                  <a:gd name="T16" fmla="*/ 109 w 1453"/>
                  <a:gd name="T17" fmla="*/ 899 h 899"/>
                  <a:gd name="T18" fmla="*/ 109 w 1453"/>
                  <a:gd name="T19" fmla="*/ 899 h 899"/>
                  <a:gd name="T20" fmla="*/ 109 w 1453"/>
                  <a:gd name="T21" fmla="*/ 899 h 8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453" h="899">
                    <a:moveTo>
                      <a:pt x="109" y="899"/>
                    </a:moveTo>
                    <a:cubicBezTo>
                      <a:pt x="63" y="899"/>
                      <a:pt x="23" y="868"/>
                      <a:pt x="11" y="824"/>
                    </a:cubicBezTo>
                    <a:cubicBezTo>
                      <a:pt x="0" y="779"/>
                      <a:pt x="20" y="733"/>
                      <a:pt x="60" y="710"/>
                    </a:cubicBezTo>
                    <a:cubicBezTo>
                      <a:pt x="1289" y="16"/>
                      <a:pt x="1289" y="16"/>
                      <a:pt x="1289" y="16"/>
                    </a:cubicBezTo>
                    <a:cubicBezTo>
                      <a:pt x="1312" y="3"/>
                      <a:pt x="1340" y="0"/>
                      <a:pt x="1366" y="7"/>
                    </a:cubicBezTo>
                    <a:cubicBezTo>
                      <a:pt x="1392" y="14"/>
                      <a:pt x="1413" y="32"/>
                      <a:pt x="1426" y="55"/>
                    </a:cubicBezTo>
                    <a:cubicBezTo>
                      <a:pt x="1453" y="103"/>
                      <a:pt x="1437" y="164"/>
                      <a:pt x="1389" y="192"/>
                    </a:cubicBezTo>
                    <a:cubicBezTo>
                      <a:pt x="161" y="887"/>
                      <a:pt x="161" y="887"/>
                      <a:pt x="161" y="887"/>
                    </a:cubicBezTo>
                    <a:cubicBezTo>
                      <a:pt x="145" y="895"/>
                      <a:pt x="127" y="899"/>
                      <a:pt x="109" y="899"/>
                    </a:cubicBezTo>
                    <a:close/>
                    <a:moveTo>
                      <a:pt x="109" y="899"/>
                    </a:moveTo>
                    <a:cubicBezTo>
                      <a:pt x="109" y="899"/>
                      <a:pt x="109" y="899"/>
                      <a:pt x="109" y="899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" name="任意多边形: 形状 23">
                <a:extLst>
                  <a:ext uri="{FF2B5EF4-FFF2-40B4-BE49-F238E27FC236}">
                    <a16:creationId xmlns:a16="http://schemas.microsoft.com/office/drawing/2014/main" id="{FDF09550-2234-7746-8CDB-70F16FF8D44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53200" y="917576"/>
                <a:ext cx="22225" cy="185738"/>
              </a:xfrm>
              <a:custGeom>
                <a:avLst/>
                <a:gdLst>
                  <a:gd name="T0" fmla="*/ 100 w 205"/>
                  <a:gd name="T1" fmla="*/ 1673 h 1674"/>
                  <a:gd name="T2" fmla="*/ 29 w 205"/>
                  <a:gd name="T3" fmla="*/ 1644 h 1674"/>
                  <a:gd name="T4" fmla="*/ 0 w 205"/>
                  <a:gd name="T5" fmla="*/ 1573 h 1674"/>
                  <a:gd name="T6" fmla="*/ 0 w 205"/>
                  <a:gd name="T7" fmla="*/ 102 h 1674"/>
                  <a:gd name="T8" fmla="*/ 102 w 205"/>
                  <a:gd name="T9" fmla="*/ 0 h 1674"/>
                  <a:gd name="T10" fmla="*/ 205 w 205"/>
                  <a:gd name="T11" fmla="*/ 102 h 1674"/>
                  <a:gd name="T12" fmla="*/ 205 w 205"/>
                  <a:gd name="T13" fmla="*/ 1573 h 1674"/>
                  <a:gd name="T14" fmla="*/ 174 w 205"/>
                  <a:gd name="T15" fmla="*/ 1645 h 1674"/>
                  <a:gd name="T16" fmla="*/ 100 w 205"/>
                  <a:gd name="T17" fmla="*/ 1673 h 1674"/>
                  <a:gd name="T18" fmla="*/ 100 w 205"/>
                  <a:gd name="T19" fmla="*/ 1673 h 1674"/>
                  <a:gd name="T20" fmla="*/ 100 w 205"/>
                  <a:gd name="T21" fmla="*/ 1673 h 16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05" h="1674">
                    <a:moveTo>
                      <a:pt x="100" y="1673"/>
                    </a:moveTo>
                    <a:cubicBezTo>
                      <a:pt x="74" y="1673"/>
                      <a:pt x="48" y="1662"/>
                      <a:pt x="29" y="1644"/>
                    </a:cubicBezTo>
                    <a:cubicBezTo>
                      <a:pt x="11" y="1625"/>
                      <a:pt x="0" y="1599"/>
                      <a:pt x="0" y="1573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46"/>
                      <a:pt x="46" y="0"/>
                      <a:pt x="102" y="0"/>
                    </a:cubicBezTo>
                    <a:cubicBezTo>
                      <a:pt x="159" y="0"/>
                      <a:pt x="205" y="46"/>
                      <a:pt x="205" y="102"/>
                    </a:cubicBezTo>
                    <a:cubicBezTo>
                      <a:pt x="205" y="1573"/>
                      <a:pt x="205" y="1573"/>
                      <a:pt x="205" y="1573"/>
                    </a:cubicBezTo>
                    <a:cubicBezTo>
                      <a:pt x="205" y="1600"/>
                      <a:pt x="194" y="1626"/>
                      <a:pt x="174" y="1645"/>
                    </a:cubicBezTo>
                    <a:cubicBezTo>
                      <a:pt x="154" y="1664"/>
                      <a:pt x="128" y="1674"/>
                      <a:pt x="100" y="1673"/>
                    </a:cubicBezTo>
                    <a:close/>
                    <a:moveTo>
                      <a:pt x="100" y="1673"/>
                    </a:moveTo>
                    <a:cubicBezTo>
                      <a:pt x="100" y="1673"/>
                      <a:pt x="100" y="1673"/>
                      <a:pt x="100" y="167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" name="任意多边形: 形状 24">
                <a:extLst>
                  <a:ext uri="{FF2B5EF4-FFF2-40B4-BE49-F238E27FC236}">
                    <a16:creationId xmlns:a16="http://schemas.microsoft.com/office/drawing/2014/main" id="{F5A1E147-D07F-FC40-A74E-ECB8A6F4A5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83375" y="925513"/>
                <a:ext cx="52388" cy="53975"/>
              </a:xfrm>
              <a:custGeom>
                <a:avLst/>
                <a:gdLst>
                  <a:gd name="T0" fmla="*/ 0 w 466"/>
                  <a:gd name="T1" fmla="*/ 244 h 488"/>
                  <a:gd name="T2" fmla="*/ 116 w 466"/>
                  <a:gd name="T3" fmla="*/ 447 h 488"/>
                  <a:gd name="T4" fmla="*/ 350 w 466"/>
                  <a:gd name="T5" fmla="*/ 447 h 488"/>
                  <a:gd name="T6" fmla="*/ 466 w 466"/>
                  <a:gd name="T7" fmla="*/ 244 h 488"/>
                  <a:gd name="T8" fmla="*/ 350 w 466"/>
                  <a:gd name="T9" fmla="*/ 42 h 488"/>
                  <a:gd name="T10" fmla="*/ 116 w 466"/>
                  <a:gd name="T11" fmla="*/ 42 h 488"/>
                  <a:gd name="T12" fmla="*/ 0 w 466"/>
                  <a:gd name="T13" fmla="*/ 244 h 488"/>
                  <a:gd name="T14" fmla="*/ 0 w 466"/>
                  <a:gd name="T15" fmla="*/ 244 h 488"/>
                  <a:gd name="T16" fmla="*/ 0 w 466"/>
                  <a:gd name="T17" fmla="*/ 244 h 4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6" h="488">
                    <a:moveTo>
                      <a:pt x="0" y="244"/>
                    </a:moveTo>
                    <a:cubicBezTo>
                      <a:pt x="0" y="328"/>
                      <a:pt x="44" y="405"/>
                      <a:pt x="116" y="447"/>
                    </a:cubicBezTo>
                    <a:cubicBezTo>
                      <a:pt x="188" y="488"/>
                      <a:pt x="277" y="488"/>
                      <a:pt x="350" y="447"/>
                    </a:cubicBezTo>
                    <a:cubicBezTo>
                      <a:pt x="422" y="405"/>
                      <a:pt x="466" y="328"/>
                      <a:pt x="466" y="244"/>
                    </a:cubicBezTo>
                    <a:cubicBezTo>
                      <a:pt x="466" y="161"/>
                      <a:pt x="422" y="84"/>
                      <a:pt x="350" y="42"/>
                    </a:cubicBezTo>
                    <a:cubicBezTo>
                      <a:pt x="277" y="0"/>
                      <a:pt x="188" y="0"/>
                      <a:pt x="116" y="42"/>
                    </a:cubicBezTo>
                    <a:cubicBezTo>
                      <a:pt x="44" y="84"/>
                      <a:pt x="0" y="161"/>
                      <a:pt x="0" y="244"/>
                    </a:cubicBezTo>
                    <a:close/>
                    <a:moveTo>
                      <a:pt x="0" y="244"/>
                    </a:moveTo>
                    <a:cubicBezTo>
                      <a:pt x="0" y="244"/>
                      <a:pt x="0" y="244"/>
                      <a:pt x="0" y="24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" name="任意多边形: 形状 25">
                <a:extLst>
                  <a:ext uri="{FF2B5EF4-FFF2-40B4-BE49-F238E27FC236}">
                    <a16:creationId xmlns:a16="http://schemas.microsoft.com/office/drawing/2014/main" id="{93B27258-091B-FE47-A43F-7F985DFC420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38900" y="1014413"/>
                <a:ext cx="52388" cy="52388"/>
              </a:xfrm>
              <a:custGeom>
                <a:avLst/>
                <a:gdLst>
                  <a:gd name="T0" fmla="*/ 0 w 467"/>
                  <a:gd name="T1" fmla="*/ 234 h 467"/>
                  <a:gd name="T2" fmla="*/ 234 w 467"/>
                  <a:gd name="T3" fmla="*/ 467 h 467"/>
                  <a:gd name="T4" fmla="*/ 467 w 467"/>
                  <a:gd name="T5" fmla="*/ 234 h 467"/>
                  <a:gd name="T6" fmla="*/ 234 w 467"/>
                  <a:gd name="T7" fmla="*/ 0 h 467"/>
                  <a:gd name="T8" fmla="*/ 0 w 467"/>
                  <a:gd name="T9" fmla="*/ 234 h 467"/>
                  <a:gd name="T10" fmla="*/ 0 w 467"/>
                  <a:gd name="T11" fmla="*/ 234 h 467"/>
                  <a:gd name="T12" fmla="*/ 0 w 467"/>
                  <a:gd name="T13" fmla="*/ 234 h 4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67" h="467">
                    <a:moveTo>
                      <a:pt x="0" y="234"/>
                    </a:moveTo>
                    <a:cubicBezTo>
                      <a:pt x="0" y="363"/>
                      <a:pt x="105" y="467"/>
                      <a:pt x="234" y="467"/>
                    </a:cubicBezTo>
                    <a:cubicBezTo>
                      <a:pt x="363" y="467"/>
                      <a:pt x="467" y="363"/>
                      <a:pt x="467" y="234"/>
                    </a:cubicBezTo>
                    <a:cubicBezTo>
                      <a:pt x="467" y="105"/>
                      <a:pt x="363" y="0"/>
                      <a:pt x="234" y="0"/>
                    </a:cubicBezTo>
                    <a:cubicBezTo>
                      <a:pt x="105" y="0"/>
                      <a:pt x="0" y="105"/>
                      <a:pt x="0" y="234"/>
                    </a:cubicBezTo>
                    <a:close/>
                    <a:moveTo>
                      <a:pt x="0" y="234"/>
                    </a:moveTo>
                    <a:cubicBezTo>
                      <a:pt x="0" y="234"/>
                      <a:pt x="0" y="234"/>
                      <a:pt x="0" y="23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27" name="文本框 26">
            <a:extLst>
              <a:ext uri="{FF2B5EF4-FFF2-40B4-BE49-F238E27FC236}">
                <a16:creationId xmlns:a16="http://schemas.microsoft.com/office/drawing/2014/main" id="{9CBBC853-5EDA-ED4F-AAF8-1051CD10BEE5}"/>
              </a:ext>
            </a:extLst>
          </p:cNvPr>
          <p:cNvSpPr txBox="1"/>
          <p:nvPr/>
        </p:nvSpPr>
        <p:spPr>
          <a:xfrm>
            <a:off x="7080441" y="1879600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E4B198B-A2B7-8642-8CE4-0953BD1D8281}"/>
              </a:ext>
            </a:extLst>
          </p:cNvPr>
          <p:cNvSpPr txBox="1"/>
          <p:nvPr/>
        </p:nvSpPr>
        <p:spPr>
          <a:xfrm>
            <a:off x="7076887" y="2637276"/>
            <a:ext cx="4549056" cy="1026820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压缩核心概念与方法链路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主线是受力分析→合力→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F=ma→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求解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证据：结构图串联概念、实验、例题三模块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46157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decel="10000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4" grpId="0" animBg="1"/>
      <p:bldP spid="27" grpId="0"/>
      <p:bldP spid="2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708BFD48-4397-4BF7-8DB4-4C78FE07DA1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749480" y="2513242"/>
            <a:ext cx="1243271" cy="12999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73" y="0"/>
                </a:moveTo>
                <a:lnTo>
                  <a:pt x="0" y="0"/>
                </a:ln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5473" y="0"/>
                  <a:pt x="547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6F854D4C-B797-45A1-ABE3-E1A05E0D848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5448582" y="2927164"/>
            <a:ext cx="1243280" cy="12999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0" y="0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66EB335A-8083-4E6C-A799-8D79A21FE34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143462" y="3345309"/>
            <a:ext cx="1243266" cy="12999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0" y="0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8000">
                <a:solidFill>
                  <a:srgbClr val="53585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F4D5870-7B27-43C6-B733-78465FEFD19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006110" y="2513242"/>
            <a:ext cx="1417528" cy="17148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45" y="0"/>
                </a:moveTo>
                <a:lnTo>
                  <a:pt x="0" y="21600"/>
                </a:lnTo>
                <a:lnTo>
                  <a:pt x="10355" y="21600"/>
                </a:lnTo>
                <a:lnTo>
                  <a:pt x="21600" y="0"/>
                </a:lnTo>
                <a:cubicBezTo>
                  <a:pt x="21600" y="0"/>
                  <a:pt x="11245" y="0"/>
                  <a:pt x="11245" y="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9B616C3A-4DFC-42DB-8DC4-0B620F61886B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705212" y="2927164"/>
            <a:ext cx="1417533" cy="17148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45" y="0"/>
                </a:moveTo>
                <a:lnTo>
                  <a:pt x="0" y="21600"/>
                </a:lnTo>
                <a:lnTo>
                  <a:pt x="10355" y="21600"/>
                </a:lnTo>
                <a:lnTo>
                  <a:pt x="21600" y="0"/>
                </a:lnTo>
                <a:cubicBezTo>
                  <a:pt x="21600" y="0"/>
                  <a:pt x="11245" y="0"/>
                  <a:pt x="11245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B7F39EBE-5F9A-45D9-A5AC-1E78FCE08629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629172" y="3345309"/>
            <a:ext cx="2192676" cy="2490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906" y="0"/>
                </a:moveTo>
                <a:lnTo>
                  <a:pt x="0" y="21600"/>
                </a:lnTo>
                <a:lnTo>
                  <a:pt x="6694" y="21600"/>
                </a:lnTo>
                <a:lnTo>
                  <a:pt x="21600" y="0"/>
                </a:lnTo>
                <a:lnTo>
                  <a:pt x="14906" y="0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8000">
                <a:solidFill>
                  <a:srgbClr val="53585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pPr>
            <a:endParaRPr sz="44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F43AA089-C044-46A5-93B5-F0F7830C852D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311230" y="1099796"/>
            <a:ext cx="1965873" cy="27128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6058"/>
                </a:moveTo>
                <a:lnTo>
                  <a:pt x="17869" y="0"/>
                </a:lnTo>
                <a:lnTo>
                  <a:pt x="6889" y="6058"/>
                </a:lnTo>
                <a:lnTo>
                  <a:pt x="10511" y="6058"/>
                </a:lnTo>
                <a:lnTo>
                  <a:pt x="0" y="21600"/>
                </a:lnTo>
                <a:lnTo>
                  <a:pt x="7466" y="21600"/>
                </a:lnTo>
                <a:lnTo>
                  <a:pt x="17978" y="6058"/>
                </a:lnTo>
                <a:lnTo>
                  <a:pt x="21600" y="6058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1888EA8A-DF9B-4361-9429-9A6D02CFE663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2366791" y="3347431"/>
            <a:ext cx="2454365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直接连接符 10">
            <a:extLst>
              <a:ext uri="{FF2B5EF4-FFF2-40B4-BE49-F238E27FC236}">
                <a16:creationId xmlns:a16="http://schemas.microsoft.com/office/drawing/2014/main" id="{76BC8F98-52C0-4D68-A766-61DA8AD2C7EF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701892" y="4646662"/>
            <a:ext cx="3059566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2" name="直接连接符 11">
            <a:extLst>
              <a:ext uri="{FF2B5EF4-FFF2-40B4-BE49-F238E27FC236}">
                <a16:creationId xmlns:a16="http://schemas.microsoft.com/office/drawing/2014/main" id="{D3338852-8FBA-48A3-8E15-1E29DBFC1484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712102" y="2510330"/>
            <a:ext cx="3716950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9F7F3E27-D9A3-40D5-990F-683E47020A12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308914" y="3816434"/>
            <a:ext cx="2206866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87BA742-AB1B-4862-91EA-A5DEEF109707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087638" y="3461410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34A410C2-DC7A-4DAE-A1C4-EE6394228CE1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960427" y="4147972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CB462CA8-9F48-4031-AA48-218BC2C0AA12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6770367" y="2609829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9E3BADC3-22DC-46C5-8E03-00D73FA59662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7592057" y="3308706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4A656990-18FB-4C5E-AD48-F1D65D13C7A2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3702177" y="2487411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AE28979A-288F-4ABE-81C1-D5A540A8A32C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2354548" y="3316854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0FEFA078-A1D3-4D47-9B16-FB72C72FB52B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9480353" y="3791712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A0B69A21-F6E8-45BB-8D46-195F0B984336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7721865" y="4621940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DCB7F0D-51FF-4581-9D23-4F029D7078A8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4148954" y="3529065"/>
            <a:ext cx="277335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1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033BE39-3A2E-499B-8B2C-FE23E4C2A7A5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4960427" y="4215627"/>
            <a:ext cx="399968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2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04B8BA5-F538-48E6-AA4C-0D00091802F9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6832723" y="2677484"/>
            <a:ext cx="275258" cy="264658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3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F41C59E-138F-4F2F-BEDE-AF85997F357A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7602919" y="3376359"/>
            <a:ext cx="378246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4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8C2A87D-FAAA-49E1-B1DA-B7DD7E510136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9753039" y="3288273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添加标题文本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9FF2851-3CE7-4D98-B2BE-D499DD1D26A6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9753039" y="3661393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AAF8365-C610-4EE0-A80F-BCF0759F5F3A}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7884332" y="4380797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添加标题文本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505DE97-2B39-4623-8F3F-16885D53FC8B}"/>
              </a:ext>
            </a:extLst>
          </p:cNvPr>
          <p:cNvSpPr txBox="1"/>
          <p:nvPr>
            <p:custDataLst>
              <p:tags r:id="rId27"/>
            </p:custDataLst>
          </p:nvPr>
        </p:nvSpPr>
        <p:spPr>
          <a:xfrm>
            <a:off x="7884332" y="4753917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7A98633-C92C-47F9-9257-A49060729292}"/>
              </a:ext>
            </a:extLst>
          </p:cNvPr>
          <p:cNvSpPr txBox="1"/>
          <p:nvPr>
            <p:custDataLst>
              <p:tags r:id="rId28"/>
            </p:custDataLst>
          </p:nvPr>
        </p:nvSpPr>
        <p:spPr>
          <a:xfrm>
            <a:off x="1621163" y="1957903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添加标题文本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98BF708-C138-4248-8BA6-0BCEF6B08138}"/>
              </a:ext>
            </a:extLst>
          </p:cNvPr>
          <p:cNvSpPr txBox="1"/>
          <p:nvPr>
            <p:custDataLst>
              <p:tags r:id="rId29"/>
            </p:custDataLst>
          </p:nvPr>
        </p:nvSpPr>
        <p:spPr>
          <a:xfrm>
            <a:off x="1435880" y="2331023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r"/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E36906E-FB0C-42A3-A216-FBB02E3C1FA5}"/>
              </a:ext>
            </a:extLst>
          </p:cNvPr>
          <p:cNvSpPr txBox="1"/>
          <p:nvPr>
            <p:custDataLst>
              <p:tags r:id="rId30"/>
            </p:custDataLst>
          </p:nvPr>
        </p:nvSpPr>
        <p:spPr>
          <a:xfrm>
            <a:off x="321578" y="3267898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添加标题文本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32A2110-DEBA-4FAB-AE09-75C008579A45}"/>
              </a:ext>
            </a:extLst>
          </p:cNvPr>
          <p:cNvSpPr txBox="1"/>
          <p:nvPr>
            <p:custDataLst>
              <p:tags r:id="rId31"/>
            </p:custDataLst>
          </p:nvPr>
        </p:nvSpPr>
        <p:spPr>
          <a:xfrm>
            <a:off x="136295" y="3641018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r"/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4D68072-1D9E-AF7B-7DD3-655861EBBD1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分层作业：巩固与拓展</a:t>
            </a:r>
          </a:p>
        </p:txBody>
      </p:sp>
    </p:spTree>
    <p:extLst>
      <p:ext uri="{BB962C8B-B14F-4D97-AF65-F5344CB8AC3E}">
        <p14:creationId xmlns:p14="http://schemas.microsoft.com/office/powerpoint/2010/main" val="9059022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>
            <a:extLst>
              <a:ext uri="{FF2B5EF4-FFF2-40B4-BE49-F238E27FC236}">
                <a16:creationId xmlns:a16="http://schemas.microsoft.com/office/drawing/2014/main" id="{C5192C53-7058-7E9F-5DDA-E88330B36D75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12AB98C-2B2F-A324-A2AB-9DDC05D6A3CF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F414C40B-A935-7632-B836-18AACDF917DE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03DEEBA-1E9B-E34C-B738-C395F5E09499}"/>
              </a:ext>
            </a:extLst>
          </p:cNvPr>
          <p:cNvGrpSpPr/>
          <p:nvPr/>
        </p:nvGrpSpPr>
        <p:grpSpPr>
          <a:xfrm>
            <a:off x="4759960" y="2412365"/>
            <a:ext cx="2756535" cy="2754630"/>
            <a:chOff x="4746736" y="2051828"/>
            <a:chExt cx="2756583" cy="2754344"/>
          </a:xfrm>
        </p:grpSpPr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55663663-D0F8-CE4B-AE9E-585F1BFC86F7}"/>
                </a:ext>
              </a:extLst>
            </p:cNvPr>
            <p:cNvGrpSpPr/>
            <p:nvPr/>
          </p:nvGrpSpPr>
          <p:grpSpPr>
            <a:xfrm>
              <a:off x="4746736" y="2051828"/>
              <a:ext cx="2756583" cy="2754344"/>
              <a:chOff x="4454730" y="1663039"/>
              <a:chExt cx="2756583" cy="2754344"/>
            </a:xfrm>
          </p:grpSpPr>
          <p:sp>
            <p:nvSpPr>
              <p:cNvPr id="41" name="任意多边形: 形状 40">
                <a:extLst>
                  <a:ext uri="{FF2B5EF4-FFF2-40B4-BE49-F238E27FC236}">
                    <a16:creationId xmlns:a16="http://schemas.microsoft.com/office/drawing/2014/main" id="{C7DB0B4E-3674-B64B-98F9-45FA35A5F20C}"/>
                  </a:ext>
                </a:extLst>
              </p:cNvPr>
              <p:cNvSpPr/>
              <p:nvPr/>
            </p:nvSpPr>
            <p:spPr>
              <a:xfrm rot="5400000">
                <a:off x="4455850" y="1661919"/>
                <a:ext cx="2754344" cy="2756583"/>
              </a:xfrm>
              <a:custGeom>
                <a:avLst/>
                <a:gdLst>
                  <a:gd name="connsiteX0" fmla="*/ 1593901 w 2754344"/>
                  <a:gd name="connsiteY0" fmla="*/ 159126 h 2756583"/>
                  <a:gd name="connsiteX1" fmla="*/ 1618490 w 2754344"/>
                  <a:gd name="connsiteY1" fmla="*/ 21512 h 2756583"/>
                  <a:gd name="connsiteX2" fmla="*/ 2753752 w 2754344"/>
                  <a:gd name="connsiteY2" fmla="*/ 1418443 h 2756583"/>
                  <a:gd name="connsiteX3" fmla="*/ 2614651 w 2754344"/>
                  <a:gd name="connsiteY3" fmla="*/ 1414391 h 2756583"/>
                  <a:gd name="connsiteX4" fmla="*/ 2616474 w 2754344"/>
                  <a:gd name="connsiteY4" fmla="*/ 1378292 h 2756583"/>
                  <a:gd name="connsiteX5" fmla="*/ 1626934 w 2754344"/>
                  <a:gd name="connsiteY5" fmla="*/ 164167 h 2756583"/>
                  <a:gd name="connsiteX6" fmla="*/ 319862 w 2754344"/>
                  <a:gd name="connsiteY6" fmla="*/ 495462 h 2756583"/>
                  <a:gd name="connsiteX7" fmla="*/ 1573165 w 2754344"/>
                  <a:gd name="connsiteY7" fmla="*/ 13869 h 2756583"/>
                  <a:gd name="connsiteX8" fmla="*/ 1553303 w 2754344"/>
                  <a:gd name="connsiteY8" fmla="*/ 152930 h 2756583"/>
                  <a:gd name="connsiteX9" fmla="*/ 1503883 w 2754344"/>
                  <a:gd name="connsiteY9" fmla="*/ 145387 h 2756583"/>
                  <a:gd name="connsiteX10" fmla="*/ 1377172 w 2754344"/>
                  <a:gd name="connsiteY10" fmla="*/ 138989 h 2756583"/>
                  <a:gd name="connsiteX11" fmla="*/ 500852 w 2754344"/>
                  <a:gd name="connsiteY11" fmla="*/ 501972 h 2756583"/>
                  <a:gd name="connsiteX12" fmla="*/ 426174 w 2754344"/>
                  <a:gd name="connsiteY12" fmla="*/ 584138 h 2756583"/>
                  <a:gd name="connsiteX13" fmla="*/ 939 w 2754344"/>
                  <a:gd name="connsiteY13" fmla="*/ 1471644 h 2756583"/>
                  <a:gd name="connsiteX14" fmla="*/ 142099 w 2754344"/>
                  <a:gd name="connsiteY14" fmla="*/ 1462063 h 2756583"/>
                  <a:gd name="connsiteX15" fmla="*/ 144267 w 2754344"/>
                  <a:gd name="connsiteY15" fmla="*/ 1505003 h 2756583"/>
                  <a:gd name="connsiteX16" fmla="*/ 1377172 w 2754344"/>
                  <a:gd name="connsiteY16" fmla="*/ 2617595 h 2756583"/>
                  <a:gd name="connsiteX17" fmla="*/ 2610076 w 2754344"/>
                  <a:gd name="connsiteY17" fmla="*/ 1505003 h 2756583"/>
                  <a:gd name="connsiteX18" fmla="*/ 2612463 w 2754344"/>
                  <a:gd name="connsiteY18" fmla="*/ 1457722 h 2756583"/>
                  <a:gd name="connsiteX19" fmla="*/ 2751502 w 2754344"/>
                  <a:gd name="connsiteY19" fmla="*/ 1466653 h 2756583"/>
                  <a:gd name="connsiteX20" fmla="*/ 1378557 w 2754344"/>
                  <a:gd name="connsiteY20" fmla="*/ 2756581 h 2756583"/>
                  <a:gd name="connsiteX21" fmla="*/ 939 w 2754344"/>
                  <a:gd name="connsiteY21" fmla="*/ 1471644 h 2756583"/>
                  <a:gd name="connsiteX22" fmla="*/ 202 w 2754344"/>
                  <a:gd name="connsiteY22" fmla="*/ 1401858 h 2756583"/>
                  <a:gd name="connsiteX23" fmla="*/ 275853 w 2754344"/>
                  <a:gd name="connsiteY23" fmla="*/ 551070 h 2756583"/>
                  <a:gd name="connsiteX24" fmla="*/ 387381 w 2754344"/>
                  <a:gd name="connsiteY24" fmla="*/ 634758 h 2756583"/>
                  <a:gd name="connsiteX25" fmla="*/ 349522 w 2754344"/>
                  <a:gd name="connsiteY25" fmla="*/ 685386 h 2756583"/>
                  <a:gd name="connsiteX26" fmla="*/ 137869 w 2754344"/>
                  <a:gd name="connsiteY26" fmla="*/ 1378292 h 2756583"/>
                  <a:gd name="connsiteX27" fmla="*/ 138939 w 2754344"/>
                  <a:gd name="connsiteY27" fmla="*/ 1399487 h 27565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2754344" h="2756583">
                    <a:moveTo>
                      <a:pt x="1593901" y="159126"/>
                    </a:moveTo>
                    <a:lnTo>
                      <a:pt x="1618490" y="21512"/>
                    </a:lnTo>
                    <a:cubicBezTo>
                      <a:pt x="2290715" y="141626"/>
                      <a:pt x="2773639" y="735860"/>
                      <a:pt x="2753752" y="1418443"/>
                    </a:cubicBezTo>
                    <a:lnTo>
                      <a:pt x="2614651" y="1414391"/>
                    </a:lnTo>
                    <a:lnTo>
                      <a:pt x="2616474" y="1378292"/>
                    </a:lnTo>
                    <a:cubicBezTo>
                      <a:pt x="2616474" y="779400"/>
                      <a:pt x="2191664" y="279727"/>
                      <a:pt x="1626934" y="164167"/>
                    </a:cubicBezTo>
                    <a:close/>
                    <a:moveTo>
                      <a:pt x="319862" y="495462"/>
                    </a:moveTo>
                    <a:cubicBezTo>
                      <a:pt x="625913" y="128544"/>
                      <a:pt x="1100162" y="-53691"/>
                      <a:pt x="1573165" y="13869"/>
                    </a:cubicBezTo>
                    <a:lnTo>
                      <a:pt x="1553303" y="152930"/>
                    </a:lnTo>
                    <a:lnTo>
                      <a:pt x="1503883" y="145387"/>
                    </a:lnTo>
                    <a:cubicBezTo>
                      <a:pt x="1462221" y="141156"/>
                      <a:pt x="1419950" y="138989"/>
                      <a:pt x="1377172" y="138989"/>
                    </a:cubicBezTo>
                    <a:cubicBezTo>
                      <a:pt x="1034948" y="138989"/>
                      <a:pt x="725122" y="277703"/>
                      <a:pt x="500852" y="501972"/>
                    </a:cubicBezTo>
                    <a:lnTo>
                      <a:pt x="426174" y="584138"/>
                    </a:lnTo>
                    <a:close/>
                    <a:moveTo>
                      <a:pt x="939" y="1471644"/>
                    </a:moveTo>
                    <a:lnTo>
                      <a:pt x="142099" y="1462063"/>
                    </a:lnTo>
                    <a:lnTo>
                      <a:pt x="144267" y="1505003"/>
                    </a:lnTo>
                    <a:cubicBezTo>
                      <a:pt x="207732" y="2129929"/>
                      <a:pt x="735502" y="2617595"/>
                      <a:pt x="1377172" y="2617595"/>
                    </a:cubicBezTo>
                    <a:cubicBezTo>
                      <a:pt x="2018842" y="2617595"/>
                      <a:pt x="2546611" y="2129929"/>
                      <a:pt x="2610076" y="1505003"/>
                    </a:cubicBezTo>
                    <a:lnTo>
                      <a:pt x="2612463" y="1457722"/>
                    </a:lnTo>
                    <a:lnTo>
                      <a:pt x="2751502" y="1466653"/>
                    </a:lnTo>
                    <a:cubicBezTo>
                      <a:pt x="2704968" y="2191098"/>
                      <a:pt x="2104493" y="2755264"/>
                      <a:pt x="1378557" y="2756581"/>
                    </a:cubicBezTo>
                    <a:cubicBezTo>
                      <a:pt x="652620" y="2757898"/>
                      <a:pt x="50102" y="2195915"/>
                      <a:pt x="939" y="1471644"/>
                    </a:cubicBezTo>
                    <a:close/>
                    <a:moveTo>
                      <a:pt x="202" y="1401858"/>
                    </a:moveTo>
                    <a:cubicBezTo>
                      <a:pt x="-5035" y="1095506"/>
                      <a:pt x="91957" y="796144"/>
                      <a:pt x="275853" y="551070"/>
                    </a:cubicBezTo>
                    <a:lnTo>
                      <a:pt x="387381" y="634758"/>
                    </a:lnTo>
                    <a:lnTo>
                      <a:pt x="349522" y="685386"/>
                    </a:lnTo>
                    <a:cubicBezTo>
                      <a:pt x="215895" y="883180"/>
                      <a:pt x="137869" y="1121624"/>
                      <a:pt x="137869" y="1378292"/>
                    </a:cubicBezTo>
                    <a:lnTo>
                      <a:pt x="138939" y="139948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  <p:sp>
            <p:nvSpPr>
              <p:cNvPr id="42" name="椭圆 41">
                <a:extLst>
                  <a:ext uri="{FF2B5EF4-FFF2-40B4-BE49-F238E27FC236}">
                    <a16:creationId xmlns:a16="http://schemas.microsoft.com/office/drawing/2014/main" id="{12C68585-B65D-7A41-A9E6-4C28FC4A73F1}"/>
                  </a:ext>
                </a:extLst>
              </p:cNvPr>
              <p:cNvSpPr/>
              <p:nvPr/>
            </p:nvSpPr>
            <p:spPr>
              <a:xfrm>
                <a:off x="4729937" y="1937125"/>
                <a:ext cx="2206171" cy="220617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  <p:sp>
            <p:nvSpPr>
              <p:cNvPr id="43" name="椭圆 42">
                <a:extLst>
                  <a:ext uri="{FF2B5EF4-FFF2-40B4-BE49-F238E27FC236}">
                    <a16:creationId xmlns:a16="http://schemas.microsoft.com/office/drawing/2014/main" id="{C4D2761F-C477-5B41-9990-9A9193DA1BC4}"/>
                  </a:ext>
                </a:extLst>
              </p:cNvPr>
              <p:cNvSpPr/>
              <p:nvPr/>
            </p:nvSpPr>
            <p:spPr>
              <a:xfrm>
                <a:off x="4870591" y="2077779"/>
                <a:ext cx="1924863" cy="1924863"/>
              </a:xfrm>
              <a:prstGeom prst="ellipse">
                <a:avLst/>
              </a:prstGeom>
              <a:noFill/>
              <a:ln>
                <a:solidFill>
                  <a:schemeClr val="bg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40" name="任意多边形: 形状 39">
              <a:extLst>
                <a:ext uri="{FF2B5EF4-FFF2-40B4-BE49-F238E27FC236}">
                  <a16:creationId xmlns:a16="http://schemas.microsoft.com/office/drawing/2014/main" id="{A40C2ABF-BBB6-DA43-852C-88E95D20F93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696593" y="3000566"/>
              <a:ext cx="856869" cy="856869"/>
            </a:xfrm>
            <a:custGeom>
              <a:avLst/>
              <a:gdLst>
                <a:gd name="T0" fmla="*/ 8200 w 8760"/>
                <a:gd name="T1" fmla="*/ 7600 h 8760"/>
                <a:gd name="T2" fmla="*/ 8200 w 8760"/>
                <a:gd name="T3" fmla="*/ 2960 h 8760"/>
                <a:gd name="T4" fmla="*/ 7600 w 8760"/>
                <a:gd name="T5" fmla="*/ 2360 h 8760"/>
                <a:gd name="T6" fmla="*/ 7000 w 8760"/>
                <a:gd name="T7" fmla="*/ 2360 h 8760"/>
                <a:gd name="T8" fmla="*/ 6400 w 8760"/>
                <a:gd name="T9" fmla="*/ 2960 h 8760"/>
                <a:gd name="T10" fmla="*/ 6400 w 8760"/>
                <a:gd name="T11" fmla="*/ 7600 h 8760"/>
                <a:gd name="T12" fmla="*/ 5800 w 8760"/>
                <a:gd name="T13" fmla="*/ 7600 h 8760"/>
                <a:gd name="T14" fmla="*/ 5800 w 8760"/>
                <a:gd name="T15" fmla="*/ 1200 h 8760"/>
                <a:gd name="T16" fmla="*/ 5200 w 8760"/>
                <a:gd name="T17" fmla="*/ 600 h 8760"/>
                <a:gd name="T18" fmla="*/ 4600 w 8760"/>
                <a:gd name="T19" fmla="*/ 600 h 8760"/>
                <a:gd name="T20" fmla="*/ 4000 w 8760"/>
                <a:gd name="T21" fmla="*/ 1200 h 8760"/>
                <a:gd name="T22" fmla="*/ 4000 w 8760"/>
                <a:gd name="T23" fmla="*/ 7600 h 8760"/>
                <a:gd name="T24" fmla="*/ 3400 w 8760"/>
                <a:gd name="T25" fmla="*/ 7600 h 8760"/>
                <a:gd name="T26" fmla="*/ 3400 w 8760"/>
                <a:gd name="T27" fmla="*/ 4120 h 8760"/>
                <a:gd name="T28" fmla="*/ 2800 w 8760"/>
                <a:gd name="T29" fmla="*/ 3520 h 8760"/>
                <a:gd name="T30" fmla="*/ 2200 w 8760"/>
                <a:gd name="T31" fmla="*/ 3520 h 8760"/>
                <a:gd name="T32" fmla="*/ 1600 w 8760"/>
                <a:gd name="T33" fmla="*/ 4120 h 8760"/>
                <a:gd name="T34" fmla="*/ 1600 w 8760"/>
                <a:gd name="T35" fmla="*/ 7600 h 8760"/>
                <a:gd name="T36" fmla="*/ 1200 w 8760"/>
                <a:gd name="T37" fmla="*/ 7600 h 8760"/>
                <a:gd name="T38" fmla="*/ 1200 w 8760"/>
                <a:gd name="T39" fmla="*/ 600 h 8760"/>
                <a:gd name="T40" fmla="*/ 600 w 8760"/>
                <a:gd name="T41" fmla="*/ 0 h 8760"/>
                <a:gd name="T42" fmla="*/ 0 w 8760"/>
                <a:gd name="T43" fmla="*/ 600 h 8760"/>
                <a:gd name="T44" fmla="*/ 0 w 8760"/>
                <a:gd name="T45" fmla="*/ 8160 h 8760"/>
                <a:gd name="T46" fmla="*/ 600 w 8760"/>
                <a:gd name="T47" fmla="*/ 8760 h 8760"/>
                <a:gd name="T48" fmla="*/ 8160 w 8760"/>
                <a:gd name="T49" fmla="*/ 8760 h 8760"/>
                <a:gd name="T50" fmla="*/ 8760 w 8760"/>
                <a:gd name="T51" fmla="*/ 8160 h 8760"/>
                <a:gd name="T52" fmla="*/ 8200 w 8760"/>
                <a:gd name="T53" fmla="*/ 7600 h 8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8760" h="8760">
                  <a:moveTo>
                    <a:pt x="8200" y="7600"/>
                  </a:moveTo>
                  <a:lnTo>
                    <a:pt x="8200" y="2960"/>
                  </a:lnTo>
                  <a:cubicBezTo>
                    <a:pt x="8200" y="2640"/>
                    <a:pt x="7920" y="2360"/>
                    <a:pt x="7600" y="2360"/>
                  </a:cubicBezTo>
                  <a:lnTo>
                    <a:pt x="7000" y="2360"/>
                  </a:lnTo>
                  <a:cubicBezTo>
                    <a:pt x="6680" y="2360"/>
                    <a:pt x="6400" y="2640"/>
                    <a:pt x="6400" y="2960"/>
                  </a:cubicBezTo>
                  <a:lnTo>
                    <a:pt x="6400" y="7600"/>
                  </a:lnTo>
                  <a:lnTo>
                    <a:pt x="5800" y="7600"/>
                  </a:lnTo>
                  <a:lnTo>
                    <a:pt x="5800" y="1200"/>
                  </a:lnTo>
                  <a:cubicBezTo>
                    <a:pt x="5800" y="880"/>
                    <a:pt x="5520" y="600"/>
                    <a:pt x="5200" y="600"/>
                  </a:cubicBezTo>
                  <a:lnTo>
                    <a:pt x="4600" y="600"/>
                  </a:lnTo>
                  <a:cubicBezTo>
                    <a:pt x="4280" y="600"/>
                    <a:pt x="4000" y="880"/>
                    <a:pt x="4000" y="1200"/>
                  </a:cubicBezTo>
                  <a:lnTo>
                    <a:pt x="4000" y="7600"/>
                  </a:lnTo>
                  <a:lnTo>
                    <a:pt x="3400" y="7600"/>
                  </a:lnTo>
                  <a:lnTo>
                    <a:pt x="3400" y="4120"/>
                  </a:lnTo>
                  <a:cubicBezTo>
                    <a:pt x="3400" y="3800"/>
                    <a:pt x="3120" y="3520"/>
                    <a:pt x="2800" y="3520"/>
                  </a:cubicBezTo>
                  <a:lnTo>
                    <a:pt x="2200" y="3520"/>
                  </a:lnTo>
                  <a:cubicBezTo>
                    <a:pt x="1880" y="3520"/>
                    <a:pt x="1600" y="3800"/>
                    <a:pt x="1600" y="4120"/>
                  </a:cubicBezTo>
                  <a:lnTo>
                    <a:pt x="1600" y="7600"/>
                  </a:lnTo>
                  <a:lnTo>
                    <a:pt x="1200" y="7600"/>
                  </a:lnTo>
                  <a:lnTo>
                    <a:pt x="1200" y="600"/>
                  </a:lnTo>
                  <a:cubicBezTo>
                    <a:pt x="1200" y="280"/>
                    <a:pt x="920" y="0"/>
                    <a:pt x="600" y="0"/>
                  </a:cubicBezTo>
                  <a:cubicBezTo>
                    <a:pt x="280" y="0"/>
                    <a:pt x="0" y="280"/>
                    <a:pt x="0" y="600"/>
                  </a:cubicBezTo>
                  <a:lnTo>
                    <a:pt x="0" y="8160"/>
                  </a:lnTo>
                  <a:cubicBezTo>
                    <a:pt x="0" y="8480"/>
                    <a:pt x="280" y="8760"/>
                    <a:pt x="600" y="8760"/>
                  </a:cubicBezTo>
                  <a:lnTo>
                    <a:pt x="8160" y="8760"/>
                  </a:lnTo>
                  <a:cubicBezTo>
                    <a:pt x="8480" y="8760"/>
                    <a:pt x="8760" y="8480"/>
                    <a:pt x="8760" y="8160"/>
                  </a:cubicBezTo>
                  <a:cubicBezTo>
                    <a:pt x="8760" y="7840"/>
                    <a:pt x="8520" y="7600"/>
                    <a:pt x="8200" y="760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汉仪旗黑-50简" charset="0"/>
                <a:sym typeface="+mn-lt"/>
              </a:endParaRP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7EFCBA7C-FDD3-894B-9A03-3AC7767B69E2}"/>
              </a:ext>
            </a:extLst>
          </p:cNvPr>
          <p:cNvGrpSpPr/>
          <p:nvPr/>
        </p:nvGrpSpPr>
        <p:grpSpPr>
          <a:xfrm>
            <a:off x="6798310" y="1760220"/>
            <a:ext cx="2628891" cy="574956"/>
            <a:chOff x="6798442" y="1571298"/>
            <a:chExt cx="2628891" cy="574998"/>
          </a:xfrm>
        </p:grpSpPr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65699218-5336-7841-8D13-6D7AC3B7003E}"/>
                </a:ext>
              </a:extLst>
            </p:cNvPr>
            <p:cNvSpPr txBox="1"/>
            <p:nvPr/>
          </p:nvSpPr>
          <p:spPr>
            <a:xfrm>
              <a:off x="8330053" y="1571298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添加标题</a:t>
              </a:r>
            </a:p>
          </p:txBody>
        </p: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1908C243-EFF5-D74C-9FC5-089F6954B793}"/>
                </a:ext>
              </a:extLst>
            </p:cNvPr>
            <p:cNvGrpSpPr/>
            <p:nvPr/>
          </p:nvGrpSpPr>
          <p:grpSpPr>
            <a:xfrm>
              <a:off x="6798442" y="1734714"/>
              <a:ext cx="1429623" cy="411582"/>
              <a:chOff x="7460111" y="1990584"/>
              <a:chExt cx="1429623" cy="411582"/>
            </a:xfrm>
            <a:solidFill>
              <a:schemeClr val="accent2"/>
            </a:solidFill>
          </p:grpSpPr>
          <p:grpSp>
            <p:nvGrpSpPr>
              <p:cNvPr id="35" name="组合 34">
                <a:extLst>
                  <a:ext uri="{FF2B5EF4-FFF2-40B4-BE49-F238E27FC236}">
                    <a16:creationId xmlns:a16="http://schemas.microsoft.com/office/drawing/2014/main" id="{859646E6-75B0-1C41-85A3-AAE9DD7813F5}"/>
                  </a:ext>
                </a:extLst>
              </p:cNvPr>
              <p:cNvGrpSpPr/>
              <p:nvPr/>
            </p:nvGrpSpPr>
            <p:grpSpPr>
              <a:xfrm>
                <a:off x="7460111" y="2044207"/>
                <a:ext cx="1310225" cy="357959"/>
                <a:chOff x="7460111" y="2044207"/>
                <a:chExt cx="1310225" cy="357959"/>
              </a:xfrm>
              <a:grpFill/>
            </p:grpSpPr>
            <p:cxnSp>
              <p:nvCxnSpPr>
                <p:cNvPr id="37" name="直接连接符 36">
                  <a:extLst>
                    <a:ext uri="{FF2B5EF4-FFF2-40B4-BE49-F238E27FC236}">
                      <a16:creationId xmlns:a16="http://schemas.microsoft.com/office/drawing/2014/main" id="{99155033-55CD-4945-ABB5-D1360F90D317}"/>
                    </a:ext>
                  </a:extLst>
                </p:cNvPr>
                <p:cNvCxnSpPr/>
                <p:nvPr/>
              </p:nvCxnSpPr>
              <p:spPr>
                <a:xfrm>
                  <a:off x="7820478" y="2044207"/>
                  <a:ext cx="949858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接连接符 37">
                  <a:extLst>
                    <a:ext uri="{FF2B5EF4-FFF2-40B4-BE49-F238E27FC236}">
                      <a16:creationId xmlns:a16="http://schemas.microsoft.com/office/drawing/2014/main" id="{FE2E4091-6EBD-6C4A-858A-694BC991425A}"/>
                    </a:ext>
                  </a:extLst>
                </p:cNvPr>
                <p:cNvCxnSpPr/>
                <p:nvPr/>
              </p:nvCxnSpPr>
              <p:spPr>
                <a:xfrm flipV="1">
                  <a:off x="7460111" y="2044207"/>
                  <a:ext cx="357959" cy="357959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D6567EF1-6E43-F548-8F38-4348AB776B7E}"/>
                  </a:ext>
                </a:extLst>
              </p:cNvPr>
              <p:cNvSpPr/>
              <p:nvPr/>
            </p:nvSpPr>
            <p:spPr>
              <a:xfrm>
                <a:off x="8775152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D0E8886F-DD8F-6C4E-8EF3-F4108CCB13AF}"/>
              </a:ext>
            </a:extLst>
          </p:cNvPr>
          <p:cNvGrpSpPr/>
          <p:nvPr/>
        </p:nvGrpSpPr>
        <p:grpSpPr>
          <a:xfrm>
            <a:off x="7773035" y="3277873"/>
            <a:ext cx="2062713" cy="497893"/>
            <a:chOff x="7772844" y="3089226"/>
            <a:chExt cx="2062713" cy="497929"/>
          </a:xfrm>
        </p:grpSpPr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67DAF07B-8F7A-8848-9D87-5443C0A8E8FC}"/>
                </a:ext>
              </a:extLst>
            </p:cNvPr>
            <p:cNvSpPr txBox="1"/>
            <p:nvPr/>
          </p:nvSpPr>
          <p:spPr>
            <a:xfrm>
              <a:off x="8738277" y="3089226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添加标题</a:t>
              </a:r>
            </a:p>
          </p:txBody>
        </p: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F4D3F478-C2ED-8943-AD1B-5D91563A1EAC}"/>
                </a:ext>
              </a:extLst>
            </p:cNvPr>
            <p:cNvGrpSpPr/>
            <p:nvPr/>
          </p:nvGrpSpPr>
          <p:grpSpPr>
            <a:xfrm>
              <a:off x="7772844" y="3252642"/>
              <a:ext cx="868761" cy="334513"/>
              <a:chOff x="7537339" y="1990584"/>
              <a:chExt cx="868761" cy="334513"/>
            </a:xfrm>
            <a:solidFill>
              <a:schemeClr val="accent2"/>
            </a:solidFill>
          </p:grpSpPr>
          <p:grpSp>
            <p:nvGrpSpPr>
              <p:cNvPr id="28" name="组合 27">
                <a:extLst>
                  <a:ext uri="{FF2B5EF4-FFF2-40B4-BE49-F238E27FC236}">
                    <a16:creationId xmlns:a16="http://schemas.microsoft.com/office/drawing/2014/main" id="{93039A09-DD8D-1146-B919-DF2A12B5E2CC}"/>
                  </a:ext>
                </a:extLst>
              </p:cNvPr>
              <p:cNvGrpSpPr/>
              <p:nvPr/>
            </p:nvGrpSpPr>
            <p:grpSpPr>
              <a:xfrm>
                <a:off x="7537339" y="2044207"/>
                <a:ext cx="761557" cy="280890"/>
                <a:chOff x="7537339" y="2044207"/>
                <a:chExt cx="761557" cy="280890"/>
              </a:xfrm>
              <a:grpFill/>
            </p:grpSpPr>
            <p:cxnSp>
              <p:nvCxnSpPr>
                <p:cNvPr id="30" name="直接连接符 29">
                  <a:extLst>
                    <a:ext uri="{FF2B5EF4-FFF2-40B4-BE49-F238E27FC236}">
                      <a16:creationId xmlns:a16="http://schemas.microsoft.com/office/drawing/2014/main" id="{60BB096D-1D56-2A46-BD68-E6B45BD57253}"/>
                    </a:ext>
                  </a:extLst>
                </p:cNvPr>
                <p:cNvCxnSpPr/>
                <p:nvPr/>
              </p:nvCxnSpPr>
              <p:spPr>
                <a:xfrm>
                  <a:off x="7820478" y="2044207"/>
                  <a:ext cx="478418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直接连接符 30">
                  <a:extLst>
                    <a:ext uri="{FF2B5EF4-FFF2-40B4-BE49-F238E27FC236}">
                      <a16:creationId xmlns:a16="http://schemas.microsoft.com/office/drawing/2014/main" id="{97740A33-8817-9A40-8BEC-FA8B973F7547}"/>
                    </a:ext>
                  </a:extLst>
                </p:cNvPr>
                <p:cNvCxnSpPr/>
                <p:nvPr/>
              </p:nvCxnSpPr>
              <p:spPr>
                <a:xfrm flipV="1">
                  <a:off x="7537339" y="2044207"/>
                  <a:ext cx="280890" cy="28089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9" name="椭圆 28">
                <a:extLst>
                  <a:ext uri="{FF2B5EF4-FFF2-40B4-BE49-F238E27FC236}">
                    <a16:creationId xmlns:a16="http://schemas.microsoft.com/office/drawing/2014/main" id="{32A61219-2AFA-6F4E-BF0E-447A90577CA9}"/>
                  </a:ext>
                </a:extLst>
              </p:cNvPr>
              <p:cNvSpPr/>
              <p:nvPr/>
            </p:nvSpPr>
            <p:spPr>
              <a:xfrm>
                <a:off x="8291518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1C54A825-8FDF-1940-B2ED-61F4323B3E55}"/>
              </a:ext>
            </a:extLst>
          </p:cNvPr>
          <p:cNvGrpSpPr/>
          <p:nvPr/>
        </p:nvGrpSpPr>
        <p:grpSpPr>
          <a:xfrm>
            <a:off x="7284085" y="4874259"/>
            <a:ext cx="2143090" cy="368273"/>
            <a:chOff x="7284243" y="4686246"/>
            <a:chExt cx="2143090" cy="368300"/>
          </a:xfrm>
        </p:grpSpPr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BBC27827-E841-8C41-8709-94ABBA6DE9E1}"/>
                </a:ext>
              </a:extLst>
            </p:cNvPr>
            <p:cNvGrpSpPr/>
            <p:nvPr/>
          </p:nvGrpSpPr>
          <p:grpSpPr>
            <a:xfrm flipV="1">
              <a:off x="7284243" y="4744131"/>
              <a:ext cx="881715" cy="243900"/>
              <a:chOff x="7936402" y="1990584"/>
              <a:chExt cx="881715" cy="243900"/>
            </a:xfrm>
            <a:solidFill>
              <a:schemeClr val="accent2"/>
            </a:solidFill>
          </p:grpSpPr>
          <p:grpSp>
            <p:nvGrpSpPr>
              <p:cNvPr id="21" name="组合 20">
                <a:extLst>
                  <a:ext uri="{FF2B5EF4-FFF2-40B4-BE49-F238E27FC236}">
                    <a16:creationId xmlns:a16="http://schemas.microsoft.com/office/drawing/2014/main" id="{91F60BBC-7F2F-C44A-BD98-80E25468141F}"/>
                  </a:ext>
                </a:extLst>
              </p:cNvPr>
              <p:cNvGrpSpPr/>
              <p:nvPr/>
            </p:nvGrpSpPr>
            <p:grpSpPr>
              <a:xfrm>
                <a:off x="7936402" y="2038350"/>
                <a:ext cx="824424" cy="196134"/>
                <a:chOff x="7936402" y="2038350"/>
                <a:chExt cx="824424" cy="196134"/>
              </a:xfrm>
              <a:grpFill/>
            </p:grpSpPr>
            <p:cxnSp>
              <p:nvCxnSpPr>
                <p:cNvPr id="23" name="直接连接符 22">
                  <a:extLst>
                    <a:ext uri="{FF2B5EF4-FFF2-40B4-BE49-F238E27FC236}">
                      <a16:creationId xmlns:a16="http://schemas.microsoft.com/office/drawing/2014/main" id="{7992FF32-ED3E-3D48-B82C-5A5BBC966062}"/>
                    </a:ext>
                  </a:extLst>
                </p:cNvPr>
                <p:cNvCxnSpPr/>
                <p:nvPr/>
              </p:nvCxnSpPr>
              <p:spPr>
                <a:xfrm flipV="1">
                  <a:off x="8132536" y="2044207"/>
                  <a:ext cx="628290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接连接符 23">
                  <a:extLst>
                    <a:ext uri="{FF2B5EF4-FFF2-40B4-BE49-F238E27FC236}">
                      <a16:creationId xmlns:a16="http://schemas.microsoft.com/office/drawing/2014/main" id="{CB692D4D-0EFC-7048-9EF3-F26E240067F3}"/>
                    </a:ext>
                  </a:extLst>
                </p:cNvPr>
                <p:cNvCxnSpPr/>
                <p:nvPr/>
              </p:nvCxnSpPr>
              <p:spPr>
                <a:xfrm flipV="1">
                  <a:off x="7936402" y="2038350"/>
                  <a:ext cx="196134" cy="196134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81377C1F-62A9-C247-A12E-71D994829587}"/>
                  </a:ext>
                </a:extLst>
              </p:cNvPr>
              <p:cNvSpPr/>
              <p:nvPr/>
            </p:nvSpPr>
            <p:spPr>
              <a:xfrm>
                <a:off x="8703535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E044A-3CFA-5B4B-B03F-8D5C58B0568A}"/>
                </a:ext>
              </a:extLst>
            </p:cNvPr>
            <p:cNvSpPr txBox="1"/>
            <p:nvPr/>
          </p:nvSpPr>
          <p:spPr>
            <a:xfrm>
              <a:off x="8330053" y="4686246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添加标题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1FBA7053-A9EE-AF4E-9716-8ECDA8773D72}"/>
              </a:ext>
            </a:extLst>
          </p:cNvPr>
          <p:cNvGrpSpPr/>
          <p:nvPr/>
        </p:nvGrpSpPr>
        <p:grpSpPr>
          <a:xfrm>
            <a:off x="936625" y="4134486"/>
            <a:ext cx="3825875" cy="653553"/>
            <a:chOff x="936543" y="3945559"/>
            <a:chExt cx="3825979" cy="653600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2531B229-E03B-6B41-AF50-6151FBF14D8A}"/>
                </a:ext>
              </a:extLst>
            </p:cNvPr>
            <p:cNvGrpSpPr/>
            <p:nvPr/>
          </p:nvGrpSpPr>
          <p:grpSpPr>
            <a:xfrm flipH="1">
              <a:off x="2242830" y="4100809"/>
              <a:ext cx="2519692" cy="498350"/>
              <a:chOff x="7499928" y="1990584"/>
              <a:chExt cx="2519692" cy="498350"/>
            </a:xfrm>
            <a:solidFill>
              <a:schemeClr val="accent2"/>
            </a:solidFill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08BBA50C-A016-4F4B-8D48-8D8943A0A0C4}"/>
                  </a:ext>
                </a:extLst>
              </p:cNvPr>
              <p:cNvGrpSpPr/>
              <p:nvPr/>
            </p:nvGrpSpPr>
            <p:grpSpPr>
              <a:xfrm>
                <a:off x="7499928" y="2047875"/>
                <a:ext cx="2405110" cy="441059"/>
                <a:chOff x="7499928" y="2047875"/>
                <a:chExt cx="2405110" cy="441059"/>
              </a:xfrm>
              <a:grpFill/>
            </p:grpSpPr>
            <p:cxnSp>
              <p:nvCxnSpPr>
                <p:cNvPr id="16" name="直接连接符 15">
                  <a:extLst>
                    <a:ext uri="{FF2B5EF4-FFF2-40B4-BE49-F238E27FC236}">
                      <a16:creationId xmlns:a16="http://schemas.microsoft.com/office/drawing/2014/main" id="{D468E47F-2EDA-ED4F-A4DF-78A5EDAFBFCF}"/>
                    </a:ext>
                  </a:extLst>
                </p:cNvPr>
                <p:cNvCxnSpPr>
                  <a:endCxn id="15" idx="2"/>
                </p:cNvCxnSpPr>
                <p:nvPr/>
              </p:nvCxnSpPr>
              <p:spPr>
                <a:xfrm>
                  <a:off x="7939892" y="2047875"/>
                  <a:ext cx="1965146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8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直接连接符 16">
                  <a:extLst>
                    <a:ext uri="{FF2B5EF4-FFF2-40B4-BE49-F238E27FC236}">
                      <a16:creationId xmlns:a16="http://schemas.microsoft.com/office/drawing/2014/main" id="{DC4402C1-9C1B-B24F-AADA-4B5CFF575121}"/>
                    </a:ext>
                  </a:extLst>
                </p:cNvPr>
                <p:cNvCxnSpPr/>
                <p:nvPr/>
              </p:nvCxnSpPr>
              <p:spPr>
                <a:xfrm flipV="1">
                  <a:off x="7499928" y="2048970"/>
                  <a:ext cx="439964" cy="439964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8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C3091DD4-3BF7-5249-B928-F42075AD22E1}"/>
                  </a:ext>
                </a:extLst>
              </p:cNvPr>
              <p:cNvSpPr/>
              <p:nvPr/>
            </p:nvSpPr>
            <p:spPr>
              <a:xfrm>
                <a:off x="9905038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DF801FD8-2F1C-8841-9FC6-A4B7B3AB5168}"/>
                </a:ext>
              </a:extLst>
            </p:cNvPr>
            <p:cNvSpPr txBox="1"/>
            <p:nvPr/>
          </p:nvSpPr>
          <p:spPr>
            <a:xfrm>
              <a:off x="936543" y="3945559"/>
              <a:ext cx="109731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添加标题</a:t>
              </a:r>
            </a:p>
          </p:txBody>
        </p:sp>
      </p:grpSp>
      <p:sp>
        <p:nvSpPr>
          <p:cNvPr id="44" name="文本框 43">
            <a:extLst>
              <a:ext uri="{FF2B5EF4-FFF2-40B4-BE49-F238E27FC236}">
                <a16:creationId xmlns:a16="http://schemas.microsoft.com/office/drawing/2014/main" id="{F179E10D-5E92-E44E-B3BA-05A36A07B812}"/>
              </a:ext>
            </a:extLst>
          </p:cNvPr>
          <p:cNvSpPr txBox="1"/>
          <p:nvPr/>
        </p:nvSpPr>
        <p:spPr>
          <a:xfrm>
            <a:off x="910702" y="2095489"/>
            <a:ext cx="3262432" cy="83099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4000">
                <a:solidFill>
                  <a:schemeClr val="tx1">
                    <a:lumMod val="75000"/>
                    <a:lumOff val="25000"/>
                  </a:schemeClr>
                </a:solidFill>
                <a:latin typeface="MiSans Medium" pitchFamily="2" charset="-122"/>
                <a:ea typeface="MiSans Medium" pitchFamily="2" charset="-122"/>
              </a:rPr>
              <a:t>课堂反思与提问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CF146851-1F19-3046-8381-3117915092CF}"/>
              </a:ext>
            </a:extLst>
          </p:cNvPr>
          <p:cNvSpPr txBox="1"/>
          <p:nvPr/>
        </p:nvSpPr>
        <p:spPr>
          <a:xfrm>
            <a:off x="910702" y="1594456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0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9FC0E75E-26F8-CD47-9039-C752D485E7BB}"/>
              </a:ext>
            </a:extLst>
          </p:cNvPr>
          <p:cNvSpPr/>
          <p:nvPr/>
        </p:nvSpPr>
        <p:spPr bwMode="auto">
          <a:xfrm>
            <a:off x="902080" y="4472368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877D061D-E202-C349-BB43-C21B178D89CD}"/>
              </a:ext>
            </a:extLst>
          </p:cNvPr>
          <p:cNvSpPr/>
          <p:nvPr/>
        </p:nvSpPr>
        <p:spPr bwMode="auto">
          <a:xfrm>
            <a:off x="8331654" y="2044116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7F19ABD-77A0-6640-A2FE-F78644D83668}"/>
              </a:ext>
            </a:extLst>
          </p:cNvPr>
          <p:cNvSpPr/>
          <p:nvPr/>
        </p:nvSpPr>
        <p:spPr bwMode="auto">
          <a:xfrm>
            <a:off x="8738468" y="3611583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65827FE0-7F2F-264C-9438-1D2BBA34DF05}"/>
              </a:ext>
            </a:extLst>
          </p:cNvPr>
          <p:cNvSpPr/>
          <p:nvPr/>
        </p:nvSpPr>
        <p:spPr bwMode="auto">
          <a:xfrm>
            <a:off x="8331654" y="5242532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</p:spTree>
    <p:extLst>
      <p:ext uri="{BB962C8B-B14F-4D97-AF65-F5344CB8AC3E}">
        <p14:creationId xmlns:p14="http://schemas.microsoft.com/office/powerpoint/2010/main" val="2345287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46" grpId="0"/>
      <p:bldP spid="47" grpId="0"/>
      <p:bldP spid="48" grpId="0"/>
      <p:bldP spid="4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感谢聆听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32221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谢谢观看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921500" y="1935853"/>
            <a:ext cx="4056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THANK YOU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64828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8985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结束课堂并提示后续学习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结论：下一节将进入牛顿定律综合应用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证据：本节已完成概念、实验、计算闭环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782486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1559</Words>
  <Application>Microsoft Office PowerPoint</Application>
  <PresentationFormat>宽屏</PresentationFormat>
  <Paragraphs>174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2" baseType="lpstr">
      <vt:lpstr>MiSans Demibold</vt:lpstr>
      <vt:lpstr>MiSans Light</vt:lpstr>
      <vt:lpstr>思源黑体 CN Normal</vt:lpstr>
      <vt:lpstr>MiSans Normal</vt:lpstr>
      <vt:lpstr>MiSans Medium</vt:lpstr>
      <vt:lpstr>等线</vt:lpstr>
      <vt:lpstr>MiSans ExtraLight</vt:lpstr>
      <vt:lpstr>等线 Light</vt:lpstr>
      <vt:lpstr>MiSans Semibold</vt:lpstr>
      <vt:lpstr>Arial</vt:lpstr>
      <vt:lpstr>MiSans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2026-07-03T01:51:03Z</dcterms:modified>
</cp:coreProperties>
</file>