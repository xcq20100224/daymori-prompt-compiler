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8E6A5F-7965-48F8-8EEE-AD66437C4621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355C7-0FCF-4871-AF92-A44D746B1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0964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F355C7-0FCF-4871-AF92-A44D746B146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69630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F355C7-0FCF-4871-AF92-A44D746B146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12511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F355C7-0FCF-4871-AF92-A44D746B146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63564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F355C7-0FCF-4871-AF92-A44D746B146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38515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F355C7-0FCF-4871-AF92-A44D746B146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81462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F355C7-0FCF-4871-AF92-A44D746B146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7858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客户留存提升方案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837C2DD-3E42-D3C9-DD4E-C369899CA158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9969D47-1792-BA3C-1D87-D1155735644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67FF81E-9096-6B05-E890-C84B677BC18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03B0DC9-0ED7-3EF4-F7BB-07722DD7211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708F0FA-CBB2-0B68-401D-B75D3F3D0C3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D5C5BBD-3735-AD2F-B495-6DA0D9F9C82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AE0D3CA-F40B-C390-E237-BC7B22BDEBB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8B3A1D0-BF12-A56B-F80A-B0B38138986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68A3DB4-D082-5652-F3A9-BF98931A1CF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560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等线 Light</vt:lpstr>
      <vt:lpstr>MiSans Normal</vt:lpstr>
      <vt:lpstr>MiSans Medium</vt:lpstr>
      <vt:lpstr>Arial</vt:lpstr>
      <vt:lpstr>MiSans ExtraLight</vt:lpstr>
      <vt:lpstr>等线</vt:lpstr>
      <vt:lpstr>MiSans Semibold</vt:lpstr>
      <vt:lpstr>MiSans</vt:lpstr>
      <vt:lpstr>MiSans Demibold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2026-07-08T05:04:54Z</dcterms:modified>
</cp:coreProperties>
</file>