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05722-B15F-42AE-900F-84D90EAA4B4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0721D-1D63-4CB4-9414-B8EC509971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507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0721D-1D63-4CB4-9414-B8EC5099711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51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0721D-1D63-4CB4-9414-B8EC509971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81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0721D-1D63-4CB4-9414-B8EC5099711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198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0721D-1D63-4CB4-9414-B8EC509971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471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0721D-1D63-4CB4-9414-B8EC509971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793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0721D-1D63-4CB4-9414-B8EC509971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079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B2A81B-17D8-DF59-6BFC-14452179427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212E17A-E620-850A-6FC8-BD9AB2B429B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1E9C79-75C4-F9AB-782E-3EA3C5DB1B2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29C864-FD54-E4D6-F28C-15E915936F4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E62816-2ECD-8B90-35E9-599D1D31B56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F2A31F-8098-719C-1EA9-70F18E6C0C9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1D99EF-4EFF-37EA-454B-3AA218283E5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C5C3FE-A21A-9F36-B3CB-B2CBAD7730E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D2D179-4C6D-158F-B74B-15EC564341B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思源黑体 CN Normal</vt:lpstr>
      <vt:lpstr>MiSans Medium</vt:lpstr>
      <vt:lpstr>MiSans Normal</vt:lpstr>
      <vt:lpstr>Arial</vt:lpstr>
      <vt:lpstr>MiSans</vt:lpstr>
      <vt:lpstr>MiSans Demibold</vt:lpstr>
      <vt:lpstr>MiSans ExtraLight</vt:lpstr>
      <vt:lpstr>MiSans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2026-07-08T04:37:29Z</dcterms:modified>
</cp:coreProperties>
</file>