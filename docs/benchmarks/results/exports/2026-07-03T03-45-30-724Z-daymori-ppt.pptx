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行动：先看导入问题，再完成分层练习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目录结构图 </a:t>
            </a:r>
            <a:r>
              <a:rPr lang="en-US" altLang="zh-CN"/>
              <a:t>• </a:t>
            </a:r>
            <a:r>
              <a:rPr lang="zh-CN" altLang="en-US"/>
              <a:t>行动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行动：先回答导入问题再进入新知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图示建议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示例图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练习卡 </a:t>
            </a:r>
            <a:r>
              <a:rPr lang="en-US" altLang="zh-CN"/>
              <a:t>• </a:t>
            </a:r>
            <a:r>
              <a:rPr lang="zh-CN" altLang="en-US"/>
              <a:t>选项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总结图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行动清单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新员工安全培训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training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场景演示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背景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分析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...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580310F-9C42-BA19-85D9-2430EC167AC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000"/>
              <a:t>• </a:t>
            </a:r>
            <a:r>
              <a:rPr lang="zh-CN" altLang="en-US" sz="1000"/>
              <a:t>背景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分析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章节</a:t>
            </a:r>
            <a:r>
              <a:rPr lang="en-US" altLang="zh-CN">
                <a:cs typeface="思源黑体 CN Normal" panose="020B0400000000000000" charset="-122"/>
              </a:rPr>
              <a:t>03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章节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CEE279-3C9C-0E52-CA85-32595846542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</a:t>
            </a:r>
            <a:r>
              <a:rPr lang="en-US" altLang="zh-CN" sz="1400"/>
              <a:t>03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E60C9E-7D44-5462-F4D2-13C454BB495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新员工安全培训 </a:t>
            </a:r>
            <a:r>
              <a:rPr lang="en-US" altLang="zh-CN"/>
              <a:t>- </a:t>
            </a:r>
            <a:r>
              <a:rPr lang="zh-CN" altLang="en-US"/>
              <a:t>要点</a:t>
            </a:r>
            <a:r>
              <a:rPr lang="en-US" altLang="zh-CN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新员工安全培训 </a:t>
            </a:r>
            <a:r>
              <a:rPr lang="en-US" altLang="zh-CN" sz="1000"/>
              <a:t>- </a:t>
            </a:r>
            <a:r>
              <a:rPr lang="zh-CN" altLang="en-US" sz="1000"/>
              <a:t>要点</a:t>
            </a:r>
            <a:r>
              <a:rPr lang="en-US" altLang="zh-CN" sz="1000"/>
              <a:t>5</a:t>
            </a:r>
            <a:endParaRPr lang="zh-CN" altLang="en-US" sz="10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CFC036-6F18-159E-0E5E-930D1A9BFEA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章节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06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章节</a:t>
            </a:r>
            <a:r>
              <a:rPr lang="en-US" altLang="zh-CN" sz="1000"/>
              <a:t>06</a:t>
            </a:r>
            <a:endParaRPr lang="zh-CN" altLang="en-US" sz="10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948F10-6104-2223-7AC6-7B9B20CAA9B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</a:t>
            </a:r>
            <a:r>
              <a:rPr lang="en-US" altLang="zh-CN" sz="1400"/>
              <a:t>06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新员工安全培训 </a:t>
            </a:r>
            <a:r>
              <a:rPr lang="en-US" altLang="zh-CN">
                <a:cs typeface="思源黑体 CN Normal" panose="020B0400000000000000" charset="-122"/>
              </a:rPr>
              <a:t>- </a:t>
            </a:r>
            <a:r>
              <a:rPr lang="zh-CN" altLang="en-US">
                <a:cs typeface="思源黑体 CN Normal" panose="020B0400000000000000" charset="-122"/>
              </a:rPr>
              <a:t>要点</a:t>
            </a:r>
            <a:r>
              <a:rPr lang="en-US" altLang="zh-CN">
                <a:cs typeface="思源黑体 CN Normal" panose="020B0400000000000000" charset="-122"/>
              </a:rPr>
              <a:t>7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练习问题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选项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选项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91AD54-9702-4918-F504-65A9C0EC5C4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练习问题 练习问题 </a:t>
            </a:r>
            <a:r>
              <a:rPr lang="en-US" altLang="zh-CN" sz="1000"/>
              <a:t>• </a:t>
            </a:r>
            <a:r>
              <a:rPr lang="zh-CN" altLang="en-US" sz="1000"/>
              <a:t>选项</a:t>
            </a:r>
            <a:r>
              <a:rPr lang="en-US" altLang="zh-CN" sz="1000"/>
              <a:t>A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选项</a:t>
            </a:r>
            <a:r>
              <a:rPr lang="en-US" altLang="zh-CN" sz="1000"/>
              <a:t>B...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形成统一结论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66D015-BB83-2C23-712B-F6578C98735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总结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C72654-C0B5-0459-1EA1-6F3C2DEC9B7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形成统一结论 形成统一结论 </a:t>
            </a:r>
            <a:r>
              <a:rPr lang="en-US" altLang="zh-CN" sz="1000"/>
              <a:t>• </a:t>
            </a:r>
            <a:r>
              <a:rPr lang="zh-CN" altLang="en-US" sz="1000"/>
              <a:t>结论</a:t>
            </a:r>
            <a:r>
              <a:rPr lang="en-US" altLang="zh-CN" sz="1000"/>
              <a:t>1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结论</a:t>
            </a:r>
            <a:r>
              <a:rPr lang="en-US" altLang="zh-CN" sz="1000"/>
              <a:t>2...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动作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1</a:t>
            </a:r>
          </a:p>
          <a:p>
            <a:pPr algn="ctr"/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动作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2</a:t>
            </a:r>
          </a:p>
          <a:p>
            <a:pPr algn="ctr"/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动作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1400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下一步行动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9B3F32-2644-D679-23AE-0CE329F05D7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zh-CN" sz="1000"/>
              <a:t>• </a:t>
            </a:r>
            <a:r>
              <a:rPr lang="zh-CN" altLang="en-US" sz="1000"/>
              <a:t>动作</a:t>
            </a:r>
            <a:r>
              <a:rPr lang="en-US" altLang="zh-CN" sz="1000"/>
              <a:t>1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动作</a:t>
            </a:r>
            <a:r>
              <a:rPr lang="en-US" altLang="zh-CN" sz="1000"/>
              <a:t>2...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857D3A7-2B73-0E78-BF64-3665564C841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感谢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483</Words>
  <Application>Microsoft Office PowerPoint</Application>
  <PresentationFormat>宽屏</PresentationFormat>
  <Paragraphs>92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2026-07-03T03:45:28Z</dcterms:modified>
</cp:coreProperties>
</file>