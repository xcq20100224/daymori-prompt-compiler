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58A5F-3C78-470F-8795-291C7D47AB6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60A98-A839-4737-8A6F-3C5F0A5679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61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60A98-A839-4737-8A6F-3C5F0A5679C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778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60A98-A839-4737-8A6F-3C5F0A5679C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670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60A98-A839-4737-8A6F-3C5F0A5679C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086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60A98-A839-4737-8A6F-3C5F0A5679C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367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60A98-A839-4737-8A6F-3C5F0A5679C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889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60A98-A839-4737-8A6F-3C5F0A5679C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95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用户画像洞察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481BF2-E538-C788-56AF-98C80F50115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F18551A-64C9-51F5-25DA-089B58486F0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B85CEA7-8406-3906-0BE7-EA0E0FEC399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E3AFD2-69EE-ABBB-BF19-5A0A4D0C492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4FD7F0-301B-1B6C-7FAA-9585E33C355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288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2026-07-09T05:08:08Z</dcterms:modified>
</cp:coreProperties>
</file>