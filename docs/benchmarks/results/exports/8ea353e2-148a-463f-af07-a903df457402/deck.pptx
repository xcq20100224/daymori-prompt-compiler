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B49543-9C11-4C95-9581-1D7438CA0E36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91E849-4A19-4092-8330-CAD98E722C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11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1E849-4A19-4092-8330-CAD98E722CD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3832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1E849-4A19-4092-8330-CAD98E722CD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10606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1E849-4A19-4092-8330-CAD98E722CD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0752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1E849-4A19-4092-8330-CAD98E722CD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1253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1E849-4A19-4092-8330-CAD98E722CD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86936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1E849-4A19-4092-8330-CAD98E722CD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8507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50444D3-5ACA-5FC0-8897-05862B25DFE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9435CF5-F4B7-F471-F776-63FF2910732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C2AFCE3-0CBA-139C-E3D5-491E752091D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C299554-5E92-6157-5B5E-0AE4B85A261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39CA68F-0209-44EB-70DE-6E4B7C284B0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BEC478D-BCBA-A537-66E9-9920210AF97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EA980CE-3B7B-B70D-A2B3-9D8FB5CA122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0A4982B-5A0A-4849-454D-6EB61CEFD7D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8B12FE1-1B47-7F4D-86DF-D641C0E38DD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2026-07-08T11:57:17Z</dcterms:modified>
</cp:coreProperties>
</file>