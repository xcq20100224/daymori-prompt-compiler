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7478A-F708-4BC1-9468-8E9A2AD6B90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2CC77-8354-45C2-8E9A-37BBFEEF5E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95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需要先完成问题分层与优先级重排。 图示：供应链数字化转型方案现状结构图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2CC77-8354-45C2-8E9A-37BBFEEF5E0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258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2CC77-8354-45C2-8E9A-37BBFEEF5E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539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2CC77-8354-45C2-8E9A-37BBFEEF5E0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600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2CC77-8354-45C2-8E9A-37BBFEEF5E0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082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2CC77-8354-45C2-8E9A-37BBFEEF5E0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777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2CC77-8354-45C2-8E9A-37BBFEEF5E0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154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FE6787-D539-3241-B290-6D897034088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 供应链数字化转型方案提案汇报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4F6DF7B-CE2E-B6FB-F2D9-633FCC90F8F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6B3AFF3-25BE-4D0A-6869-2DAA287982A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909F66-FE98-86EB-1CB4-87E8D2CF27A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阶段：明确供应链数字化转型方案目标与边界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完成供应链数字化转型方案试点并跟踪关键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建议围绕供应链数字化转型方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E32BF08-D393-F2BB-807F-E4637DBF389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E61151A-7592-45AD-BF86-4317B5965FE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D6799D2-5CEA-FDF0-FA9F-7D0DE9D136C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E5554CF-9EEB-9BF4-351A-F983D8E07C7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22F3F7-94BB-D75F-F352-FD5FAEB5C55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2026-07-08T10:26:53Z</dcterms:modified>
</cp:coreProperties>
</file>