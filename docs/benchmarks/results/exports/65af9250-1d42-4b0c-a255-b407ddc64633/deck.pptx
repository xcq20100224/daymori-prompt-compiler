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C4008-C620-4FCA-91FA-A7EF0FCA174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DAB2A-6C88-4D7D-A02B-7EFE4F1DA8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799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B2A-6C88-4D7D-A02B-7EFE4F1DA8F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655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B2A-6C88-4D7D-A02B-7EFE4F1DA8F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894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B2A-6C88-4D7D-A02B-7EFE4F1DA8F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898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B2A-6C88-4D7D-A02B-7EFE4F1DA8F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426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B2A-6C88-4D7D-A02B-7EFE4F1DA8F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892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B2A-6C88-4D7D-A02B-7EFE4F1DA8F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334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B0CDF57-A40F-F345-AA04-74A31B52D3B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752A153-015A-6335-10F5-3A367CE3535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8684C5A-7239-D706-39AA-8917F266898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45654F-1D75-0998-0542-FFDC6510881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E89994A-85C6-47C1-D111-BD8D46F6FCC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26D38B-4D25-FD61-11CF-A7179DBAA06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E8FBC2A-9E22-80C7-C854-C3FD986D17C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E3A5A11-EE63-6C7B-9756-3DD446CBA32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7D02CA-A943-A36E-F48D-D3BC0382486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2026-07-08T12:48:29Z</dcterms:modified>
</cp:coreProperties>
</file>