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5E0B-A3F0-4E1E-AC42-7A565E8460A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D4B49-8F32-45F6-8089-330C00D0D7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13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4B49-8F32-45F6-8089-330C00D0D7F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491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4B49-8F32-45F6-8089-330C00D0D7F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98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4B49-8F32-45F6-8089-330C00D0D7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165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4B49-8F32-45F6-8089-330C00D0D7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454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4B49-8F32-45F6-8089-330C00D0D7F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42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4B49-8F32-45F6-8089-330C00D0D7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447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4B49-8F32-45F6-8089-330C00D0D7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770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4B49-8F32-45F6-8089-330C00D0D7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12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4B49-8F32-45F6-8089-330C00D0D7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20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4B49-8F32-45F6-8089-330C00D0D7F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72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保证每页都有可见标题与正文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0FB5EC-77CB-9C32-B06E-3C32CF38F1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页：封面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页：目录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1FD2792-8230-55EE-49E0-048ED1F803B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页：目录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保证每页都有可见标题与正文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9AAFD2-BDC9-CF01-E848-193C1F1B132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页：概述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页：问题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A4BE58-BC49-18DE-9EAE-88BF5E6FBDE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页：问题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C7D0EC-A298-AAED-7782-FAEC6A44901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页：方案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6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页：执行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7C83CE-42C4-F449-F760-55E50D5CA4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页：执行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保证每页都有可见标题与正文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DA8E57-B8B5-95AD-BB78-0FE303BEB12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页：进度</a:t>
            </a: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页：结果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510158-75EC-BD00-636A-D3721637BE2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页：结果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D7F1B0-05DD-B499-DD99-F7A269CBA51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页：总结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页：致谢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EDC34E-8B55-7E1A-8F96-305C8188A7D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10</a:t>
            </a:r>
            <a:r>
              <a:rPr lang="zh-CN" altLang="en-US"/>
              <a:t>页：致谢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319</Words>
  <Application>Microsoft Office PowerPoint</Application>
  <PresentationFormat>宽屏</PresentationFormat>
  <Paragraphs>82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2026-07-02T05:57:41Z</dcterms:modified>
</cp:coreProperties>
</file>