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8381D-8D25-4C9B-88F7-FAF9B16DC30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649E1-20E4-4636-B387-0CA39219EB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51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649E1-20E4-4636-B387-0CA39219EB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68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649E1-20E4-4636-B387-0CA39219EB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14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649E1-20E4-4636-B387-0CA39219EB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763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649E1-20E4-4636-B387-0CA39219EB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960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649E1-20E4-4636-B387-0CA39219EB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48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649E1-20E4-4636-B387-0CA39219EB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86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7FB91C-4CD1-7151-9870-9E659B59B98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E8F961B-150D-6B60-9665-3BD9D92074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1445ACC-6B67-C556-07BE-084488A7F8B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4F71DE-5F38-A3F3-DE1E-F201A2CB11F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838C04-2331-C679-28F0-EB7EF7E9925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CD193C-71FC-D801-103F-DB3551C454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656DCC-6A44-2FFF-85A1-DA578DCA351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F20366-2495-DEA9-D549-38404C5C9B0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E849C77-BDA5-5FF7-0629-DCCDA04989D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2026-07-08T12:03:23Z</dcterms:modified>
</cp:coreProperties>
</file>