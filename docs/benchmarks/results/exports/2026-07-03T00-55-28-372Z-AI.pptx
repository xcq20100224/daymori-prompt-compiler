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B4054-A01A-4D22-980E-89F63C1473BD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4D1D8F-7B27-44BB-9711-534438A257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808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???????????? • ????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D1D8F-7B27-44BB-9711-534438A2577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7280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????????????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D1D8F-7B27-44BB-9711-534438A2577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4913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???????????? • ????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D1D8F-7B27-44BB-9711-534438A2577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148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????????????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D1D8F-7B27-44BB-9711-534438A2577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7399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????????????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D1D8F-7B27-44BB-9711-534438A2577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355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????????????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D1D8F-7B27-44BB-9711-534438A2577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9670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???????????? • ????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D1D8F-7B27-44BB-9711-534438A2577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912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????????????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D1D8F-7B27-44BB-9711-534438A2577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059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AI??????-?1?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?? • ????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????...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D34A59E-D67B-27C3-7D75-02132480365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/>
              <a:t>AI??????-?2?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?? • ????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????...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AI??????-?3?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AI??????-?4?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AI??????-?5?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AI??????-?6?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?? • ????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????...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AI??????-?7?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AI??????-?8?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?? • ????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????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????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122</Words>
  <Application>Microsoft Office PowerPoint</Application>
  <PresentationFormat>宽屏</PresentationFormat>
  <Paragraphs>55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MiSans Semibold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2026-07-03T00:55:03Z</dcterms:modified>
</cp:coreProperties>
</file>