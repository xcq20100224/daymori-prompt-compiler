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B2361-884D-4C2C-B44E-D5984467D88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030D-DE03-4D70-BEB9-253334DC77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513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强调质量增长而非单点冲量 </a:t>
            </a:r>
            <a:r>
              <a:rPr lang="en-US" altLang="zh-CN"/>
              <a:t>• </a:t>
            </a:r>
            <a:r>
              <a:rPr lang="zh-CN" altLang="en-US"/>
              <a:t>证据：新增客户 </a:t>
            </a:r>
            <a:r>
              <a:rPr lang="en-US" altLang="zh-CN"/>
              <a:t>126 </a:t>
            </a:r>
            <a:r>
              <a:rPr lang="zh-CN" altLang="en-US"/>
              <a:t>家，留存率 </a:t>
            </a:r>
            <a:r>
              <a:rPr lang="en-US" altLang="zh-CN"/>
              <a:t>78.6%</a:t>
            </a:r>
            <a:r>
              <a:rPr lang="zh-CN" altLang="en-US"/>
              <a:t>，获客成本 </a:t>
            </a:r>
            <a:r>
              <a:rPr lang="en-US" altLang="zh-CN"/>
              <a:t>312 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人 </a:t>
            </a:r>
            <a:r>
              <a:rPr lang="en-US" altLang="zh-CN"/>
              <a:t>• </a:t>
            </a:r>
            <a:r>
              <a:rPr lang="zh-CN" altLang="en-US"/>
              <a:t>行动：本节锁定三项提效动作并在下节复盘执行结果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4030D-DE03-4D70-BEB9-253334DC77D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793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避免泛泛叙述，聚焦可控杠杆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4030D-DE03-4D70-BEB9-253334DC77D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819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明确本季度增长质量和缺口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结论：收入同比增长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18.4%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，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但利润率下降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2.1pct...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106</Words>
  <Application>Microsoft Office PowerPoint</Application>
  <PresentationFormat>宽屏</PresentationFormat>
  <Paragraphs>22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2026-07-02T05:39:52Z</dcterms:modified>
</cp:coreProperties>
</file>