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14394-C6A5-48E9-BC22-1FB4F4C9FB0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AC893-9CA4-4EFA-9652-D21DB25849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04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034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243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137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7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586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AC893-9CA4-4EFA-9652-D21DB25849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1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14D3A0-4A0B-78B8-562C-B6D3C49BF3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2E33789-7059-B7FC-8BBA-DD98D6AE91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09C595-5416-1B10-3820-059991F5610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AC3123-A32E-7C05-765E-0EE10FA0B4C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AFF057-761D-336F-7B49-89C70A5E9A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AAE33B-46AF-60DD-5FE4-135E4EDC1F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24BB5C-3462-FE5F-1CFF-DE4DF90667D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B3C9C7-19BF-148E-A0C1-7DF290E0FC0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F016D4-FC0E-F129-89AF-F410B27BE1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2026-07-07T08:36:52Z</dcterms:modified>
</cp:coreProperties>
</file>