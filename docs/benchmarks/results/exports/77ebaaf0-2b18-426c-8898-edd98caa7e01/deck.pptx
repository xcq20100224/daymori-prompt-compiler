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3835D-27EA-419A-B484-674F3E66790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BC015-21BD-4E89-8B74-D523733076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41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137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ABTest1_1783519086508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25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69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720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15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76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BC015-21BD-4E89-8B74-D5237330765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95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ABTest1_1783519086508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3519086508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4BAD75B-57DD-8906-5ED6-56700330B2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8351908650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783519086508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827773-4CF1-D13F-F4AE-72B7C23D83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228371-655B-72EF-710F-7BC5B10DDE0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6D5FB2-B160-AE41-6128-0C5EEEE108E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CBECDC-EBBD-7C2C-A568-19E2699C18C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16B52D-3FDB-4F9D-1B67-8900058AC8B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2026-07-08T13:58:50Z</dcterms:modified>
</cp:coreProperties>
</file>