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2FB21-030A-462F-ADCC-9E2A4359311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19499-8FA3-44A1-8BAC-D0007699C2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0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965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54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80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72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211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53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19499-8FA3-44A1-8BAC-D0007699C2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9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导入：供应链降本计划为什么重要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建立供应链降本计划学习动机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951549-2CCF-08FF-A17A-DD693DA18F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2026-07-02T08:09:21Z</dcterms:modified>
</cp:coreProperties>
</file>