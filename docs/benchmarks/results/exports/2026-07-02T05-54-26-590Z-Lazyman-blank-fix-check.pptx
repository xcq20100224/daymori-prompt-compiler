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CE1CB-9CA5-465D-ACCD-8CFE40AA579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16C4F-5D1A-4EAC-876D-6819F5E9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7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938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640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40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581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02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796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29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365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134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16C4F-5D1A-4EAC-876D-6819F5E949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408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BFD819-820F-E4B0-EC58-302F3B1BF5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页：封面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页：目录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DDA2BB3-4A74-936B-8119-FC597EDA2F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页：目录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BE831F-7DCE-FA81-3A0E-7DA58E1A31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页：概述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A93500-3C51-FDEA-85C2-6EA27D6C7E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页：问题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E25244-69E0-0A71-5426-1697F6E587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页：方案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6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页：执行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DF993A-0780-A25D-C0DD-B240AE89C9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页：执行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01561C-65B6-11CC-AC91-59EC56B3EB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页：进度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页：结果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9D8123-FF92-6F32-4C34-74458AC7E7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页：结果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903CD2-490F-9864-3176-F13EAF7B2F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页：总结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页：致谢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B3311E-1065-96C9-8449-98165D1D5F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页：致谢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319</Words>
  <Application>Microsoft Office PowerPoint</Application>
  <PresentationFormat>宽屏</PresentationFormat>
  <Paragraphs>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2026-07-02T05:54:26Z</dcterms:modified>
</cp:coreProperties>
</file>