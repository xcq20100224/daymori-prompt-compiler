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B56D40-0B99-4028-82EE-FBCA98A7AA9B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2FD72C-FDBC-40F4-8D80-AA7567D3F3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5381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2FD72C-FDBC-40F4-8D80-AA7567D3F3D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1977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2FD72C-FDBC-40F4-8D80-AA7567D3F3D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0660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2FD72C-FDBC-40F4-8D80-AA7567D3F3D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522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2FD72C-FDBC-40F4-8D80-AA7567D3F3D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72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2FD72C-FDBC-40F4-8D80-AA7567D3F3D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7106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2FD72C-FDBC-40F4-8D80-AA7567D3F3D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005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7F73B2F-BE41-7C14-15AA-EAB0AE3BDAA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8C155F9-EC08-0E95-A1B5-23FF150019C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06355AD-7A16-AFCE-289D-A96FA32EE96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251F2F1-3AF1-4D8B-F732-8934084FBB9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052AAC1-63A1-A838-44FE-FD8623E9934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925A3ED-D0B0-42B7-FDFD-C0017DA5FC7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10A50D2-3EB2-4571-55EA-F747B58E678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B256818-55F5-2220-4933-E65F05C052D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9E6FFCC-6B39-C4E8-307B-EB9CAE33296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2026-07-09T04:16:04Z</dcterms:modified>
</cp:coreProperties>
</file>