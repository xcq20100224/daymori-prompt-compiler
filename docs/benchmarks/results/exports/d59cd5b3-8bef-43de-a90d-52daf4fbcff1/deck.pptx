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62E14-A946-4332-889F-E8181EA974F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1981E-BC57-4E93-8510-0BB4A942F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15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70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8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526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144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801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1981E-BC57-4E93-8510-0BB4A942F22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5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D339F6-B6FB-A2BE-E49E-2B9D37D3223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2FB775B-3A4C-2040-998A-4D6B1F83DD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6B85B1-B3C1-E746-8251-D1E72D7B728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97C557-A382-5AF8-71F6-B25635CCBD7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3F3C28-EA89-71AB-F705-2EAF1F58593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59EBDB-1B3E-E68C-DBAA-323E9B6906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64E749-5C9E-6FAC-0B2F-6797FD71FE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454C040-0FE5-F6F7-34F1-530C3DB510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6CF118-2430-4F3E-1D23-4AABE5AA64D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2026-07-09T04:40:46Z</dcterms:modified>
</cp:coreProperties>
</file>