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AAC7B9-266E-400D-AAE1-DC26DFFCA0D6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6626C7-9FF4-4459-9615-F7BC58CB2A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9442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6626C7-9FF4-4459-9615-F7BC58CB2AA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359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6626C7-9FF4-4459-9615-F7BC58CB2AA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106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6626C7-9FF4-4459-9615-F7BC58CB2AA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43475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6626C7-9FF4-4459-9615-F7BC58CB2AA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96666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6626C7-9FF4-4459-9615-F7BC58CB2AA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25808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6626C7-9FF4-4459-9615-F7BC58CB2AA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54616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05C657E-D299-B86F-7A23-298F7389D0CD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AC771C96-526D-FD3E-A014-AE07539D79A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1159A95-764B-7AEE-3F45-D7214BD54EC4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AF83673-5445-1BDD-F329-810EA53A7190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C2477A2-D031-BEF3-95D3-E109C65BAB53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0C1A94D-0C70-7EA2-81D3-E78AD012C0C5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139AF7F-C2E9-F873-9386-321F992EBAC0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E2B43F0-2E87-43E8-D996-BC78FBE07F4D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0BCA3F7-84EE-6BCF-BCA0-32E99425A258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2026-07-07T08:17:14Z</dcterms:modified>
</cp:coreProperties>
</file>