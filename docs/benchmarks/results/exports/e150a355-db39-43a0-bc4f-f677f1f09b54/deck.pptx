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5098F-4D63-4BDB-9B11-85D42CA033C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A0EBA-1112-4C40-AF5B-CDA0AC112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60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843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34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728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24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0EBA-1112-4C40-AF5B-CDA0AC1127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377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25FD5B-473F-5CC2-F38C-AFF1DE9AB3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BCAFAB-F82C-56A6-E4BC-0BFE751F4E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8C77E6-CE3A-798C-EB58-EF217D1AEB4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4AA77B-0B18-7F87-57C6-AFA6B9405A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EADDDC-3F41-391C-29B4-05819DB930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DBAD5F-ADAF-8032-C40F-0C381F74BD7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A46A5E-91B2-5839-F552-FA7D36E1FA7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B035A7-7BD4-CCEF-40C4-684A236C124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B8382E-B752-2E5C-1007-0BC504E3B9D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Arial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2026-07-08T12:02:47Z</dcterms:modified>
</cp:coreProperties>
</file>