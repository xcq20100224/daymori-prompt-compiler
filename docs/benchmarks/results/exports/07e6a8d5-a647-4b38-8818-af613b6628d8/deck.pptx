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31E5F-7342-43FB-8DB7-25690F23FB4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5CF0B-3A47-4A1E-BC9D-ED5AB6D3A5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5CF0B-3A47-4A1E-BC9D-ED5AB6D3A5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002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5CF0B-3A47-4A1E-BC9D-ED5AB6D3A5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058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5CF0B-3A47-4A1E-BC9D-ED5AB6D3A5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939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5CF0B-3A47-4A1E-BC9D-ED5AB6D3A5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605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5CF0B-3A47-4A1E-BC9D-ED5AB6D3A5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140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C5CF0B-3A47-4A1E-BC9D-ED5AB6D3A5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010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734306-2641-9E62-85BA-97549E62E8C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D0A6FBA-905E-2920-4D80-67A8E5E131C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08F5E2-DF02-DB39-1295-DC37813D102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9A7918-9D3E-7924-7D30-1BB887E00C3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055F19-1523-F23D-0E7F-77FE88D876C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52CCB4-917D-B233-A753-AC007C9C3A7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261D7E-862D-D3AF-4741-45A2DE2E063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9E40013-19A3-65D1-BB2A-604200C4E68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174187-2274-D737-CF20-095E2529762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2026-07-08T05:11:55Z</dcterms:modified>
</cp:coreProperties>
</file>